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300" r:id="rId2"/>
    <p:sldId id="301" r:id="rId3"/>
    <p:sldId id="302" r:id="rId4"/>
    <p:sldId id="305" r:id="rId5"/>
    <p:sldId id="392" r:id="rId6"/>
    <p:sldId id="308" r:id="rId7"/>
    <p:sldId id="393" r:id="rId8"/>
    <p:sldId id="387" r:id="rId9"/>
    <p:sldId id="388" r:id="rId10"/>
    <p:sldId id="311" r:id="rId11"/>
    <p:sldId id="312" r:id="rId12"/>
    <p:sldId id="313" r:id="rId13"/>
    <p:sldId id="314" r:id="rId14"/>
    <p:sldId id="315" r:id="rId15"/>
    <p:sldId id="317" r:id="rId16"/>
    <p:sldId id="318" r:id="rId17"/>
    <p:sldId id="322" r:id="rId18"/>
    <p:sldId id="323" r:id="rId19"/>
    <p:sldId id="382" r:id="rId20"/>
    <p:sldId id="325" r:id="rId21"/>
    <p:sldId id="326" r:id="rId22"/>
    <p:sldId id="327" r:id="rId23"/>
    <p:sldId id="329" r:id="rId24"/>
    <p:sldId id="333" r:id="rId25"/>
    <p:sldId id="330" r:id="rId26"/>
    <p:sldId id="331" r:id="rId27"/>
    <p:sldId id="332" r:id="rId28"/>
    <p:sldId id="334" r:id="rId29"/>
    <p:sldId id="335" r:id="rId30"/>
    <p:sldId id="336" r:id="rId31"/>
    <p:sldId id="394" r:id="rId32"/>
    <p:sldId id="339" r:id="rId33"/>
    <p:sldId id="340" r:id="rId34"/>
    <p:sldId id="341" r:id="rId35"/>
    <p:sldId id="343" r:id="rId36"/>
    <p:sldId id="390" r:id="rId37"/>
    <p:sldId id="404" r:id="rId38"/>
    <p:sldId id="344" r:id="rId39"/>
    <p:sldId id="345" r:id="rId40"/>
    <p:sldId id="383" r:id="rId41"/>
    <p:sldId id="347" r:id="rId42"/>
    <p:sldId id="386" r:id="rId43"/>
    <p:sldId id="348" r:id="rId44"/>
    <p:sldId id="400" r:id="rId45"/>
    <p:sldId id="401" r:id="rId46"/>
    <p:sldId id="409" r:id="rId47"/>
    <p:sldId id="410" r:id="rId48"/>
    <p:sldId id="411" r:id="rId49"/>
    <p:sldId id="412" r:id="rId50"/>
    <p:sldId id="413" r:id="rId51"/>
    <p:sldId id="414" r:id="rId52"/>
    <p:sldId id="415" r:id="rId53"/>
    <p:sldId id="416" r:id="rId54"/>
    <p:sldId id="417" r:id="rId55"/>
    <p:sldId id="418" r:id="rId56"/>
    <p:sldId id="419" r:id="rId57"/>
    <p:sldId id="420" r:id="rId58"/>
    <p:sldId id="421" r:id="rId59"/>
    <p:sldId id="422" r:id="rId60"/>
    <p:sldId id="423" r:id="rId61"/>
    <p:sldId id="424" r:id="rId62"/>
    <p:sldId id="425" r:id="rId63"/>
    <p:sldId id="426" r:id="rId64"/>
    <p:sldId id="427" r:id="rId65"/>
    <p:sldId id="428" r:id="rId66"/>
    <p:sldId id="429" r:id="rId67"/>
    <p:sldId id="430" r:id="rId68"/>
    <p:sldId id="431" r:id="rId69"/>
  </p:sldIdLst>
  <p:sldSz cx="9144000" cy="6858000" type="screen4x3"/>
  <p:notesSz cx="6858000" cy="9715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u="sng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u="sng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u="sng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u="sng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u="sng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  <a:srgbClr val="FFFF99"/>
    <a:srgbClr val="FFFF00"/>
    <a:srgbClr val="0033CC"/>
    <a:srgbClr val="3333CC"/>
    <a:srgbClr val="FF0000"/>
    <a:srgbClr val="CCCCFF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016"/>
        <p:guide pos="2880"/>
      </p:guideLst>
    </p:cSldViewPr>
  </p:slideViewPr>
  <p:outlineViewPr>
    <p:cViewPr>
      <p:scale>
        <a:sx n="33" d="100"/>
        <a:sy n="33" d="100"/>
      </p:scale>
      <p:origin x="0" y="17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753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29725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229725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u="none">
                <a:latin typeface="Times" pitchFamily="18" charset="0"/>
              </a:defRPr>
            </a:lvl1pPr>
          </a:lstStyle>
          <a:p>
            <a:fld id="{1D9AFCC0-A05C-4F58-891A-22F7539DB5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20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28663"/>
            <a:ext cx="4857750" cy="3643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14863"/>
            <a:ext cx="5029200" cy="437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29725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u="none">
                <a:latin typeface="Times" pitchFamily="18" charset="0"/>
              </a:defRPr>
            </a:lvl1pPr>
          </a:lstStyle>
          <a:p>
            <a:endParaRPr lang="en-US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29725"/>
            <a:ext cx="297180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u="none">
                <a:latin typeface="Times" pitchFamily="18" charset="0"/>
              </a:defRPr>
            </a:lvl1pPr>
          </a:lstStyle>
          <a:p>
            <a:fld id="{EDDF0E05-62FC-4DB9-969D-13EE0A1FD0D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69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cs-CZ" smtClean="0"/>
              <a:t>Klepnutím lze upravit styl předlohy podnadpisů.</a:t>
            </a:r>
            <a:endParaRPr lang="sk-SK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F5D202-F2B2-44C7-8B3C-3D4692A4C7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A0356-307F-4E04-9257-899153B7A9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FBBCA-4A7C-4CFF-9B73-2F572F4523B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685800" y="2514600"/>
            <a:ext cx="38100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2514600"/>
            <a:ext cx="38100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1B813-113B-4D5E-8B79-39EBE2D96B9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CB1EA5-218D-44E0-9CF6-A1C783E5D1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29FB6-A3A5-46C5-88A8-9BA29BC1419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934A6-39C8-4ABA-A043-36A3E48BA9F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791906-7C7B-4796-894E-35169F0259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9DD30A-A9F2-47A5-843A-62FFA03026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0D52FF-305E-4C0E-91FB-EFA07C0B99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15100" y="1219200"/>
            <a:ext cx="1943100" cy="5105400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sk-SK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685800" y="1219200"/>
            <a:ext cx="5676900" cy="5105400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sk-SK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AD8D93-A3FB-4905-A1BF-579F70393D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2B0A74"/>
            </a:gs>
            <a:gs pos="100000">
              <a:srgbClr val="2B0A74">
                <a:gamma/>
                <a:tint val="62745"/>
                <a:invGamma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2192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514600"/>
            <a:ext cx="7772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u="none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u="none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u="none">
                <a:latin typeface="+mn-lt"/>
              </a:defRPr>
            </a:lvl1pPr>
          </a:lstStyle>
          <a:p>
            <a:fld id="{5357B5ED-8AD7-4C99-9D48-3683677A01F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609600"/>
          </a:xfrm>
          <a:prstGeom prst="rect">
            <a:avLst/>
          </a:prstGeom>
          <a:gradFill rotWithShape="0">
            <a:gsLst>
              <a:gs pos="0">
                <a:srgbClr val="D5E917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5pPr>
      <a:lvl6pPr marL="4572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6pPr>
      <a:lvl7pPr marL="9144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7pPr>
      <a:lvl8pPr marL="13716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8pPr>
      <a:lvl9pPr marL="1828800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rgbClr val="D5E917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bg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image" Target="../media/image3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0.jpeg"/><Relationship Id="rId5" Type="http://schemas.openxmlformats.org/officeDocument/2006/relationships/image" Target="../media/image9.wmf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5" Type="http://schemas.openxmlformats.org/officeDocument/2006/relationships/image" Target="../media/image4.jpeg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15.xml"/><Relationship Id="rId7" Type="http://schemas.openxmlformats.org/officeDocument/2006/relationships/image" Target="../media/image20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tags" Target="../tags/tag19.xml"/><Relationship Id="rId7" Type="http://schemas.openxmlformats.org/officeDocument/2006/relationships/image" Target="../media/image23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2.jpeg"/><Relationship Id="rId11" Type="http://schemas.openxmlformats.org/officeDocument/2006/relationships/image" Target="../media/image4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6.jpeg"/><Relationship Id="rId4" Type="http://schemas.openxmlformats.org/officeDocument/2006/relationships/tags" Target="../tags/tag20.xml"/><Relationship Id="rId9" Type="http://schemas.openxmlformats.org/officeDocument/2006/relationships/image" Target="../media/image2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image" Target="../media/image29.jpe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26.xml"/><Relationship Id="rId7" Type="http://schemas.openxmlformats.org/officeDocument/2006/relationships/image" Target="../media/image32.jpe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tags" Target="../tags/tag29.xml"/><Relationship Id="rId7" Type="http://schemas.openxmlformats.org/officeDocument/2006/relationships/image" Target="../media/image19.jpe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8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eg"/><Relationship Id="rId4" Type="http://schemas.openxmlformats.org/officeDocument/2006/relationships/tags" Target="../tags/tag30.xml"/><Relationship Id="rId9" Type="http://schemas.openxmlformats.org/officeDocument/2006/relationships/image" Target="../media/image34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audio" Target="../media/audio1.wav"/><Relationship Id="rId7" Type="http://schemas.openxmlformats.org/officeDocument/2006/relationships/image" Target="../media/image36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35.wmf"/><Relationship Id="rId5" Type="http://schemas.openxmlformats.org/officeDocument/2006/relationships/audio" Target="../media/audio2.wav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3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4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.jpeg"/><Relationship Id="rId5" Type="http://schemas.openxmlformats.org/officeDocument/2006/relationships/image" Target="../media/image42.jpeg"/><Relationship Id="rId4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4.jpeg"/><Relationship Id="rId5" Type="http://schemas.openxmlformats.org/officeDocument/2006/relationships/image" Target="../media/image26.jpeg"/><Relationship Id="rId4" Type="http://schemas.openxmlformats.org/officeDocument/2006/relationships/image" Target="../media/image4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eg"/><Relationship Id="rId2" Type="http://schemas.openxmlformats.org/officeDocument/2006/relationships/audio" Target="../media/audio3.wav"/><Relationship Id="rId1" Type="http://schemas.openxmlformats.org/officeDocument/2006/relationships/tags" Target="../tags/tag43.xml"/><Relationship Id="rId6" Type="http://schemas.openxmlformats.org/officeDocument/2006/relationships/image" Target="../media/image36.png"/><Relationship Id="rId5" Type="http://schemas.openxmlformats.org/officeDocument/2006/relationships/image" Target="../media/image47.jpeg"/><Relationship Id="rId4" Type="http://schemas.openxmlformats.org/officeDocument/2006/relationships/audio" Target="../media/audio4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tags" Target="../tags/tag47.xml"/><Relationship Id="rId7" Type="http://schemas.openxmlformats.org/officeDocument/2006/relationships/image" Target="../media/image50.jpe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49.jpe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eg"/><Relationship Id="rId4" Type="http://schemas.openxmlformats.org/officeDocument/2006/relationships/audio" Target="../media/audio5.wav"/><Relationship Id="rId9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1.png"/><Relationship Id="rId2" Type="http://schemas.openxmlformats.org/officeDocument/2006/relationships/tags" Target="../tags/tag4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52.jpeg"/><Relationship Id="rId4" Type="http://schemas.openxmlformats.org/officeDocument/2006/relationships/audio" Target="../media/audio6.wav"/><Relationship Id="rId9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.jpeg"/><Relationship Id="rId5" Type="http://schemas.openxmlformats.org/officeDocument/2006/relationships/image" Target="../media/image55.jpeg"/><Relationship Id="rId4" Type="http://schemas.openxmlformats.org/officeDocument/2006/relationships/image" Target="../media/image54.jpe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tags" Target="../tags/tag52.xml"/><Relationship Id="rId7" Type="http://schemas.openxmlformats.org/officeDocument/2006/relationships/image" Target="../media/image49.jpeg"/><Relationship Id="rId2" Type="http://schemas.openxmlformats.org/officeDocument/2006/relationships/tags" Target="../tags/tag51.xml"/><Relationship Id="rId1" Type="http://schemas.openxmlformats.org/officeDocument/2006/relationships/audio" Target="../media/audio7.wav"/><Relationship Id="rId6" Type="http://schemas.openxmlformats.org/officeDocument/2006/relationships/image" Target="../media/image3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eg"/><Relationship Id="rId4" Type="http://schemas.openxmlformats.org/officeDocument/2006/relationships/tags" Target="../tags/tag53.xml"/><Relationship Id="rId9" Type="http://schemas.openxmlformats.org/officeDocument/2006/relationships/image" Target="../media/image56.jpe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55.xml"/><Relationship Id="rId7" Type="http://schemas.openxmlformats.org/officeDocument/2006/relationships/image" Target="../media/image58.jpeg"/><Relationship Id="rId2" Type="http://schemas.openxmlformats.org/officeDocument/2006/relationships/tags" Target="../tags/tag54.xml"/><Relationship Id="rId1" Type="http://schemas.openxmlformats.org/officeDocument/2006/relationships/audio" Target="../media/audio8.wav"/><Relationship Id="rId6" Type="http://schemas.openxmlformats.org/officeDocument/2006/relationships/image" Target="../media/image57.jpeg"/><Relationship Id="rId5" Type="http://schemas.openxmlformats.org/officeDocument/2006/relationships/image" Target="../media/image36.png"/><Relationship Id="rId4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jpeg"/><Relationship Id="rId3" Type="http://schemas.openxmlformats.org/officeDocument/2006/relationships/tags" Target="../tags/tag58.xml"/><Relationship Id="rId7" Type="http://schemas.openxmlformats.org/officeDocument/2006/relationships/image" Target="../media/image59.jpe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image" Target="../media/image54.jpe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9.xml"/><Relationship Id="rId9" Type="http://schemas.openxmlformats.org/officeDocument/2006/relationships/image" Target="../media/image6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jpeg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image" Target="../media/image63.jpeg"/><Relationship Id="rId5" Type="http://schemas.openxmlformats.org/officeDocument/2006/relationships/image" Target="../media/image62.jpeg"/><Relationship Id="rId4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Relationship Id="rId4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4.jpeg"/><Relationship Id="rId5" Type="http://schemas.openxmlformats.org/officeDocument/2006/relationships/image" Target="../media/image67.jpeg"/><Relationship Id="rId4" Type="http://schemas.openxmlformats.org/officeDocument/2006/relationships/image" Target="../media/image66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tags" Target="../tags/tag68.xml"/><Relationship Id="rId7" Type="http://schemas.openxmlformats.org/officeDocument/2006/relationships/image" Target="../media/image63.jpeg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image" Target="../media/image69.jpeg"/><Relationship Id="rId5" Type="http://schemas.openxmlformats.org/officeDocument/2006/relationships/image" Target="../media/image68.jpeg"/><Relationship Id="rId4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4.jpeg"/><Relationship Id="rId5" Type="http://schemas.openxmlformats.org/officeDocument/2006/relationships/image" Target="../media/image71.jpeg"/><Relationship Id="rId4" Type="http://schemas.openxmlformats.org/officeDocument/2006/relationships/image" Target="../media/image7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4.jpeg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Relationship Id="rId5" Type="http://schemas.openxmlformats.org/officeDocument/2006/relationships/image" Target="../media/image4.jpeg"/><Relationship Id="rId4" Type="http://schemas.openxmlformats.org/officeDocument/2006/relationships/image" Target="../media/image67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Relationship Id="rId4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image" Target="../media/image75.jpeg"/><Relationship Id="rId2" Type="http://schemas.openxmlformats.org/officeDocument/2006/relationships/tags" Target="../tags/tag75.xml"/><Relationship Id="rId1" Type="http://schemas.openxmlformats.org/officeDocument/2006/relationships/audio" Target="../media/audio2.wav"/><Relationship Id="rId6" Type="http://schemas.openxmlformats.org/officeDocument/2006/relationships/image" Target="../media/image74.jpeg"/><Relationship Id="rId5" Type="http://schemas.openxmlformats.org/officeDocument/2006/relationships/image" Target="../media/image36.png"/><Relationship Id="rId4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jpeg"/><Relationship Id="rId3" Type="http://schemas.openxmlformats.org/officeDocument/2006/relationships/tags" Target="../tags/tag79.xml"/><Relationship Id="rId7" Type="http://schemas.openxmlformats.org/officeDocument/2006/relationships/image" Target="../media/image49.jpe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audio" Target="../media/audio4.wav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6.png"/><Relationship Id="rId4" Type="http://schemas.openxmlformats.org/officeDocument/2006/relationships/audio" Target="../media/audio3.wav"/><Relationship Id="rId9" Type="http://schemas.openxmlformats.org/officeDocument/2006/relationships/image" Target="../media/image76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86.xml"/><Relationship Id="rId13" Type="http://schemas.openxmlformats.org/officeDocument/2006/relationships/image" Target="../media/image40.jpeg"/><Relationship Id="rId18" Type="http://schemas.openxmlformats.org/officeDocument/2006/relationships/image" Target="../media/image77.jpeg"/><Relationship Id="rId3" Type="http://schemas.openxmlformats.org/officeDocument/2006/relationships/tags" Target="../tags/tag81.xml"/><Relationship Id="rId21" Type="http://schemas.openxmlformats.org/officeDocument/2006/relationships/image" Target="../media/image74.jpeg"/><Relationship Id="rId7" Type="http://schemas.openxmlformats.org/officeDocument/2006/relationships/tags" Target="../tags/tag85.xml"/><Relationship Id="rId12" Type="http://schemas.openxmlformats.org/officeDocument/2006/relationships/image" Target="../media/image36.png"/><Relationship Id="rId17" Type="http://schemas.openxmlformats.org/officeDocument/2006/relationships/image" Target="../media/image63.jpeg"/><Relationship Id="rId2" Type="http://schemas.openxmlformats.org/officeDocument/2006/relationships/tags" Target="../tags/tag80.xml"/><Relationship Id="rId16" Type="http://schemas.openxmlformats.org/officeDocument/2006/relationships/image" Target="../media/image58.jpeg"/><Relationship Id="rId20" Type="http://schemas.openxmlformats.org/officeDocument/2006/relationships/image" Target="../media/image79.jpeg"/><Relationship Id="rId1" Type="http://schemas.openxmlformats.org/officeDocument/2006/relationships/audio" Target="../media/audio9.wav"/><Relationship Id="rId6" Type="http://schemas.openxmlformats.org/officeDocument/2006/relationships/tags" Target="../tags/tag8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83.xml"/><Relationship Id="rId15" Type="http://schemas.openxmlformats.org/officeDocument/2006/relationships/image" Target="../media/image54.jpeg"/><Relationship Id="rId10" Type="http://schemas.openxmlformats.org/officeDocument/2006/relationships/tags" Target="../tags/tag88.xml"/><Relationship Id="rId19" Type="http://schemas.openxmlformats.org/officeDocument/2006/relationships/image" Target="../media/image78.jpeg"/><Relationship Id="rId4" Type="http://schemas.openxmlformats.org/officeDocument/2006/relationships/tags" Target="../tags/tag82.xml"/><Relationship Id="rId9" Type="http://schemas.openxmlformats.org/officeDocument/2006/relationships/tags" Target="../tags/tag87.xml"/><Relationship Id="rId14" Type="http://schemas.openxmlformats.org/officeDocument/2006/relationships/image" Target="../media/image26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5" Type="http://schemas.openxmlformats.org/officeDocument/2006/relationships/image" Target="../media/image83.jpeg"/><Relationship Id="rId4" Type="http://schemas.openxmlformats.org/officeDocument/2006/relationships/image" Target="../media/image82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eg"/><Relationship Id="rId3" Type="http://schemas.openxmlformats.org/officeDocument/2006/relationships/tags" Target="../tags/tag94.xml"/><Relationship Id="rId7" Type="http://schemas.openxmlformats.org/officeDocument/2006/relationships/image" Target="../media/image36.png"/><Relationship Id="rId2" Type="http://schemas.openxmlformats.org/officeDocument/2006/relationships/tags" Target="../tags/tag93.xml"/><Relationship Id="rId1" Type="http://schemas.openxmlformats.org/officeDocument/2006/relationships/audio" Target="../media/audio3.wav"/><Relationship Id="rId6" Type="http://schemas.openxmlformats.org/officeDocument/2006/relationships/audio" Target="../media/audio4.wav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85.jpeg"/><Relationship Id="rId4" Type="http://schemas.openxmlformats.org/officeDocument/2006/relationships/tags" Target="../tags/tag95.xml"/><Relationship Id="rId9" Type="http://schemas.openxmlformats.org/officeDocument/2006/relationships/image" Target="../media/image77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5" Type="http://schemas.openxmlformats.org/officeDocument/2006/relationships/image" Target="../media/image87.jpeg"/><Relationship Id="rId4" Type="http://schemas.openxmlformats.org/officeDocument/2006/relationships/image" Target="../media/image86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5" Type="http://schemas.openxmlformats.org/officeDocument/2006/relationships/image" Target="../media/image89.jpeg"/><Relationship Id="rId4" Type="http://schemas.openxmlformats.org/officeDocument/2006/relationships/image" Target="../media/image88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3.xml"/><Relationship Id="rId4" Type="http://schemas.openxmlformats.org/officeDocument/2006/relationships/image" Target="../media/image95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image" Target="../media/image98.jpe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97.jpeg"/><Relationship Id="rId5" Type="http://schemas.openxmlformats.org/officeDocument/2006/relationships/image" Target="../media/image96.jpeg"/><Relationship Id="rId4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7" Type="http://schemas.openxmlformats.org/officeDocument/2006/relationships/image" Target="../media/image106.jpeg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image" Target="../media/image105.jpeg"/><Relationship Id="rId5" Type="http://schemas.openxmlformats.org/officeDocument/2006/relationships/image" Target="../media/image104.jpeg"/><Relationship Id="rId4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image" Target="../media/image107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5" Type="http://schemas.openxmlformats.org/officeDocument/2006/relationships/image" Target="../media/image108.jpeg"/><Relationship Id="rId4" Type="http://schemas.openxmlformats.org/officeDocument/2006/relationships/image" Target="../media/image49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Oval 3"/>
          <p:cNvSpPr>
            <a:spLocks noChangeArrowheads="1"/>
          </p:cNvSpPr>
          <p:nvPr/>
        </p:nvSpPr>
        <p:spPr bwMode="auto">
          <a:xfrm>
            <a:off x="2057400" y="762000"/>
            <a:ext cx="5410200" cy="28194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66580" name="Picture 1128744" descr="\\Cathy\etx share\OptZOLL AED Plus Training 5 1 02\EFCACT1\S1Picture 1128744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71800" y="2057400"/>
            <a:ext cx="3632200" cy="10287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66581" name="Picture 9080468" descr="\\Cathy\etx share\OptZOLL AED Plus Training 5 1 02\EFCACT1\S1Picture 9080468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429000" y="1143000"/>
            <a:ext cx="2667000" cy="8509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66582" name="Picture 6375809" descr="\\Cathy\etx share\OptZOLL AED Plus Training 5 1 02\EFCACT1\S1Picture 6375809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3124200"/>
            <a:ext cx="388620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6567" name="WordArt 7"/>
          <p:cNvSpPr>
            <a:spLocks noChangeArrowheads="1" noChangeShapeType="1" noTextEdit="1"/>
          </p:cNvSpPr>
          <p:nvPr/>
        </p:nvSpPr>
        <p:spPr bwMode="auto">
          <a:xfrm>
            <a:off x="3429000" y="5334000"/>
            <a:ext cx="5581650" cy="476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200" i="1" kern="10" dirty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Arial Rounded MT Bold"/>
              </a:rPr>
              <a:t>"</a:t>
            </a:r>
            <a:r>
              <a:rPr lang="sk-SK" sz="3200" i="1" kern="10" dirty="0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Arial Rounded MT Bold"/>
              </a:rPr>
              <a:t>Mozog </a:t>
            </a:r>
            <a:r>
              <a:rPr lang="sk-SK" sz="3200" i="1" kern="10" dirty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Arial Rounded MT Bold"/>
              </a:rPr>
              <a:t>a srdce </a:t>
            </a:r>
            <a:r>
              <a:rPr lang="sk-SK" sz="3200" i="1" kern="10" dirty="0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Arial Rounded MT Bold"/>
              </a:rPr>
              <a:t>nemusia odumrieť"</a:t>
            </a:r>
            <a:endParaRPr lang="sk-SK" sz="3200" i="1" kern="10" dirty="0">
              <a:ln w="9525">
                <a:noFill/>
                <a:round/>
                <a:headEnd/>
                <a:tailEnd/>
              </a:ln>
              <a:solidFill>
                <a:schemeClr val="bg1"/>
              </a:solidFill>
              <a:effectLst>
                <a:outerShdw dist="35921" dir="2700000" algn="ctr" rotWithShape="0">
                  <a:schemeClr val="tx1"/>
                </a:outerShdw>
              </a:effectLst>
              <a:latin typeface="Arial Rounded MT Bold"/>
            </a:endParaRPr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3810000" y="3733800"/>
            <a:ext cx="5105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</a:pPr>
            <a:r>
              <a:rPr lang="en-US" sz="4000" b="1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000" b="1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Za</a:t>
            </a:r>
            <a:r>
              <a:rPr lang="sk-SK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riadenie</a:t>
            </a:r>
            <a:r>
              <a:rPr lang="en-US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000" b="1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/>
            </a:r>
            <a:br>
              <a:rPr lang="en-US" sz="4000" b="1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</a:br>
            <a:r>
              <a:rPr lang="en-US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pr</a:t>
            </a:r>
            <a:r>
              <a:rPr lang="sk-SK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r>
              <a:rPr lang="en-US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záchranu</a:t>
            </a:r>
            <a:r>
              <a:rPr lang="en-US" sz="4000" b="1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000" b="1" u="none" dirty="0" err="1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života</a:t>
            </a:r>
            <a:endParaRPr lang="en-US" sz="4000" b="1" u="none" dirty="0">
              <a:solidFill>
                <a:srgbClr val="CC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52400" y="5029200"/>
            <a:ext cx="88392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Za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riadenie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zuj</a:t>
            </a:r>
            <a:r>
              <a:rPr lang="sk-SK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náhl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srd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cové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úmrt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prost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edn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ctv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 </a:t>
            </a:r>
            <a:r>
              <a:rPr lang="sk-SK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ejn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ístupn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defibrilac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 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(PAD) v USA</a:t>
            </a:r>
          </a:p>
        </p:txBody>
      </p:sp>
      <p:pic>
        <p:nvPicPr>
          <p:cNvPr id="67597" name="Picture 389749" descr="\\Cathy\etx share\OptZOLL AED Plus Training 5 1 02\EFCACT1\S2Picture 38974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7664" y="1556792"/>
            <a:ext cx="2658244" cy="2081757"/>
          </a:xfrm>
          <a:prstGeom prst="rect">
            <a:avLst/>
          </a:prstGeom>
          <a:noFill/>
          <a:ln w="19050">
            <a:solidFill>
              <a:srgbClr val="003366"/>
            </a:solidFill>
            <a:miter lim="800000"/>
            <a:headEnd/>
            <a:tailEnd/>
          </a:ln>
          <a:effectLst/>
        </p:spPr>
      </p:pic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1600200" y="4419600"/>
            <a:ext cx="6096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/>
            <a:r>
              <a:rPr lang="en-US" sz="3200" b="1" u="none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ZOLL</a:t>
            </a:r>
            <a:r>
              <a:rPr lang="en-US" sz="3200" u="none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3200" b="1" u="none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Verdana" pitchFamily="34" charset="0"/>
              </a:rPr>
              <a:t>Medical Corporation</a:t>
            </a:r>
          </a:p>
        </p:txBody>
      </p:sp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0" y="3962400"/>
            <a:ext cx="91440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2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 </a:t>
            </a:r>
            <a:r>
              <a:rPr lang="en-US" sz="22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spolupráci</a:t>
            </a:r>
            <a:r>
              <a:rPr lang="en-US" sz="22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 </a:t>
            </a: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304800" y="685800"/>
            <a:ext cx="84534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3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Prezent</a:t>
            </a:r>
            <a:r>
              <a:rPr lang="sk-SK" sz="3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3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iu</a:t>
            </a:r>
            <a:r>
              <a:rPr lang="en-US" sz="3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zosta</a:t>
            </a:r>
            <a:r>
              <a:rPr lang="en-US" sz="3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vil</a:t>
            </a:r>
            <a:r>
              <a:rPr lang="sk-SK" sz="3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7" name="Obrázek 6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644008" y="1988840"/>
            <a:ext cx="3549532" cy="1294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696913" y="990600"/>
            <a:ext cx="7217039" cy="4832092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Nasledujúca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prezent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objasňuje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</a:p>
          <a:p>
            <a:pPr algn="ctr" eaLnBrk="1" hangingPunct="1"/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údaje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demon</a:t>
            </a:r>
            <a:r>
              <a:rPr lang="sk-SK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š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truje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správn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použív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defibrilátoru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ZOLL AED Plus.</a:t>
            </a:r>
          </a:p>
          <a:p>
            <a:pPr algn="ctr" eaLnBrk="1" hangingPunct="1"/>
            <a:endParaRPr lang="en-US" sz="2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prezent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la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poskytnut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AED IF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š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truktory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BLS / AED  </a:t>
            </a:r>
            <a:b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dopl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kový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materiál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ij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národn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é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programu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algn="ctr" eaLnBrk="1" hangingPunct="1"/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výuky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nácviku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použív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AED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" name="Obrázek 2" descr="logo certifik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1219200" y="914400"/>
            <a:ext cx="63401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priek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pokroku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 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ár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sk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0" y="5716588"/>
            <a:ext cx="9144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….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počet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náhl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úmrtí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stále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zvyšuje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71702" name="Picture 5305303" descr="\\Cathy\etx share\OptZOLL AED Plus Training 5 1 02\EFCACT1\S6Picture 530530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600200"/>
            <a:ext cx="605790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2014538" y="2043113"/>
            <a:ext cx="774700" cy="3195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1200" b="1" u="none"/>
              <a:t>350,000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300,000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250,000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200,000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150,000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100,000</a:t>
            </a:r>
          </a:p>
          <a:p>
            <a:pPr eaLnBrk="1" hangingPunct="1"/>
            <a:endParaRPr lang="en-US" sz="1200" b="1" u="none"/>
          </a:p>
          <a:p>
            <a:pPr eaLnBrk="1" hangingPunct="1"/>
            <a:r>
              <a:rPr lang="en-US" sz="1200" b="1" u="none"/>
              <a:t>50,000</a:t>
            </a:r>
          </a:p>
          <a:p>
            <a:pPr eaLnBrk="1" hangingPunct="1"/>
            <a:endParaRPr lang="en-US" sz="1200" b="1" u="none"/>
          </a:p>
          <a:p>
            <a:pPr eaLnBrk="1" hangingPunct="1"/>
            <a:endParaRPr lang="en-US" sz="1200" b="1" u="none"/>
          </a:p>
          <a:p>
            <a:pPr eaLnBrk="1" hangingPunct="1"/>
            <a:endParaRPr lang="en-US" sz="1200" b="1" u="none"/>
          </a:p>
          <a:p>
            <a:pPr eaLnBrk="1" hangingPunct="1"/>
            <a:endParaRPr lang="en-US" sz="1200" b="1" u="none"/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 rot="16200000">
            <a:off x="81280" y="3204813"/>
            <a:ext cx="3268662" cy="4308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2200" u="none" dirty="0">
                <a:latin typeface="Arial Black" pitchFamily="34" charset="0"/>
              </a:rPr>
              <a:t>    </a:t>
            </a:r>
            <a:r>
              <a:rPr lang="en-US" sz="1800" u="none" dirty="0" err="1" smtClean="0">
                <a:latin typeface="Arial Black" pitchFamily="34" charset="0"/>
              </a:rPr>
              <a:t>Ročn</a:t>
            </a:r>
            <a:r>
              <a:rPr lang="sk-SK" sz="1800" u="none" dirty="0" smtClean="0">
                <a:latin typeface="Arial Black" pitchFamily="34" charset="0"/>
              </a:rPr>
              <a:t>é</a:t>
            </a:r>
            <a:r>
              <a:rPr lang="en-US" sz="1800" u="none" dirty="0" smtClean="0">
                <a:latin typeface="Arial Black" pitchFamily="34" charset="0"/>
              </a:rPr>
              <a:t> </a:t>
            </a:r>
            <a:r>
              <a:rPr lang="en-US" sz="1800" u="none" dirty="0" err="1" smtClean="0">
                <a:latin typeface="Arial Black" pitchFamily="34" charset="0"/>
              </a:rPr>
              <a:t>úmrt</a:t>
            </a:r>
            <a:r>
              <a:rPr lang="sk-SK" sz="1800" u="none" dirty="0" err="1" smtClean="0">
                <a:latin typeface="Arial Black" pitchFamily="34" charset="0"/>
              </a:rPr>
              <a:t>ie</a:t>
            </a:r>
            <a:r>
              <a:rPr lang="en-US" sz="1800" u="none" dirty="0" smtClean="0">
                <a:latin typeface="Arial Black" pitchFamily="34" charset="0"/>
              </a:rPr>
              <a:t> v</a:t>
            </a:r>
            <a:r>
              <a:rPr lang="en-US" sz="2200" u="none" dirty="0" smtClean="0">
                <a:latin typeface="Arial Black" pitchFamily="34" charset="0"/>
              </a:rPr>
              <a:t> </a:t>
            </a:r>
            <a:r>
              <a:rPr lang="en-US" sz="1800" u="none" dirty="0" smtClean="0">
                <a:latin typeface="Arial Black" pitchFamily="34" charset="0"/>
              </a:rPr>
              <a:t>USA</a:t>
            </a:r>
            <a:endParaRPr lang="en-US" sz="1800" u="none" dirty="0">
              <a:latin typeface="Arial Black" pitchFamily="34" charset="0"/>
            </a:endParaRP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2816225" y="4608513"/>
            <a:ext cx="636588" cy="6397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200" b="1" u="none" dirty="0" err="1">
                <a:latin typeface="Arial Narrow" pitchFamily="34" charset="0"/>
              </a:rPr>
              <a:t>Náhlé</a:t>
            </a:r>
            <a:endParaRPr lang="en-US" sz="1200" b="1" u="none" dirty="0">
              <a:latin typeface="Arial Narrow" pitchFamily="34" charset="0"/>
            </a:endParaRPr>
          </a:p>
          <a:p>
            <a:pPr algn="ctr" eaLnBrk="1" hangingPunct="1"/>
            <a:r>
              <a:rPr lang="en-US" sz="1200" b="1" u="none" dirty="0" err="1">
                <a:latin typeface="Arial Narrow" pitchFamily="34" charset="0"/>
              </a:rPr>
              <a:t>srdeční</a:t>
            </a:r>
            <a:endParaRPr lang="en-US" sz="1200" b="1" u="none" dirty="0">
              <a:latin typeface="Arial Narrow" pitchFamily="34" charset="0"/>
            </a:endParaRPr>
          </a:p>
          <a:p>
            <a:pPr algn="ctr" eaLnBrk="1" hangingPunct="1"/>
            <a:r>
              <a:rPr lang="en-US" sz="1200" b="1" u="none" dirty="0" err="1">
                <a:latin typeface="Arial Narrow" pitchFamily="34" charset="0"/>
              </a:rPr>
              <a:t>zástavy</a:t>
            </a:r>
            <a:endParaRPr lang="en-US" sz="1200" b="1" u="none" dirty="0">
              <a:latin typeface="Arial Narrow" pitchFamily="34" charset="0"/>
            </a:endParaRP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4114800" y="4648200"/>
            <a:ext cx="3352800" cy="7302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36000" rIns="36000">
            <a:spAutoFit/>
          </a:bodyPr>
          <a:lstStyle/>
          <a:p>
            <a:pPr eaLnBrk="1" hangingPunct="1"/>
            <a:r>
              <a:rPr lang="en-US" sz="1400" b="1" u="none" dirty="0">
                <a:latin typeface="Arial Narrow" pitchFamily="34" charset="0"/>
              </a:rPr>
              <a:t> </a:t>
            </a:r>
            <a:r>
              <a:rPr lang="en-US" sz="1400" b="1" u="none" dirty="0" err="1">
                <a:latin typeface="Arial Narrow" pitchFamily="34" charset="0"/>
              </a:rPr>
              <a:t>Rakovina</a:t>
            </a:r>
            <a:r>
              <a:rPr lang="en-US" sz="1400" b="1" u="none" dirty="0">
                <a:latin typeface="Arial Narrow" pitchFamily="34" charset="0"/>
              </a:rPr>
              <a:t> </a:t>
            </a:r>
            <a:r>
              <a:rPr lang="en-US" sz="1400" b="1" u="none" dirty="0" err="1">
                <a:latin typeface="Arial Narrow" pitchFamily="34" charset="0"/>
              </a:rPr>
              <a:t>Rakovina</a:t>
            </a:r>
            <a:r>
              <a:rPr lang="en-US" sz="1400" b="1" u="none" dirty="0">
                <a:latin typeface="Arial Narrow" pitchFamily="34" charset="0"/>
              </a:rPr>
              <a:t> </a:t>
            </a:r>
            <a:r>
              <a:rPr lang="en-US" sz="1400" b="1" u="none" dirty="0" err="1">
                <a:latin typeface="Arial Narrow" pitchFamily="34" charset="0"/>
              </a:rPr>
              <a:t>Dopravní</a:t>
            </a:r>
            <a:r>
              <a:rPr lang="en-US" sz="1400" b="1" u="none" dirty="0">
                <a:latin typeface="Arial Narrow" pitchFamily="34" charset="0"/>
              </a:rPr>
              <a:t>   AIDS/    </a:t>
            </a:r>
            <a:r>
              <a:rPr lang="en-US" sz="1400" b="1" u="none" dirty="0" err="1">
                <a:latin typeface="Arial Narrow" pitchFamily="34" charset="0"/>
              </a:rPr>
              <a:t>Zločiny</a:t>
            </a:r>
            <a:endParaRPr lang="en-US" sz="1400" b="1" u="none" dirty="0">
              <a:latin typeface="Arial Narrow" pitchFamily="34" charset="0"/>
            </a:endParaRPr>
          </a:p>
          <a:p>
            <a:pPr eaLnBrk="1" hangingPunct="1"/>
            <a:r>
              <a:rPr lang="en-US" sz="1400" b="1" u="none" dirty="0">
                <a:latin typeface="Arial Narrow" pitchFamily="34" charset="0"/>
              </a:rPr>
              <a:t>       </a:t>
            </a:r>
            <a:r>
              <a:rPr lang="en-US" sz="1400" b="1" u="none" dirty="0" err="1">
                <a:latin typeface="Arial Narrow" pitchFamily="34" charset="0"/>
              </a:rPr>
              <a:t>plic</a:t>
            </a:r>
            <a:r>
              <a:rPr lang="en-US" sz="1400" b="1" u="none" dirty="0">
                <a:latin typeface="Arial Narrow" pitchFamily="34" charset="0"/>
              </a:rPr>
              <a:t>         </a:t>
            </a:r>
            <a:r>
              <a:rPr lang="en-US" sz="1400" b="1" u="none" dirty="0" err="1">
                <a:latin typeface="Arial Narrow" pitchFamily="34" charset="0"/>
              </a:rPr>
              <a:t>prsu</a:t>
            </a:r>
            <a:r>
              <a:rPr lang="en-US" sz="1400" b="1" u="none" dirty="0">
                <a:latin typeface="Arial Narrow" pitchFamily="34" charset="0"/>
              </a:rPr>
              <a:t>       </a:t>
            </a:r>
            <a:r>
              <a:rPr lang="en-US" sz="1400" b="1" u="none" dirty="0" err="1">
                <a:latin typeface="Arial Narrow" pitchFamily="34" charset="0"/>
              </a:rPr>
              <a:t>nehody</a:t>
            </a:r>
            <a:r>
              <a:rPr lang="en-US" sz="1400" b="1" u="none" dirty="0">
                <a:latin typeface="Arial Narrow" pitchFamily="34" charset="0"/>
              </a:rPr>
              <a:t>      HIV</a:t>
            </a:r>
          </a:p>
          <a:p>
            <a:pPr eaLnBrk="1" hangingPunct="1"/>
            <a:endParaRPr lang="en-US" sz="1400" b="1" u="none" dirty="0">
              <a:latin typeface="Arial Narrow" pitchFamily="34" charset="0"/>
            </a:endParaRP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1862138" y="5341938"/>
            <a:ext cx="2778125" cy="206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3233738" y="1585913"/>
            <a:ext cx="2105256" cy="40011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000" b="1" u="none" dirty="0" smtClean="0"/>
              <a:t>P</a:t>
            </a:r>
            <a:r>
              <a:rPr lang="sk-SK" sz="2000" b="1" u="none" dirty="0" smtClean="0"/>
              <a:t>R</a:t>
            </a:r>
            <a:r>
              <a:rPr lang="en-US" sz="2000" b="1" u="none" dirty="0" smtClean="0"/>
              <a:t>ÍČINY ÚMRT</a:t>
            </a:r>
            <a:r>
              <a:rPr lang="sk-SK" sz="2000" b="1" u="none" dirty="0" smtClean="0"/>
              <a:t>Í</a:t>
            </a:r>
            <a:endParaRPr lang="en-US" sz="2000" b="1" u="none" dirty="0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3505200" y="4648200"/>
            <a:ext cx="576263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18000" rIns="18000">
            <a:spAutoFit/>
          </a:bodyPr>
          <a:lstStyle/>
          <a:p>
            <a:pPr eaLnBrk="1" hangingPunct="1"/>
            <a:r>
              <a:rPr lang="en-US" sz="1400" b="1" u="none">
                <a:latin typeface="Arial Narrow" pitchFamily="34" charset="0"/>
              </a:rPr>
              <a:t>Mrtvice</a:t>
            </a:r>
          </a:p>
        </p:txBody>
      </p:sp>
      <p:sp>
        <p:nvSpPr>
          <p:cNvPr id="71693" name="Text Box 13"/>
          <p:cNvSpPr txBox="1">
            <a:spLocks noChangeArrowheads="1"/>
          </p:cNvSpPr>
          <p:nvPr/>
        </p:nvSpPr>
        <p:spPr bwMode="auto">
          <a:xfrm>
            <a:off x="3462338" y="5167313"/>
            <a:ext cx="3785973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800" u="none" dirty="0" err="1" smtClean="0">
                <a:latin typeface="Arial Black" pitchFamily="34" charset="0"/>
              </a:rPr>
              <a:t>Onem</a:t>
            </a:r>
            <a:r>
              <a:rPr lang="sk-SK" sz="1800" u="none" dirty="0" err="1" smtClean="0">
                <a:latin typeface="Arial Black" pitchFamily="34" charset="0"/>
              </a:rPr>
              <a:t>ocnenie</a:t>
            </a:r>
            <a:r>
              <a:rPr lang="en-US" sz="1800" u="none" dirty="0" smtClean="0">
                <a:latin typeface="Arial Black" pitchFamily="34" charset="0"/>
              </a:rPr>
              <a:t> </a:t>
            </a:r>
            <a:r>
              <a:rPr lang="sk-SK" sz="1800" u="none" dirty="0" smtClean="0">
                <a:latin typeface="Arial Black" pitchFamily="34" charset="0"/>
              </a:rPr>
              <a:t>ale</a:t>
            </a:r>
            <a:r>
              <a:rPr lang="en-US" sz="1800" u="none" dirty="0" err="1" smtClean="0">
                <a:latin typeface="Arial Black" pitchFamily="34" charset="0"/>
              </a:rPr>
              <a:t>bo</a:t>
            </a:r>
            <a:r>
              <a:rPr lang="en-US" sz="1800" u="none" dirty="0" smtClean="0">
                <a:latin typeface="Arial Black" pitchFamily="34" charset="0"/>
              </a:rPr>
              <a:t> </a:t>
            </a:r>
            <a:r>
              <a:rPr lang="en-US" sz="1800" u="none" dirty="0">
                <a:latin typeface="Arial Black" pitchFamily="34" charset="0"/>
              </a:rPr>
              <a:t>incident</a:t>
            </a:r>
          </a:p>
        </p:txBody>
      </p:sp>
      <p:sp>
        <p:nvSpPr>
          <p:cNvPr id="71695" name="Line 15"/>
          <p:cNvSpPr>
            <a:spLocks noChangeShapeType="1"/>
          </p:cNvSpPr>
          <p:nvPr/>
        </p:nvSpPr>
        <p:spPr bwMode="auto">
          <a:xfrm>
            <a:off x="2133600" y="2071688"/>
            <a:ext cx="609600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pic>
        <p:nvPicPr>
          <p:cNvPr id="14" name="Obrázek 13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3802063" y="1755775"/>
            <a:ext cx="4238468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Varov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íznaky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sz="18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</a:t>
            </a:r>
            <a:r>
              <a:rPr lang="en-US" sz="1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ich</a:t>
            </a:r>
            <a:r>
              <a:rPr lang="en-US" sz="1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má</a:t>
            </a:r>
            <a:r>
              <a:rPr lang="en-US" sz="1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možn</a:t>
            </a:r>
            <a:r>
              <a:rPr lang="sk-SK" sz="1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1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</a:t>
            </a:r>
            <a:r>
              <a:rPr lang="sk-SK" sz="1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1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c…)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5891" name="Text Box 3"/>
          <p:cNvSpPr txBox="1">
            <a:spLocks noChangeArrowheads="1"/>
          </p:cNvSpPr>
          <p:nvPr/>
        </p:nvSpPr>
        <p:spPr bwMode="auto">
          <a:xfrm>
            <a:off x="3563938" y="2795588"/>
            <a:ext cx="5774145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sz="2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Boles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 </a:t>
            </a:r>
            <a:r>
              <a:rPr lang="en-US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hrudníku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/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pokoj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žarovanie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ramen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krku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čel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uste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Výrazné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tenie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Obt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iažné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Z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sk-SK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ä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tený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podrážd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ný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Pop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anie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íznak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</p:txBody>
      </p:sp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468313" y="5638800"/>
            <a:ext cx="83708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2363" dir="842175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buClr>
                <a:srgbClr val="FF0000"/>
              </a:buClr>
              <a:buSzPct val="130000"/>
            </a:pPr>
            <a:r>
              <a:rPr lang="en-US" sz="2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Kontrolujte</a:t>
            </a:r>
            <a:r>
              <a:rPr lang="en-US" sz="2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tep</a:t>
            </a:r>
            <a:r>
              <a:rPr lang="en-US" sz="2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a </a:t>
            </a:r>
            <a:r>
              <a:rPr lang="en-US" sz="28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dých</a:t>
            </a:r>
            <a:r>
              <a:rPr lang="sk-SK" sz="28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r>
              <a:rPr lang="en-US" sz="28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n</a:t>
            </a:r>
            <a:r>
              <a:rPr lang="sk-SK" sz="28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ie</a:t>
            </a:r>
            <a:endParaRPr lang="en-US" sz="28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65893" name="Text Box 5"/>
          <p:cNvSpPr txBox="1">
            <a:spLocks noChangeArrowheads="1"/>
          </p:cNvSpPr>
          <p:nvPr/>
        </p:nvSpPr>
        <p:spPr bwMode="auto">
          <a:xfrm>
            <a:off x="0" y="8382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u="none" dirty="0" err="1" smtClean="0">
                <a:solidFill>
                  <a:srgbClr val="FF0000"/>
                </a:solidFill>
                <a:latin typeface="Arial Black" pitchFamily="34" charset="0"/>
              </a:rPr>
              <a:t>Sr</a:t>
            </a:r>
            <a:r>
              <a:rPr lang="sk-SK" sz="4800" b="1" u="none" dirty="0" err="1" smtClean="0">
                <a:solidFill>
                  <a:srgbClr val="FF0000"/>
                </a:solidFill>
                <a:latin typeface="Arial Black" pitchFamily="34" charset="0"/>
              </a:rPr>
              <a:t>dcový</a:t>
            </a:r>
            <a:r>
              <a:rPr lang="en-US" sz="4800" b="1" u="none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4800" b="1" u="none" dirty="0" err="1">
                <a:solidFill>
                  <a:srgbClr val="FF0000"/>
                </a:solidFill>
                <a:latin typeface="Arial Black" pitchFamily="34" charset="0"/>
              </a:rPr>
              <a:t>infarkt</a:t>
            </a:r>
            <a:endParaRPr lang="en-US" sz="4800" b="1" u="none" dirty="0">
              <a:solidFill>
                <a:srgbClr val="FF0000"/>
              </a:solidFill>
              <a:latin typeface="Arial Black" pitchFamily="34" charset="0"/>
            </a:endParaRPr>
          </a:p>
        </p:txBody>
      </p:sp>
      <p:pic>
        <p:nvPicPr>
          <p:cNvPr id="165897" name="Picture 5326715" descr="\\Cathy\etx share\OptZOLL AED Plus Training 5 1 02\EFCACT1\S9Picture 532671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" y="1752600"/>
            <a:ext cx="2844800" cy="37973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7" name="Obrázek 6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5181600" y="1749425"/>
            <a:ext cx="3733800" cy="390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11906097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/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Ventrikulárn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komorová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fibril</a:t>
            </a:r>
            <a:r>
              <a:rPr lang="sk-SK" sz="40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ácia</a:t>
            </a:r>
            <a:endParaRPr lang="en-US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endParaRPr lang="en-US" sz="1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Rytmus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je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chaotický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chv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ale</a:t>
            </a:r>
          </a:p>
          <a:p>
            <a:pPr algn="ctr" eaLnBrk="1" hangingPunct="1"/>
            <a:r>
              <a:rPr lang="en-US" sz="2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BEZ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Tepu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BEZ 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7940675" y="5367338"/>
            <a:ext cx="184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endParaRPr lang="cs-CZ" sz="3000" b="1" u="non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pic>
        <p:nvPicPr>
          <p:cNvPr id="74817" name="Picture 8855023" descr="\\Cathy\etx share\OptZOLL AED Plus Training 5 1 02\EFCACT1\S10Picture 885502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31900" y="1371600"/>
            <a:ext cx="3759200" cy="433070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</p:pic>
      <p:pic>
        <p:nvPicPr>
          <p:cNvPr id="74759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19225" y="2422525"/>
            <a:ext cx="744538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FFFF99"/>
            </a:outerShdw>
          </a:effectLst>
        </p:spPr>
      </p:pic>
      <p:sp>
        <p:nvSpPr>
          <p:cNvPr id="74760" name="Freeform 8"/>
          <p:cNvSpPr>
            <a:spLocks/>
          </p:cNvSpPr>
          <p:nvPr/>
        </p:nvSpPr>
        <p:spPr bwMode="auto">
          <a:xfrm rot="-533010">
            <a:off x="685800" y="2728913"/>
            <a:ext cx="596900" cy="609600"/>
          </a:xfrm>
          <a:custGeom>
            <a:avLst/>
            <a:gdLst/>
            <a:ahLst/>
            <a:cxnLst>
              <a:cxn ang="0">
                <a:pos x="730" y="95"/>
              </a:cxn>
              <a:cxn ang="0">
                <a:pos x="634" y="129"/>
              </a:cxn>
              <a:cxn ang="0">
                <a:pos x="578" y="170"/>
              </a:cxn>
              <a:cxn ang="0">
                <a:pos x="536" y="223"/>
              </a:cxn>
              <a:cxn ang="0">
                <a:pos x="512" y="258"/>
              </a:cxn>
              <a:cxn ang="0">
                <a:pos x="477" y="300"/>
              </a:cxn>
              <a:cxn ang="0">
                <a:pos x="432" y="352"/>
              </a:cxn>
              <a:cxn ang="0">
                <a:pos x="391" y="398"/>
              </a:cxn>
              <a:cxn ang="0">
                <a:pos x="357" y="440"/>
              </a:cxn>
              <a:cxn ang="0">
                <a:pos x="326" y="478"/>
              </a:cxn>
              <a:cxn ang="0">
                <a:pos x="298" y="512"/>
              </a:cxn>
              <a:cxn ang="0">
                <a:pos x="274" y="544"/>
              </a:cxn>
              <a:cxn ang="0">
                <a:pos x="233" y="609"/>
              </a:cxn>
              <a:cxn ang="0">
                <a:pos x="197" y="679"/>
              </a:cxn>
              <a:cxn ang="0">
                <a:pos x="165" y="764"/>
              </a:cxn>
              <a:cxn ang="0">
                <a:pos x="127" y="872"/>
              </a:cxn>
              <a:cxn ang="0">
                <a:pos x="106" y="937"/>
              </a:cxn>
              <a:cxn ang="0">
                <a:pos x="81" y="1010"/>
              </a:cxn>
              <a:cxn ang="0">
                <a:pos x="60" y="1038"/>
              </a:cxn>
              <a:cxn ang="0">
                <a:pos x="31" y="1041"/>
              </a:cxn>
              <a:cxn ang="0">
                <a:pos x="7" y="1025"/>
              </a:cxn>
              <a:cxn ang="0">
                <a:pos x="0" y="991"/>
              </a:cxn>
              <a:cxn ang="0">
                <a:pos x="23" y="828"/>
              </a:cxn>
              <a:cxn ang="0">
                <a:pos x="47" y="665"/>
              </a:cxn>
              <a:cxn ang="0">
                <a:pos x="65" y="605"/>
              </a:cxn>
              <a:cxn ang="0">
                <a:pos x="94" y="543"/>
              </a:cxn>
              <a:cxn ang="0">
                <a:pos x="114" y="512"/>
              </a:cxn>
              <a:cxn ang="0">
                <a:pos x="135" y="481"/>
              </a:cxn>
              <a:cxn ang="0">
                <a:pos x="158" y="450"/>
              </a:cxn>
              <a:cxn ang="0">
                <a:pos x="182" y="421"/>
              </a:cxn>
              <a:cxn ang="0">
                <a:pos x="207" y="390"/>
              </a:cxn>
              <a:cxn ang="0">
                <a:pos x="231" y="362"/>
              </a:cxn>
              <a:cxn ang="0">
                <a:pos x="282" y="307"/>
              </a:cxn>
              <a:cxn ang="0">
                <a:pos x="331" y="254"/>
              </a:cxn>
              <a:cxn ang="0">
                <a:pos x="373" y="209"/>
              </a:cxn>
              <a:cxn ang="0">
                <a:pos x="409" y="168"/>
              </a:cxn>
              <a:cxn ang="0">
                <a:pos x="445" y="131"/>
              </a:cxn>
              <a:cxn ang="0">
                <a:pos x="482" y="95"/>
              </a:cxn>
              <a:cxn ang="0">
                <a:pos x="521" y="62"/>
              </a:cxn>
              <a:cxn ang="0">
                <a:pos x="564" y="36"/>
              </a:cxn>
              <a:cxn ang="0">
                <a:pos x="611" y="17"/>
              </a:cxn>
              <a:cxn ang="0">
                <a:pos x="663" y="4"/>
              </a:cxn>
              <a:cxn ang="0">
                <a:pos x="720" y="0"/>
              </a:cxn>
              <a:cxn ang="0">
                <a:pos x="758" y="12"/>
              </a:cxn>
              <a:cxn ang="0">
                <a:pos x="772" y="41"/>
              </a:cxn>
              <a:cxn ang="0">
                <a:pos x="764" y="72"/>
              </a:cxn>
              <a:cxn ang="0">
                <a:pos x="749" y="85"/>
              </a:cxn>
              <a:cxn ang="0">
                <a:pos x="730" y="95"/>
              </a:cxn>
              <a:cxn ang="0">
                <a:pos x="730" y="95"/>
              </a:cxn>
            </a:cxnLst>
            <a:rect l="0" t="0" r="r" b="b"/>
            <a:pathLst>
              <a:path w="772" h="1041">
                <a:moveTo>
                  <a:pt x="730" y="95"/>
                </a:moveTo>
                <a:lnTo>
                  <a:pt x="634" y="129"/>
                </a:lnTo>
                <a:lnTo>
                  <a:pt x="578" y="170"/>
                </a:lnTo>
                <a:lnTo>
                  <a:pt x="536" y="223"/>
                </a:lnTo>
                <a:lnTo>
                  <a:pt x="512" y="258"/>
                </a:lnTo>
                <a:lnTo>
                  <a:pt x="477" y="300"/>
                </a:lnTo>
                <a:lnTo>
                  <a:pt x="432" y="352"/>
                </a:lnTo>
                <a:lnTo>
                  <a:pt x="391" y="398"/>
                </a:lnTo>
                <a:lnTo>
                  <a:pt x="357" y="440"/>
                </a:lnTo>
                <a:lnTo>
                  <a:pt x="326" y="478"/>
                </a:lnTo>
                <a:lnTo>
                  <a:pt x="298" y="512"/>
                </a:lnTo>
                <a:lnTo>
                  <a:pt x="274" y="544"/>
                </a:lnTo>
                <a:lnTo>
                  <a:pt x="233" y="609"/>
                </a:lnTo>
                <a:lnTo>
                  <a:pt x="197" y="679"/>
                </a:lnTo>
                <a:lnTo>
                  <a:pt x="165" y="764"/>
                </a:lnTo>
                <a:lnTo>
                  <a:pt x="127" y="872"/>
                </a:lnTo>
                <a:lnTo>
                  <a:pt x="106" y="937"/>
                </a:lnTo>
                <a:lnTo>
                  <a:pt x="81" y="1010"/>
                </a:lnTo>
                <a:lnTo>
                  <a:pt x="60" y="1038"/>
                </a:lnTo>
                <a:lnTo>
                  <a:pt x="31" y="1041"/>
                </a:lnTo>
                <a:lnTo>
                  <a:pt x="7" y="1025"/>
                </a:lnTo>
                <a:lnTo>
                  <a:pt x="0" y="991"/>
                </a:lnTo>
                <a:lnTo>
                  <a:pt x="23" y="828"/>
                </a:lnTo>
                <a:lnTo>
                  <a:pt x="47" y="665"/>
                </a:lnTo>
                <a:lnTo>
                  <a:pt x="65" y="605"/>
                </a:lnTo>
                <a:lnTo>
                  <a:pt x="94" y="543"/>
                </a:lnTo>
                <a:lnTo>
                  <a:pt x="114" y="512"/>
                </a:lnTo>
                <a:lnTo>
                  <a:pt x="135" y="481"/>
                </a:lnTo>
                <a:lnTo>
                  <a:pt x="158" y="450"/>
                </a:lnTo>
                <a:lnTo>
                  <a:pt x="182" y="421"/>
                </a:lnTo>
                <a:lnTo>
                  <a:pt x="207" y="390"/>
                </a:lnTo>
                <a:lnTo>
                  <a:pt x="231" y="362"/>
                </a:lnTo>
                <a:lnTo>
                  <a:pt x="282" y="307"/>
                </a:lnTo>
                <a:lnTo>
                  <a:pt x="331" y="254"/>
                </a:lnTo>
                <a:lnTo>
                  <a:pt x="373" y="209"/>
                </a:lnTo>
                <a:lnTo>
                  <a:pt x="409" y="168"/>
                </a:lnTo>
                <a:lnTo>
                  <a:pt x="445" y="131"/>
                </a:lnTo>
                <a:lnTo>
                  <a:pt x="482" y="95"/>
                </a:lnTo>
                <a:lnTo>
                  <a:pt x="521" y="62"/>
                </a:lnTo>
                <a:lnTo>
                  <a:pt x="564" y="36"/>
                </a:lnTo>
                <a:lnTo>
                  <a:pt x="611" y="17"/>
                </a:lnTo>
                <a:lnTo>
                  <a:pt x="663" y="4"/>
                </a:lnTo>
                <a:lnTo>
                  <a:pt x="720" y="0"/>
                </a:lnTo>
                <a:lnTo>
                  <a:pt x="758" y="12"/>
                </a:lnTo>
                <a:lnTo>
                  <a:pt x="772" y="41"/>
                </a:lnTo>
                <a:lnTo>
                  <a:pt x="764" y="72"/>
                </a:lnTo>
                <a:lnTo>
                  <a:pt x="749" y="85"/>
                </a:lnTo>
                <a:lnTo>
                  <a:pt x="730" y="95"/>
                </a:lnTo>
                <a:lnTo>
                  <a:pt x="730" y="95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1" name="Freeform 9"/>
          <p:cNvSpPr>
            <a:spLocks/>
          </p:cNvSpPr>
          <p:nvPr/>
        </p:nvSpPr>
        <p:spPr bwMode="auto">
          <a:xfrm rot="-487611">
            <a:off x="879475" y="2838450"/>
            <a:ext cx="468313" cy="434975"/>
          </a:xfrm>
          <a:custGeom>
            <a:avLst/>
            <a:gdLst/>
            <a:ahLst/>
            <a:cxnLst>
              <a:cxn ang="0">
                <a:pos x="561" y="85"/>
              </a:cxn>
              <a:cxn ang="0">
                <a:pos x="486" y="119"/>
              </a:cxn>
              <a:cxn ang="0">
                <a:pos x="421" y="173"/>
              </a:cxn>
              <a:cxn ang="0">
                <a:pos x="364" y="243"/>
              </a:cxn>
              <a:cxn ang="0">
                <a:pos x="315" y="321"/>
              </a:cxn>
              <a:cxn ang="0">
                <a:pos x="272" y="408"/>
              </a:cxn>
              <a:cxn ang="0">
                <a:pos x="238" y="494"/>
              </a:cxn>
              <a:cxn ang="0">
                <a:pos x="209" y="580"/>
              </a:cxn>
              <a:cxn ang="0">
                <a:pos x="186" y="658"/>
              </a:cxn>
              <a:cxn ang="0">
                <a:pos x="157" y="754"/>
              </a:cxn>
              <a:cxn ang="0">
                <a:pos x="121" y="849"/>
              </a:cxn>
              <a:cxn ang="0">
                <a:pos x="83" y="943"/>
              </a:cxn>
              <a:cxn ang="0">
                <a:pos x="52" y="1039"/>
              </a:cxn>
              <a:cxn ang="0">
                <a:pos x="41" y="1059"/>
              </a:cxn>
              <a:cxn ang="0">
                <a:pos x="23" y="1062"/>
              </a:cxn>
              <a:cxn ang="0">
                <a:pos x="0" y="1035"/>
              </a:cxn>
              <a:cxn ang="0">
                <a:pos x="10" y="836"/>
              </a:cxn>
              <a:cxn ang="0">
                <a:pos x="28" y="740"/>
              </a:cxn>
              <a:cxn ang="0">
                <a:pos x="51" y="647"/>
              </a:cxn>
              <a:cxn ang="0">
                <a:pos x="79" y="554"/>
              </a:cxn>
              <a:cxn ang="0">
                <a:pos x="113" y="461"/>
              </a:cxn>
              <a:cxn ang="0">
                <a:pos x="150" y="372"/>
              </a:cxn>
              <a:cxn ang="0">
                <a:pos x="170" y="326"/>
              </a:cxn>
              <a:cxn ang="0">
                <a:pos x="191" y="282"/>
              </a:cxn>
              <a:cxn ang="0">
                <a:pos x="219" y="227"/>
              </a:cxn>
              <a:cxn ang="0">
                <a:pos x="251" y="178"/>
              </a:cxn>
              <a:cxn ang="0">
                <a:pos x="287" y="132"/>
              </a:cxn>
              <a:cxn ang="0">
                <a:pos x="328" y="92"/>
              </a:cxn>
              <a:cxn ang="0">
                <a:pos x="351" y="74"/>
              </a:cxn>
              <a:cxn ang="0">
                <a:pos x="375" y="57"/>
              </a:cxn>
              <a:cxn ang="0">
                <a:pos x="426" y="30"/>
              </a:cxn>
              <a:cxn ang="0">
                <a:pos x="483" y="12"/>
              </a:cxn>
              <a:cxn ang="0">
                <a:pos x="544" y="0"/>
              </a:cxn>
              <a:cxn ang="0">
                <a:pos x="579" y="9"/>
              </a:cxn>
              <a:cxn ang="0">
                <a:pos x="595" y="35"/>
              </a:cxn>
              <a:cxn ang="0">
                <a:pos x="590" y="62"/>
              </a:cxn>
              <a:cxn ang="0">
                <a:pos x="579" y="75"/>
              </a:cxn>
              <a:cxn ang="0">
                <a:pos x="561" y="85"/>
              </a:cxn>
              <a:cxn ang="0">
                <a:pos x="561" y="85"/>
              </a:cxn>
            </a:cxnLst>
            <a:rect l="0" t="0" r="r" b="b"/>
            <a:pathLst>
              <a:path w="595" h="1062">
                <a:moveTo>
                  <a:pt x="561" y="85"/>
                </a:moveTo>
                <a:lnTo>
                  <a:pt x="486" y="119"/>
                </a:lnTo>
                <a:lnTo>
                  <a:pt x="421" y="173"/>
                </a:lnTo>
                <a:lnTo>
                  <a:pt x="364" y="243"/>
                </a:lnTo>
                <a:lnTo>
                  <a:pt x="315" y="321"/>
                </a:lnTo>
                <a:lnTo>
                  <a:pt x="272" y="408"/>
                </a:lnTo>
                <a:lnTo>
                  <a:pt x="238" y="494"/>
                </a:lnTo>
                <a:lnTo>
                  <a:pt x="209" y="580"/>
                </a:lnTo>
                <a:lnTo>
                  <a:pt x="186" y="658"/>
                </a:lnTo>
                <a:lnTo>
                  <a:pt x="157" y="754"/>
                </a:lnTo>
                <a:lnTo>
                  <a:pt x="121" y="849"/>
                </a:lnTo>
                <a:lnTo>
                  <a:pt x="83" y="943"/>
                </a:lnTo>
                <a:lnTo>
                  <a:pt x="52" y="1039"/>
                </a:lnTo>
                <a:lnTo>
                  <a:pt x="41" y="1059"/>
                </a:lnTo>
                <a:lnTo>
                  <a:pt x="23" y="1062"/>
                </a:lnTo>
                <a:lnTo>
                  <a:pt x="0" y="1035"/>
                </a:lnTo>
                <a:lnTo>
                  <a:pt x="10" y="836"/>
                </a:lnTo>
                <a:lnTo>
                  <a:pt x="28" y="740"/>
                </a:lnTo>
                <a:lnTo>
                  <a:pt x="51" y="647"/>
                </a:lnTo>
                <a:lnTo>
                  <a:pt x="79" y="554"/>
                </a:lnTo>
                <a:lnTo>
                  <a:pt x="113" y="461"/>
                </a:lnTo>
                <a:lnTo>
                  <a:pt x="150" y="372"/>
                </a:lnTo>
                <a:lnTo>
                  <a:pt x="170" y="326"/>
                </a:lnTo>
                <a:lnTo>
                  <a:pt x="191" y="282"/>
                </a:lnTo>
                <a:lnTo>
                  <a:pt x="219" y="227"/>
                </a:lnTo>
                <a:lnTo>
                  <a:pt x="251" y="178"/>
                </a:lnTo>
                <a:lnTo>
                  <a:pt x="287" y="132"/>
                </a:lnTo>
                <a:lnTo>
                  <a:pt x="328" y="92"/>
                </a:lnTo>
                <a:lnTo>
                  <a:pt x="351" y="74"/>
                </a:lnTo>
                <a:lnTo>
                  <a:pt x="375" y="57"/>
                </a:lnTo>
                <a:lnTo>
                  <a:pt x="426" y="30"/>
                </a:lnTo>
                <a:lnTo>
                  <a:pt x="483" y="12"/>
                </a:lnTo>
                <a:lnTo>
                  <a:pt x="544" y="0"/>
                </a:lnTo>
                <a:lnTo>
                  <a:pt x="579" y="9"/>
                </a:lnTo>
                <a:lnTo>
                  <a:pt x="595" y="35"/>
                </a:lnTo>
                <a:lnTo>
                  <a:pt x="590" y="62"/>
                </a:lnTo>
                <a:lnTo>
                  <a:pt x="579" y="75"/>
                </a:lnTo>
                <a:lnTo>
                  <a:pt x="561" y="85"/>
                </a:lnTo>
                <a:lnTo>
                  <a:pt x="561" y="85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2" name="Freeform 10"/>
          <p:cNvSpPr>
            <a:spLocks/>
          </p:cNvSpPr>
          <p:nvPr/>
        </p:nvSpPr>
        <p:spPr bwMode="auto">
          <a:xfrm rot="-857142">
            <a:off x="4000500" y="2300288"/>
            <a:ext cx="427038" cy="527050"/>
          </a:xfrm>
          <a:custGeom>
            <a:avLst/>
            <a:gdLst/>
            <a:ahLst/>
            <a:cxnLst>
              <a:cxn ang="0">
                <a:pos x="72" y="4"/>
              </a:cxn>
              <a:cxn ang="0">
                <a:pos x="118" y="30"/>
              </a:cxn>
              <a:cxn ang="0">
                <a:pos x="175" y="64"/>
              </a:cxn>
              <a:cxn ang="0">
                <a:pos x="202" y="83"/>
              </a:cxn>
              <a:cxn ang="0">
                <a:pos x="228" y="103"/>
              </a:cxn>
              <a:cxn ang="0">
                <a:pos x="264" y="137"/>
              </a:cxn>
              <a:cxn ang="0">
                <a:pos x="290" y="170"/>
              </a:cxn>
              <a:cxn ang="0">
                <a:pos x="328" y="220"/>
              </a:cxn>
              <a:cxn ang="0">
                <a:pos x="351" y="251"/>
              </a:cxn>
              <a:cxn ang="0">
                <a:pos x="375" y="282"/>
              </a:cxn>
              <a:cxn ang="0">
                <a:pos x="400" y="316"/>
              </a:cxn>
              <a:cxn ang="0">
                <a:pos x="424" y="350"/>
              </a:cxn>
              <a:cxn ang="0">
                <a:pos x="447" y="383"/>
              </a:cxn>
              <a:cxn ang="0">
                <a:pos x="470" y="417"/>
              </a:cxn>
              <a:cxn ang="0">
                <a:pos x="491" y="448"/>
              </a:cxn>
              <a:cxn ang="0">
                <a:pos x="510" y="477"/>
              </a:cxn>
              <a:cxn ang="0">
                <a:pos x="549" y="559"/>
              </a:cxn>
              <a:cxn ang="0">
                <a:pos x="556" y="754"/>
              </a:cxn>
              <a:cxn ang="0">
                <a:pos x="540" y="839"/>
              </a:cxn>
              <a:cxn ang="0">
                <a:pos x="525" y="886"/>
              </a:cxn>
              <a:cxn ang="0">
                <a:pos x="504" y="942"/>
              </a:cxn>
              <a:cxn ang="0">
                <a:pos x="488" y="963"/>
              </a:cxn>
              <a:cxn ang="0">
                <a:pos x="466" y="968"/>
              </a:cxn>
              <a:cxn ang="0">
                <a:pos x="439" y="932"/>
              </a:cxn>
              <a:cxn ang="0">
                <a:pos x="414" y="587"/>
              </a:cxn>
              <a:cxn ang="0">
                <a:pos x="404" y="562"/>
              </a:cxn>
              <a:cxn ang="0">
                <a:pos x="380" y="521"/>
              </a:cxn>
              <a:cxn ang="0">
                <a:pos x="343" y="468"/>
              </a:cxn>
              <a:cxn ang="0">
                <a:pos x="323" y="438"/>
              </a:cxn>
              <a:cxn ang="0">
                <a:pos x="302" y="407"/>
              </a:cxn>
              <a:cxn ang="0">
                <a:pos x="279" y="377"/>
              </a:cxn>
              <a:cxn ang="0">
                <a:pos x="258" y="346"/>
              </a:cxn>
              <a:cxn ang="0">
                <a:pos x="217" y="290"/>
              </a:cxn>
              <a:cxn ang="0">
                <a:pos x="183" y="246"/>
              </a:cxn>
              <a:cxn ang="0">
                <a:pos x="162" y="217"/>
              </a:cxn>
              <a:cxn ang="0">
                <a:pos x="131" y="181"/>
              </a:cxn>
              <a:cxn ang="0">
                <a:pos x="98" y="147"/>
              </a:cxn>
              <a:cxn ang="0">
                <a:pos x="62" y="114"/>
              </a:cxn>
              <a:cxn ang="0">
                <a:pos x="23" y="87"/>
              </a:cxn>
              <a:cxn ang="0">
                <a:pos x="0" y="54"/>
              </a:cxn>
              <a:cxn ang="0">
                <a:pos x="7" y="20"/>
              </a:cxn>
              <a:cxn ang="0">
                <a:pos x="33" y="0"/>
              </a:cxn>
              <a:cxn ang="0">
                <a:pos x="72" y="4"/>
              </a:cxn>
              <a:cxn ang="0">
                <a:pos x="72" y="4"/>
              </a:cxn>
            </a:cxnLst>
            <a:rect l="0" t="0" r="r" b="b"/>
            <a:pathLst>
              <a:path w="556" h="968">
                <a:moveTo>
                  <a:pt x="72" y="4"/>
                </a:moveTo>
                <a:lnTo>
                  <a:pt x="118" y="30"/>
                </a:lnTo>
                <a:lnTo>
                  <a:pt x="175" y="64"/>
                </a:lnTo>
                <a:lnTo>
                  <a:pt x="202" y="83"/>
                </a:lnTo>
                <a:lnTo>
                  <a:pt x="228" y="103"/>
                </a:lnTo>
                <a:lnTo>
                  <a:pt x="264" y="137"/>
                </a:lnTo>
                <a:lnTo>
                  <a:pt x="290" y="170"/>
                </a:lnTo>
                <a:lnTo>
                  <a:pt x="328" y="220"/>
                </a:lnTo>
                <a:lnTo>
                  <a:pt x="351" y="251"/>
                </a:lnTo>
                <a:lnTo>
                  <a:pt x="375" y="282"/>
                </a:lnTo>
                <a:lnTo>
                  <a:pt x="400" y="316"/>
                </a:lnTo>
                <a:lnTo>
                  <a:pt x="424" y="350"/>
                </a:lnTo>
                <a:lnTo>
                  <a:pt x="447" y="383"/>
                </a:lnTo>
                <a:lnTo>
                  <a:pt x="470" y="417"/>
                </a:lnTo>
                <a:lnTo>
                  <a:pt x="491" y="448"/>
                </a:lnTo>
                <a:lnTo>
                  <a:pt x="510" y="477"/>
                </a:lnTo>
                <a:lnTo>
                  <a:pt x="549" y="559"/>
                </a:lnTo>
                <a:lnTo>
                  <a:pt x="556" y="754"/>
                </a:lnTo>
                <a:lnTo>
                  <a:pt x="540" y="839"/>
                </a:lnTo>
                <a:lnTo>
                  <a:pt x="525" y="886"/>
                </a:lnTo>
                <a:lnTo>
                  <a:pt x="504" y="942"/>
                </a:lnTo>
                <a:lnTo>
                  <a:pt x="488" y="963"/>
                </a:lnTo>
                <a:lnTo>
                  <a:pt x="466" y="968"/>
                </a:lnTo>
                <a:lnTo>
                  <a:pt x="439" y="932"/>
                </a:lnTo>
                <a:lnTo>
                  <a:pt x="414" y="587"/>
                </a:lnTo>
                <a:lnTo>
                  <a:pt x="404" y="562"/>
                </a:lnTo>
                <a:lnTo>
                  <a:pt x="380" y="521"/>
                </a:lnTo>
                <a:lnTo>
                  <a:pt x="343" y="468"/>
                </a:lnTo>
                <a:lnTo>
                  <a:pt x="323" y="438"/>
                </a:lnTo>
                <a:lnTo>
                  <a:pt x="302" y="407"/>
                </a:lnTo>
                <a:lnTo>
                  <a:pt x="279" y="377"/>
                </a:lnTo>
                <a:lnTo>
                  <a:pt x="258" y="346"/>
                </a:lnTo>
                <a:lnTo>
                  <a:pt x="217" y="290"/>
                </a:lnTo>
                <a:lnTo>
                  <a:pt x="183" y="246"/>
                </a:lnTo>
                <a:lnTo>
                  <a:pt x="162" y="217"/>
                </a:lnTo>
                <a:lnTo>
                  <a:pt x="131" y="181"/>
                </a:lnTo>
                <a:lnTo>
                  <a:pt x="98" y="147"/>
                </a:lnTo>
                <a:lnTo>
                  <a:pt x="62" y="114"/>
                </a:lnTo>
                <a:lnTo>
                  <a:pt x="23" y="87"/>
                </a:lnTo>
                <a:lnTo>
                  <a:pt x="0" y="54"/>
                </a:lnTo>
                <a:lnTo>
                  <a:pt x="7" y="20"/>
                </a:lnTo>
                <a:lnTo>
                  <a:pt x="33" y="0"/>
                </a:lnTo>
                <a:lnTo>
                  <a:pt x="72" y="4"/>
                </a:lnTo>
                <a:lnTo>
                  <a:pt x="72" y="4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3" name="Freeform 11"/>
          <p:cNvSpPr>
            <a:spLocks/>
          </p:cNvSpPr>
          <p:nvPr/>
        </p:nvSpPr>
        <p:spPr bwMode="auto">
          <a:xfrm rot="-859489">
            <a:off x="4071938" y="2117725"/>
            <a:ext cx="569912" cy="701675"/>
          </a:xfrm>
          <a:custGeom>
            <a:avLst/>
            <a:gdLst/>
            <a:ahLst/>
            <a:cxnLst>
              <a:cxn ang="0">
                <a:pos x="47" y="2"/>
              </a:cxn>
              <a:cxn ang="0">
                <a:pos x="107" y="26"/>
              </a:cxn>
              <a:cxn ang="0">
                <a:pos x="164" y="56"/>
              </a:cxn>
              <a:cxn ang="0">
                <a:pos x="221" y="88"/>
              </a:cxn>
              <a:cxn ang="0">
                <a:pos x="273" y="127"/>
              </a:cxn>
              <a:cxn ang="0">
                <a:pos x="320" y="170"/>
              </a:cxn>
              <a:cxn ang="0">
                <a:pos x="364" y="217"/>
              </a:cxn>
              <a:cxn ang="0">
                <a:pos x="431" y="324"/>
              </a:cxn>
              <a:cxn ang="0">
                <a:pos x="449" y="354"/>
              </a:cxn>
              <a:cxn ang="0">
                <a:pos x="470" y="378"/>
              </a:cxn>
              <a:cxn ang="0">
                <a:pos x="495" y="398"/>
              </a:cxn>
              <a:cxn ang="0">
                <a:pos x="521" y="416"/>
              </a:cxn>
              <a:cxn ang="0">
                <a:pos x="615" y="499"/>
              </a:cxn>
              <a:cxn ang="0">
                <a:pos x="659" y="593"/>
              </a:cxn>
              <a:cxn ang="0">
                <a:pos x="681" y="696"/>
              </a:cxn>
              <a:cxn ang="0">
                <a:pos x="685" y="906"/>
              </a:cxn>
              <a:cxn ang="0">
                <a:pos x="672" y="973"/>
              </a:cxn>
              <a:cxn ang="0">
                <a:pos x="650" y="1038"/>
              </a:cxn>
              <a:cxn ang="0">
                <a:pos x="617" y="1171"/>
              </a:cxn>
              <a:cxn ang="0">
                <a:pos x="609" y="1189"/>
              </a:cxn>
              <a:cxn ang="0">
                <a:pos x="591" y="1196"/>
              </a:cxn>
              <a:cxn ang="0">
                <a:pos x="566" y="1171"/>
              </a:cxn>
              <a:cxn ang="0">
                <a:pos x="558" y="1101"/>
              </a:cxn>
              <a:cxn ang="0">
                <a:pos x="540" y="1036"/>
              </a:cxn>
              <a:cxn ang="0">
                <a:pos x="518" y="899"/>
              </a:cxn>
              <a:cxn ang="0">
                <a:pos x="522" y="735"/>
              </a:cxn>
              <a:cxn ang="0">
                <a:pos x="511" y="655"/>
              </a:cxn>
              <a:cxn ang="0">
                <a:pos x="498" y="616"/>
              </a:cxn>
              <a:cxn ang="0">
                <a:pos x="480" y="578"/>
              </a:cxn>
              <a:cxn ang="0">
                <a:pos x="459" y="549"/>
              </a:cxn>
              <a:cxn ang="0">
                <a:pos x="435" y="525"/>
              </a:cxn>
              <a:cxn ang="0">
                <a:pos x="382" y="482"/>
              </a:cxn>
              <a:cxn ang="0">
                <a:pos x="293" y="380"/>
              </a:cxn>
              <a:cxn ang="0">
                <a:pos x="265" y="318"/>
              </a:cxn>
              <a:cxn ang="0">
                <a:pos x="237" y="269"/>
              </a:cxn>
              <a:cxn ang="0">
                <a:pos x="211" y="228"/>
              </a:cxn>
              <a:cxn ang="0">
                <a:pos x="184" y="193"/>
              </a:cxn>
              <a:cxn ang="0">
                <a:pos x="151" y="162"/>
              </a:cxn>
              <a:cxn ang="0">
                <a:pos x="114" y="132"/>
              </a:cxn>
              <a:cxn ang="0">
                <a:pos x="70" y="100"/>
              </a:cxn>
              <a:cxn ang="0">
                <a:pos x="44" y="82"/>
              </a:cxn>
              <a:cxn ang="0">
                <a:pos x="16" y="62"/>
              </a:cxn>
              <a:cxn ang="0">
                <a:pos x="0" y="39"/>
              </a:cxn>
              <a:cxn ang="0">
                <a:pos x="1" y="17"/>
              </a:cxn>
              <a:cxn ang="0">
                <a:pos x="19" y="0"/>
              </a:cxn>
              <a:cxn ang="0">
                <a:pos x="47" y="2"/>
              </a:cxn>
              <a:cxn ang="0">
                <a:pos x="47" y="2"/>
              </a:cxn>
            </a:cxnLst>
            <a:rect l="0" t="0" r="r" b="b"/>
            <a:pathLst>
              <a:path w="685" h="1196">
                <a:moveTo>
                  <a:pt x="47" y="2"/>
                </a:moveTo>
                <a:lnTo>
                  <a:pt x="107" y="26"/>
                </a:lnTo>
                <a:lnTo>
                  <a:pt x="164" y="56"/>
                </a:lnTo>
                <a:lnTo>
                  <a:pt x="221" y="88"/>
                </a:lnTo>
                <a:lnTo>
                  <a:pt x="273" y="127"/>
                </a:lnTo>
                <a:lnTo>
                  <a:pt x="320" y="170"/>
                </a:lnTo>
                <a:lnTo>
                  <a:pt x="364" y="217"/>
                </a:lnTo>
                <a:lnTo>
                  <a:pt x="431" y="324"/>
                </a:lnTo>
                <a:lnTo>
                  <a:pt x="449" y="354"/>
                </a:lnTo>
                <a:lnTo>
                  <a:pt x="470" y="378"/>
                </a:lnTo>
                <a:lnTo>
                  <a:pt x="495" y="398"/>
                </a:lnTo>
                <a:lnTo>
                  <a:pt x="521" y="416"/>
                </a:lnTo>
                <a:lnTo>
                  <a:pt x="615" y="499"/>
                </a:lnTo>
                <a:lnTo>
                  <a:pt x="659" y="593"/>
                </a:lnTo>
                <a:lnTo>
                  <a:pt x="681" y="696"/>
                </a:lnTo>
                <a:lnTo>
                  <a:pt x="685" y="906"/>
                </a:lnTo>
                <a:lnTo>
                  <a:pt x="672" y="973"/>
                </a:lnTo>
                <a:lnTo>
                  <a:pt x="650" y="1038"/>
                </a:lnTo>
                <a:lnTo>
                  <a:pt x="617" y="1171"/>
                </a:lnTo>
                <a:lnTo>
                  <a:pt x="609" y="1189"/>
                </a:lnTo>
                <a:lnTo>
                  <a:pt x="591" y="1196"/>
                </a:lnTo>
                <a:lnTo>
                  <a:pt x="566" y="1171"/>
                </a:lnTo>
                <a:lnTo>
                  <a:pt x="558" y="1101"/>
                </a:lnTo>
                <a:lnTo>
                  <a:pt x="540" y="1036"/>
                </a:lnTo>
                <a:lnTo>
                  <a:pt x="518" y="899"/>
                </a:lnTo>
                <a:lnTo>
                  <a:pt x="522" y="735"/>
                </a:lnTo>
                <a:lnTo>
                  <a:pt x="511" y="655"/>
                </a:lnTo>
                <a:lnTo>
                  <a:pt x="498" y="616"/>
                </a:lnTo>
                <a:lnTo>
                  <a:pt x="480" y="578"/>
                </a:lnTo>
                <a:lnTo>
                  <a:pt x="459" y="549"/>
                </a:lnTo>
                <a:lnTo>
                  <a:pt x="435" y="525"/>
                </a:lnTo>
                <a:lnTo>
                  <a:pt x="382" y="482"/>
                </a:lnTo>
                <a:lnTo>
                  <a:pt x="293" y="380"/>
                </a:lnTo>
                <a:lnTo>
                  <a:pt x="265" y="318"/>
                </a:lnTo>
                <a:lnTo>
                  <a:pt x="237" y="269"/>
                </a:lnTo>
                <a:lnTo>
                  <a:pt x="211" y="228"/>
                </a:lnTo>
                <a:lnTo>
                  <a:pt x="184" y="193"/>
                </a:lnTo>
                <a:lnTo>
                  <a:pt x="151" y="162"/>
                </a:lnTo>
                <a:lnTo>
                  <a:pt x="114" y="132"/>
                </a:lnTo>
                <a:lnTo>
                  <a:pt x="70" y="100"/>
                </a:lnTo>
                <a:lnTo>
                  <a:pt x="44" y="82"/>
                </a:lnTo>
                <a:lnTo>
                  <a:pt x="16" y="62"/>
                </a:lnTo>
                <a:lnTo>
                  <a:pt x="0" y="39"/>
                </a:lnTo>
                <a:lnTo>
                  <a:pt x="1" y="17"/>
                </a:lnTo>
                <a:lnTo>
                  <a:pt x="19" y="0"/>
                </a:lnTo>
                <a:lnTo>
                  <a:pt x="47" y="2"/>
                </a:lnTo>
                <a:lnTo>
                  <a:pt x="47" y="2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4" name="Freeform 12"/>
          <p:cNvSpPr>
            <a:spLocks/>
          </p:cNvSpPr>
          <p:nvPr/>
        </p:nvSpPr>
        <p:spPr bwMode="auto">
          <a:xfrm rot="-4313396">
            <a:off x="1451769" y="4722019"/>
            <a:ext cx="415925" cy="798513"/>
          </a:xfrm>
          <a:custGeom>
            <a:avLst/>
            <a:gdLst/>
            <a:ahLst/>
            <a:cxnLst>
              <a:cxn ang="0">
                <a:pos x="730" y="95"/>
              </a:cxn>
              <a:cxn ang="0">
                <a:pos x="634" y="129"/>
              </a:cxn>
              <a:cxn ang="0">
                <a:pos x="578" y="170"/>
              </a:cxn>
              <a:cxn ang="0">
                <a:pos x="536" y="223"/>
              </a:cxn>
              <a:cxn ang="0">
                <a:pos x="512" y="258"/>
              </a:cxn>
              <a:cxn ang="0">
                <a:pos x="477" y="300"/>
              </a:cxn>
              <a:cxn ang="0">
                <a:pos x="432" y="352"/>
              </a:cxn>
              <a:cxn ang="0">
                <a:pos x="391" y="398"/>
              </a:cxn>
              <a:cxn ang="0">
                <a:pos x="357" y="440"/>
              </a:cxn>
              <a:cxn ang="0">
                <a:pos x="326" y="478"/>
              </a:cxn>
              <a:cxn ang="0">
                <a:pos x="298" y="512"/>
              </a:cxn>
              <a:cxn ang="0">
                <a:pos x="274" y="544"/>
              </a:cxn>
              <a:cxn ang="0">
                <a:pos x="233" y="609"/>
              </a:cxn>
              <a:cxn ang="0">
                <a:pos x="197" y="679"/>
              </a:cxn>
              <a:cxn ang="0">
                <a:pos x="165" y="764"/>
              </a:cxn>
              <a:cxn ang="0">
                <a:pos x="127" y="872"/>
              </a:cxn>
              <a:cxn ang="0">
                <a:pos x="106" y="937"/>
              </a:cxn>
              <a:cxn ang="0">
                <a:pos x="81" y="1010"/>
              </a:cxn>
              <a:cxn ang="0">
                <a:pos x="60" y="1038"/>
              </a:cxn>
              <a:cxn ang="0">
                <a:pos x="31" y="1041"/>
              </a:cxn>
              <a:cxn ang="0">
                <a:pos x="7" y="1025"/>
              </a:cxn>
              <a:cxn ang="0">
                <a:pos x="0" y="991"/>
              </a:cxn>
              <a:cxn ang="0">
                <a:pos x="23" y="828"/>
              </a:cxn>
              <a:cxn ang="0">
                <a:pos x="47" y="665"/>
              </a:cxn>
              <a:cxn ang="0">
                <a:pos x="65" y="605"/>
              </a:cxn>
              <a:cxn ang="0">
                <a:pos x="94" y="543"/>
              </a:cxn>
              <a:cxn ang="0">
                <a:pos x="114" y="512"/>
              </a:cxn>
              <a:cxn ang="0">
                <a:pos x="135" y="481"/>
              </a:cxn>
              <a:cxn ang="0">
                <a:pos x="158" y="450"/>
              </a:cxn>
              <a:cxn ang="0">
                <a:pos x="182" y="421"/>
              </a:cxn>
              <a:cxn ang="0">
                <a:pos x="207" y="390"/>
              </a:cxn>
              <a:cxn ang="0">
                <a:pos x="231" y="362"/>
              </a:cxn>
              <a:cxn ang="0">
                <a:pos x="282" y="307"/>
              </a:cxn>
              <a:cxn ang="0">
                <a:pos x="331" y="254"/>
              </a:cxn>
              <a:cxn ang="0">
                <a:pos x="373" y="209"/>
              </a:cxn>
              <a:cxn ang="0">
                <a:pos x="409" y="168"/>
              </a:cxn>
              <a:cxn ang="0">
                <a:pos x="445" y="131"/>
              </a:cxn>
              <a:cxn ang="0">
                <a:pos x="482" y="95"/>
              </a:cxn>
              <a:cxn ang="0">
                <a:pos x="521" y="62"/>
              </a:cxn>
              <a:cxn ang="0">
                <a:pos x="564" y="36"/>
              </a:cxn>
              <a:cxn ang="0">
                <a:pos x="611" y="17"/>
              </a:cxn>
              <a:cxn ang="0">
                <a:pos x="663" y="4"/>
              </a:cxn>
              <a:cxn ang="0">
                <a:pos x="720" y="0"/>
              </a:cxn>
              <a:cxn ang="0">
                <a:pos x="758" y="12"/>
              </a:cxn>
              <a:cxn ang="0">
                <a:pos x="772" y="41"/>
              </a:cxn>
              <a:cxn ang="0">
                <a:pos x="764" y="72"/>
              </a:cxn>
              <a:cxn ang="0">
                <a:pos x="749" y="85"/>
              </a:cxn>
              <a:cxn ang="0">
                <a:pos x="730" y="95"/>
              </a:cxn>
              <a:cxn ang="0">
                <a:pos x="730" y="95"/>
              </a:cxn>
            </a:cxnLst>
            <a:rect l="0" t="0" r="r" b="b"/>
            <a:pathLst>
              <a:path w="772" h="1041">
                <a:moveTo>
                  <a:pt x="730" y="95"/>
                </a:moveTo>
                <a:lnTo>
                  <a:pt x="634" y="129"/>
                </a:lnTo>
                <a:lnTo>
                  <a:pt x="578" y="170"/>
                </a:lnTo>
                <a:lnTo>
                  <a:pt x="536" y="223"/>
                </a:lnTo>
                <a:lnTo>
                  <a:pt x="512" y="258"/>
                </a:lnTo>
                <a:lnTo>
                  <a:pt x="477" y="300"/>
                </a:lnTo>
                <a:lnTo>
                  <a:pt x="432" y="352"/>
                </a:lnTo>
                <a:lnTo>
                  <a:pt x="391" y="398"/>
                </a:lnTo>
                <a:lnTo>
                  <a:pt x="357" y="440"/>
                </a:lnTo>
                <a:lnTo>
                  <a:pt x="326" y="478"/>
                </a:lnTo>
                <a:lnTo>
                  <a:pt x="298" y="512"/>
                </a:lnTo>
                <a:lnTo>
                  <a:pt x="274" y="544"/>
                </a:lnTo>
                <a:lnTo>
                  <a:pt x="233" y="609"/>
                </a:lnTo>
                <a:lnTo>
                  <a:pt x="197" y="679"/>
                </a:lnTo>
                <a:lnTo>
                  <a:pt x="165" y="764"/>
                </a:lnTo>
                <a:lnTo>
                  <a:pt x="127" y="872"/>
                </a:lnTo>
                <a:lnTo>
                  <a:pt x="106" y="937"/>
                </a:lnTo>
                <a:lnTo>
                  <a:pt x="81" y="1010"/>
                </a:lnTo>
                <a:lnTo>
                  <a:pt x="60" y="1038"/>
                </a:lnTo>
                <a:lnTo>
                  <a:pt x="31" y="1041"/>
                </a:lnTo>
                <a:lnTo>
                  <a:pt x="7" y="1025"/>
                </a:lnTo>
                <a:lnTo>
                  <a:pt x="0" y="991"/>
                </a:lnTo>
                <a:lnTo>
                  <a:pt x="23" y="828"/>
                </a:lnTo>
                <a:lnTo>
                  <a:pt x="47" y="665"/>
                </a:lnTo>
                <a:lnTo>
                  <a:pt x="65" y="605"/>
                </a:lnTo>
                <a:lnTo>
                  <a:pt x="94" y="543"/>
                </a:lnTo>
                <a:lnTo>
                  <a:pt x="114" y="512"/>
                </a:lnTo>
                <a:lnTo>
                  <a:pt x="135" y="481"/>
                </a:lnTo>
                <a:lnTo>
                  <a:pt x="158" y="450"/>
                </a:lnTo>
                <a:lnTo>
                  <a:pt x="182" y="421"/>
                </a:lnTo>
                <a:lnTo>
                  <a:pt x="207" y="390"/>
                </a:lnTo>
                <a:lnTo>
                  <a:pt x="231" y="362"/>
                </a:lnTo>
                <a:lnTo>
                  <a:pt x="282" y="307"/>
                </a:lnTo>
                <a:lnTo>
                  <a:pt x="331" y="254"/>
                </a:lnTo>
                <a:lnTo>
                  <a:pt x="373" y="209"/>
                </a:lnTo>
                <a:lnTo>
                  <a:pt x="409" y="168"/>
                </a:lnTo>
                <a:lnTo>
                  <a:pt x="445" y="131"/>
                </a:lnTo>
                <a:lnTo>
                  <a:pt x="482" y="95"/>
                </a:lnTo>
                <a:lnTo>
                  <a:pt x="521" y="62"/>
                </a:lnTo>
                <a:lnTo>
                  <a:pt x="564" y="36"/>
                </a:lnTo>
                <a:lnTo>
                  <a:pt x="611" y="17"/>
                </a:lnTo>
                <a:lnTo>
                  <a:pt x="663" y="4"/>
                </a:lnTo>
                <a:lnTo>
                  <a:pt x="720" y="0"/>
                </a:lnTo>
                <a:lnTo>
                  <a:pt x="758" y="12"/>
                </a:lnTo>
                <a:lnTo>
                  <a:pt x="772" y="41"/>
                </a:lnTo>
                <a:lnTo>
                  <a:pt x="764" y="72"/>
                </a:lnTo>
                <a:lnTo>
                  <a:pt x="749" y="85"/>
                </a:lnTo>
                <a:lnTo>
                  <a:pt x="730" y="95"/>
                </a:lnTo>
                <a:lnTo>
                  <a:pt x="730" y="95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5" name="Freeform 13"/>
          <p:cNvSpPr>
            <a:spLocks/>
          </p:cNvSpPr>
          <p:nvPr/>
        </p:nvSpPr>
        <p:spPr bwMode="auto">
          <a:xfrm rot="-4401177">
            <a:off x="1617662" y="4695826"/>
            <a:ext cx="328613" cy="569912"/>
          </a:xfrm>
          <a:custGeom>
            <a:avLst/>
            <a:gdLst/>
            <a:ahLst/>
            <a:cxnLst>
              <a:cxn ang="0">
                <a:pos x="561" y="85"/>
              </a:cxn>
              <a:cxn ang="0">
                <a:pos x="486" y="119"/>
              </a:cxn>
              <a:cxn ang="0">
                <a:pos x="421" y="173"/>
              </a:cxn>
              <a:cxn ang="0">
                <a:pos x="364" y="243"/>
              </a:cxn>
              <a:cxn ang="0">
                <a:pos x="315" y="321"/>
              </a:cxn>
              <a:cxn ang="0">
                <a:pos x="272" y="408"/>
              </a:cxn>
              <a:cxn ang="0">
                <a:pos x="238" y="494"/>
              </a:cxn>
              <a:cxn ang="0">
                <a:pos x="209" y="580"/>
              </a:cxn>
              <a:cxn ang="0">
                <a:pos x="186" y="658"/>
              </a:cxn>
              <a:cxn ang="0">
                <a:pos x="157" y="754"/>
              </a:cxn>
              <a:cxn ang="0">
                <a:pos x="121" y="849"/>
              </a:cxn>
              <a:cxn ang="0">
                <a:pos x="83" y="943"/>
              </a:cxn>
              <a:cxn ang="0">
                <a:pos x="52" y="1039"/>
              </a:cxn>
              <a:cxn ang="0">
                <a:pos x="41" y="1059"/>
              </a:cxn>
              <a:cxn ang="0">
                <a:pos x="23" y="1062"/>
              </a:cxn>
              <a:cxn ang="0">
                <a:pos x="0" y="1035"/>
              </a:cxn>
              <a:cxn ang="0">
                <a:pos x="10" y="836"/>
              </a:cxn>
              <a:cxn ang="0">
                <a:pos x="28" y="740"/>
              </a:cxn>
              <a:cxn ang="0">
                <a:pos x="51" y="647"/>
              </a:cxn>
              <a:cxn ang="0">
                <a:pos x="79" y="554"/>
              </a:cxn>
              <a:cxn ang="0">
                <a:pos x="113" y="461"/>
              </a:cxn>
              <a:cxn ang="0">
                <a:pos x="150" y="372"/>
              </a:cxn>
              <a:cxn ang="0">
                <a:pos x="170" y="326"/>
              </a:cxn>
              <a:cxn ang="0">
                <a:pos x="191" y="282"/>
              </a:cxn>
              <a:cxn ang="0">
                <a:pos x="219" y="227"/>
              </a:cxn>
              <a:cxn ang="0">
                <a:pos x="251" y="178"/>
              </a:cxn>
              <a:cxn ang="0">
                <a:pos x="287" y="132"/>
              </a:cxn>
              <a:cxn ang="0">
                <a:pos x="328" y="92"/>
              </a:cxn>
              <a:cxn ang="0">
                <a:pos x="351" y="74"/>
              </a:cxn>
              <a:cxn ang="0">
                <a:pos x="375" y="57"/>
              </a:cxn>
              <a:cxn ang="0">
                <a:pos x="426" y="30"/>
              </a:cxn>
              <a:cxn ang="0">
                <a:pos x="483" y="12"/>
              </a:cxn>
              <a:cxn ang="0">
                <a:pos x="544" y="0"/>
              </a:cxn>
              <a:cxn ang="0">
                <a:pos x="579" y="9"/>
              </a:cxn>
              <a:cxn ang="0">
                <a:pos x="595" y="35"/>
              </a:cxn>
              <a:cxn ang="0">
                <a:pos x="590" y="62"/>
              </a:cxn>
              <a:cxn ang="0">
                <a:pos x="579" y="75"/>
              </a:cxn>
              <a:cxn ang="0">
                <a:pos x="561" y="85"/>
              </a:cxn>
              <a:cxn ang="0">
                <a:pos x="561" y="85"/>
              </a:cxn>
            </a:cxnLst>
            <a:rect l="0" t="0" r="r" b="b"/>
            <a:pathLst>
              <a:path w="595" h="1062">
                <a:moveTo>
                  <a:pt x="561" y="85"/>
                </a:moveTo>
                <a:lnTo>
                  <a:pt x="486" y="119"/>
                </a:lnTo>
                <a:lnTo>
                  <a:pt x="421" y="173"/>
                </a:lnTo>
                <a:lnTo>
                  <a:pt x="364" y="243"/>
                </a:lnTo>
                <a:lnTo>
                  <a:pt x="315" y="321"/>
                </a:lnTo>
                <a:lnTo>
                  <a:pt x="272" y="408"/>
                </a:lnTo>
                <a:lnTo>
                  <a:pt x="238" y="494"/>
                </a:lnTo>
                <a:lnTo>
                  <a:pt x="209" y="580"/>
                </a:lnTo>
                <a:lnTo>
                  <a:pt x="186" y="658"/>
                </a:lnTo>
                <a:lnTo>
                  <a:pt x="157" y="754"/>
                </a:lnTo>
                <a:lnTo>
                  <a:pt x="121" y="849"/>
                </a:lnTo>
                <a:lnTo>
                  <a:pt x="83" y="943"/>
                </a:lnTo>
                <a:lnTo>
                  <a:pt x="52" y="1039"/>
                </a:lnTo>
                <a:lnTo>
                  <a:pt x="41" y="1059"/>
                </a:lnTo>
                <a:lnTo>
                  <a:pt x="23" y="1062"/>
                </a:lnTo>
                <a:lnTo>
                  <a:pt x="0" y="1035"/>
                </a:lnTo>
                <a:lnTo>
                  <a:pt x="10" y="836"/>
                </a:lnTo>
                <a:lnTo>
                  <a:pt x="28" y="740"/>
                </a:lnTo>
                <a:lnTo>
                  <a:pt x="51" y="647"/>
                </a:lnTo>
                <a:lnTo>
                  <a:pt x="79" y="554"/>
                </a:lnTo>
                <a:lnTo>
                  <a:pt x="113" y="461"/>
                </a:lnTo>
                <a:lnTo>
                  <a:pt x="150" y="372"/>
                </a:lnTo>
                <a:lnTo>
                  <a:pt x="170" y="326"/>
                </a:lnTo>
                <a:lnTo>
                  <a:pt x="191" y="282"/>
                </a:lnTo>
                <a:lnTo>
                  <a:pt x="219" y="227"/>
                </a:lnTo>
                <a:lnTo>
                  <a:pt x="251" y="178"/>
                </a:lnTo>
                <a:lnTo>
                  <a:pt x="287" y="132"/>
                </a:lnTo>
                <a:lnTo>
                  <a:pt x="328" y="92"/>
                </a:lnTo>
                <a:lnTo>
                  <a:pt x="351" y="74"/>
                </a:lnTo>
                <a:lnTo>
                  <a:pt x="375" y="57"/>
                </a:lnTo>
                <a:lnTo>
                  <a:pt x="426" y="30"/>
                </a:lnTo>
                <a:lnTo>
                  <a:pt x="483" y="12"/>
                </a:lnTo>
                <a:lnTo>
                  <a:pt x="544" y="0"/>
                </a:lnTo>
                <a:lnTo>
                  <a:pt x="579" y="9"/>
                </a:lnTo>
                <a:lnTo>
                  <a:pt x="595" y="35"/>
                </a:lnTo>
                <a:lnTo>
                  <a:pt x="590" y="62"/>
                </a:lnTo>
                <a:lnTo>
                  <a:pt x="579" y="75"/>
                </a:lnTo>
                <a:lnTo>
                  <a:pt x="561" y="85"/>
                </a:lnTo>
                <a:lnTo>
                  <a:pt x="561" y="85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6" name="Freeform 14"/>
          <p:cNvSpPr>
            <a:spLocks/>
          </p:cNvSpPr>
          <p:nvPr/>
        </p:nvSpPr>
        <p:spPr bwMode="auto">
          <a:xfrm rot="1977268">
            <a:off x="4848225" y="4641850"/>
            <a:ext cx="236538" cy="571500"/>
          </a:xfrm>
          <a:custGeom>
            <a:avLst/>
            <a:gdLst/>
            <a:ahLst/>
            <a:cxnLst>
              <a:cxn ang="0">
                <a:pos x="72" y="4"/>
              </a:cxn>
              <a:cxn ang="0">
                <a:pos x="118" y="30"/>
              </a:cxn>
              <a:cxn ang="0">
                <a:pos x="175" y="64"/>
              </a:cxn>
              <a:cxn ang="0">
                <a:pos x="202" y="83"/>
              </a:cxn>
              <a:cxn ang="0">
                <a:pos x="228" y="103"/>
              </a:cxn>
              <a:cxn ang="0">
                <a:pos x="264" y="137"/>
              </a:cxn>
              <a:cxn ang="0">
                <a:pos x="290" y="170"/>
              </a:cxn>
              <a:cxn ang="0">
                <a:pos x="328" y="220"/>
              </a:cxn>
              <a:cxn ang="0">
                <a:pos x="351" y="251"/>
              </a:cxn>
              <a:cxn ang="0">
                <a:pos x="375" y="282"/>
              </a:cxn>
              <a:cxn ang="0">
                <a:pos x="400" y="316"/>
              </a:cxn>
              <a:cxn ang="0">
                <a:pos x="424" y="350"/>
              </a:cxn>
              <a:cxn ang="0">
                <a:pos x="447" y="383"/>
              </a:cxn>
              <a:cxn ang="0">
                <a:pos x="470" y="417"/>
              </a:cxn>
              <a:cxn ang="0">
                <a:pos x="491" y="448"/>
              </a:cxn>
              <a:cxn ang="0">
                <a:pos x="510" y="477"/>
              </a:cxn>
              <a:cxn ang="0">
                <a:pos x="549" y="559"/>
              </a:cxn>
              <a:cxn ang="0">
                <a:pos x="556" y="754"/>
              </a:cxn>
              <a:cxn ang="0">
                <a:pos x="540" y="839"/>
              </a:cxn>
              <a:cxn ang="0">
                <a:pos x="525" y="886"/>
              </a:cxn>
              <a:cxn ang="0">
                <a:pos x="504" y="942"/>
              </a:cxn>
              <a:cxn ang="0">
                <a:pos x="488" y="963"/>
              </a:cxn>
              <a:cxn ang="0">
                <a:pos x="466" y="968"/>
              </a:cxn>
              <a:cxn ang="0">
                <a:pos x="439" y="932"/>
              </a:cxn>
              <a:cxn ang="0">
                <a:pos x="414" y="587"/>
              </a:cxn>
              <a:cxn ang="0">
                <a:pos x="404" y="562"/>
              </a:cxn>
              <a:cxn ang="0">
                <a:pos x="380" y="521"/>
              </a:cxn>
              <a:cxn ang="0">
                <a:pos x="343" y="468"/>
              </a:cxn>
              <a:cxn ang="0">
                <a:pos x="323" y="438"/>
              </a:cxn>
              <a:cxn ang="0">
                <a:pos x="302" y="407"/>
              </a:cxn>
              <a:cxn ang="0">
                <a:pos x="279" y="377"/>
              </a:cxn>
              <a:cxn ang="0">
                <a:pos x="258" y="346"/>
              </a:cxn>
              <a:cxn ang="0">
                <a:pos x="217" y="290"/>
              </a:cxn>
              <a:cxn ang="0">
                <a:pos x="183" y="246"/>
              </a:cxn>
              <a:cxn ang="0">
                <a:pos x="162" y="217"/>
              </a:cxn>
              <a:cxn ang="0">
                <a:pos x="131" y="181"/>
              </a:cxn>
              <a:cxn ang="0">
                <a:pos x="98" y="147"/>
              </a:cxn>
              <a:cxn ang="0">
                <a:pos x="62" y="114"/>
              </a:cxn>
              <a:cxn ang="0">
                <a:pos x="23" y="87"/>
              </a:cxn>
              <a:cxn ang="0">
                <a:pos x="0" y="54"/>
              </a:cxn>
              <a:cxn ang="0">
                <a:pos x="7" y="20"/>
              </a:cxn>
              <a:cxn ang="0">
                <a:pos x="33" y="0"/>
              </a:cxn>
              <a:cxn ang="0">
                <a:pos x="72" y="4"/>
              </a:cxn>
              <a:cxn ang="0">
                <a:pos x="72" y="4"/>
              </a:cxn>
            </a:cxnLst>
            <a:rect l="0" t="0" r="r" b="b"/>
            <a:pathLst>
              <a:path w="556" h="968">
                <a:moveTo>
                  <a:pt x="72" y="4"/>
                </a:moveTo>
                <a:lnTo>
                  <a:pt x="118" y="30"/>
                </a:lnTo>
                <a:lnTo>
                  <a:pt x="175" y="64"/>
                </a:lnTo>
                <a:lnTo>
                  <a:pt x="202" y="83"/>
                </a:lnTo>
                <a:lnTo>
                  <a:pt x="228" y="103"/>
                </a:lnTo>
                <a:lnTo>
                  <a:pt x="264" y="137"/>
                </a:lnTo>
                <a:lnTo>
                  <a:pt x="290" y="170"/>
                </a:lnTo>
                <a:lnTo>
                  <a:pt x="328" y="220"/>
                </a:lnTo>
                <a:lnTo>
                  <a:pt x="351" y="251"/>
                </a:lnTo>
                <a:lnTo>
                  <a:pt x="375" y="282"/>
                </a:lnTo>
                <a:lnTo>
                  <a:pt x="400" y="316"/>
                </a:lnTo>
                <a:lnTo>
                  <a:pt x="424" y="350"/>
                </a:lnTo>
                <a:lnTo>
                  <a:pt x="447" y="383"/>
                </a:lnTo>
                <a:lnTo>
                  <a:pt x="470" y="417"/>
                </a:lnTo>
                <a:lnTo>
                  <a:pt x="491" y="448"/>
                </a:lnTo>
                <a:lnTo>
                  <a:pt x="510" y="477"/>
                </a:lnTo>
                <a:lnTo>
                  <a:pt x="549" y="559"/>
                </a:lnTo>
                <a:lnTo>
                  <a:pt x="556" y="754"/>
                </a:lnTo>
                <a:lnTo>
                  <a:pt x="540" y="839"/>
                </a:lnTo>
                <a:lnTo>
                  <a:pt x="525" y="886"/>
                </a:lnTo>
                <a:lnTo>
                  <a:pt x="504" y="942"/>
                </a:lnTo>
                <a:lnTo>
                  <a:pt x="488" y="963"/>
                </a:lnTo>
                <a:lnTo>
                  <a:pt x="466" y="968"/>
                </a:lnTo>
                <a:lnTo>
                  <a:pt x="439" y="932"/>
                </a:lnTo>
                <a:lnTo>
                  <a:pt x="414" y="587"/>
                </a:lnTo>
                <a:lnTo>
                  <a:pt x="404" y="562"/>
                </a:lnTo>
                <a:lnTo>
                  <a:pt x="380" y="521"/>
                </a:lnTo>
                <a:lnTo>
                  <a:pt x="343" y="468"/>
                </a:lnTo>
                <a:lnTo>
                  <a:pt x="323" y="438"/>
                </a:lnTo>
                <a:lnTo>
                  <a:pt x="302" y="407"/>
                </a:lnTo>
                <a:lnTo>
                  <a:pt x="279" y="377"/>
                </a:lnTo>
                <a:lnTo>
                  <a:pt x="258" y="346"/>
                </a:lnTo>
                <a:lnTo>
                  <a:pt x="217" y="290"/>
                </a:lnTo>
                <a:lnTo>
                  <a:pt x="183" y="246"/>
                </a:lnTo>
                <a:lnTo>
                  <a:pt x="162" y="217"/>
                </a:lnTo>
                <a:lnTo>
                  <a:pt x="131" y="181"/>
                </a:lnTo>
                <a:lnTo>
                  <a:pt x="98" y="147"/>
                </a:lnTo>
                <a:lnTo>
                  <a:pt x="62" y="114"/>
                </a:lnTo>
                <a:lnTo>
                  <a:pt x="23" y="87"/>
                </a:lnTo>
                <a:lnTo>
                  <a:pt x="0" y="54"/>
                </a:lnTo>
                <a:lnTo>
                  <a:pt x="7" y="20"/>
                </a:lnTo>
                <a:lnTo>
                  <a:pt x="33" y="0"/>
                </a:lnTo>
                <a:lnTo>
                  <a:pt x="72" y="4"/>
                </a:lnTo>
                <a:lnTo>
                  <a:pt x="72" y="4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7" name="Freeform 15"/>
          <p:cNvSpPr>
            <a:spLocks/>
          </p:cNvSpPr>
          <p:nvPr/>
        </p:nvSpPr>
        <p:spPr bwMode="auto">
          <a:xfrm rot="2019348">
            <a:off x="4938713" y="4649788"/>
            <a:ext cx="312737" cy="763587"/>
          </a:xfrm>
          <a:custGeom>
            <a:avLst/>
            <a:gdLst/>
            <a:ahLst/>
            <a:cxnLst>
              <a:cxn ang="0">
                <a:pos x="47" y="2"/>
              </a:cxn>
              <a:cxn ang="0">
                <a:pos x="107" y="26"/>
              </a:cxn>
              <a:cxn ang="0">
                <a:pos x="164" y="56"/>
              </a:cxn>
              <a:cxn ang="0">
                <a:pos x="221" y="88"/>
              </a:cxn>
              <a:cxn ang="0">
                <a:pos x="273" y="127"/>
              </a:cxn>
              <a:cxn ang="0">
                <a:pos x="320" y="170"/>
              </a:cxn>
              <a:cxn ang="0">
                <a:pos x="364" y="217"/>
              </a:cxn>
              <a:cxn ang="0">
                <a:pos x="431" y="324"/>
              </a:cxn>
              <a:cxn ang="0">
                <a:pos x="449" y="354"/>
              </a:cxn>
              <a:cxn ang="0">
                <a:pos x="470" y="378"/>
              </a:cxn>
              <a:cxn ang="0">
                <a:pos x="495" y="398"/>
              </a:cxn>
              <a:cxn ang="0">
                <a:pos x="521" y="416"/>
              </a:cxn>
              <a:cxn ang="0">
                <a:pos x="615" y="499"/>
              </a:cxn>
              <a:cxn ang="0">
                <a:pos x="659" y="593"/>
              </a:cxn>
              <a:cxn ang="0">
                <a:pos x="681" y="696"/>
              </a:cxn>
              <a:cxn ang="0">
                <a:pos x="685" y="906"/>
              </a:cxn>
              <a:cxn ang="0">
                <a:pos x="672" y="973"/>
              </a:cxn>
              <a:cxn ang="0">
                <a:pos x="650" y="1038"/>
              </a:cxn>
              <a:cxn ang="0">
                <a:pos x="617" y="1171"/>
              </a:cxn>
              <a:cxn ang="0">
                <a:pos x="609" y="1189"/>
              </a:cxn>
              <a:cxn ang="0">
                <a:pos x="591" y="1196"/>
              </a:cxn>
              <a:cxn ang="0">
                <a:pos x="566" y="1171"/>
              </a:cxn>
              <a:cxn ang="0">
                <a:pos x="558" y="1101"/>
              </a:cxn>
              <a:cxn ang="0">
                <a:pos x="540" y="1036"/>
              </a:cxn>
              <a:cxn ang="0">
                <a:pos x="518" y="899"/>
              </a:cxn>
              <a:cxn ang="0">
                <a:pos x="522" y="735"/>
              </a:cxn>
              <a:cxn ang="0">
                <a:pos x="511" y="655"/>
              </a:cxn>
              <a:cxn ang="0">
                <a:pos x="498" y="616"/>
              </a:cxn>
              <a:cxn ang="0">
                <a:pos x="480" y="578"/>
              </a:cxn>
              <a:cxn ang="0">
                <a:pos x="459" y="549"/>
              </a:cxn>
              <a:cxn ang="0">
                <a:pos x="435" y="525"/>
              </a:cxn>
              <a:cxn ang="0">
                <a:pos x="382" y="482"/>
              </a:cxn>
              <a:cxn ang="0">
                <a:pos x="293" y="380"/>
              </a:cxn>
              <a:cxn ang="0">
                <a:pos x="265" y="318"/>
              </a:cxn>
              <a:cxn ang="0">
                <a:pos x="237" y="269"/>
              </a:cxn>
              <a:cxn ang="0">
                <a:pos x="211" y="228"/>
              </a:cxn>
              <a:cxn ang="0">
                <a:pos x="184" y="193"/>
              </a:cxn>
              <a:cxn ang="0">
                <a:pos x="151" y="162"/>
              </a:cxn>
              <a:cxn ang="0">
                <a:pos x="114" y="132"/>
              </a:cxn>
              <a:cxn ang="0">
                <a:pos x="70" y="100"/>
              </a:cxn>
              <a:cxn ang="0">
                <a:pos x="44" y="82"/>
              </a:cxn>
              <a:cxn ang="0">
                <a:pos x="16" y="62"/>
              </a:cxn>
              <a:cxn ang="0">
                <a:pos x="0" y="39"/>
              </a:cxn>
              <a:cxn ang="0">
                <a:pos x="1" y="17"/>
              </a:cxn>
              <a:cxn ang="0">
                <a:pos x="19" y="0"/>
              </a:cxn>
              <a:cxn ang="0">
                <a:pos x="47" y="2"/>
              </a:cxn>
              <a:cxn ang="0">
                <a:pos x="47" y="2"/>
              </a:cxn>
            </a:cxnLst>
            <a:rect l="0" t="0" r="r" b="b"/>
            <a:pathLst>
              <a:path w="685" h="1196">
                <a:moveTo>
                  <a:pt x="47" y="2"/>
                </a:moveTo>
                <a:lnTo>
                  <a:pt x="107" y="26"/>
                </a:lnTo>
                <a:lnTo>
                  <a:pt x="164" y="56"/>
                </a:lnTo>
                <a:lnTo>
                  <a:pt x="221" y="88"/>
                </a:lnTo>
                <a:lnTo>
                  <a:pt x="273" y="127"/>
                </a:lnTo>
                <a:lnTo>
                  <a:pt x="320" y="170"/>
                </a:lnTo>
                <a:lnTo>
                  <a:pt x="364" y="217"/>
                </a:lnTo>
                <a:lnTo>
                  <a:pt x="431" y="324"/>
                </a:lnTo>
                <a:lnTo>
                  <a:pt x="449" y="354"/>
                </a:lnTo>
                <a:lnTo>
                  <a:pt x="470" y="378"/>
                </a:lnTo>
                <a:lnTo>
                  <a:pt x="495" y="398"/>
                </a:lnTo>
                <a:lnTo>
                  <a:pt x="521" y="416"/>
                </a:lnTo>
                <a:lnTo>
                  <a:pt x="615" y="499"/>
                </a:lnTo>
                <a:lnTo>
                  <a:pt x="659" y="593"/>
                </a:lnTo>
                <a:lnTo>
                  <a:pt x="681" y="696"/>
                </a:lnTo>
                <a:lnTo>
                  <a:pt x="685" y="906"/>
                </a:lnTo>
                <a:lnTo>
                  <a:pt x="672" y="973"/>
                </a:lnTo>
                <a:lnTo>
                  <a:pt x="650" y="1038"/>
                </a:lnTo>
                <a:lnTo>
                  <a:pt x="617" y="1171"/>
                </a:lnTo>
                <a:lnTo>
                  <a:pt x="609" y="1189"/>
                </a:lnTo>
                <a:lnTo>
                  <a:pt x="591" y="1196"/>
                </a:lnTo>
                <a:lnTo>
                  <a:pt x="566" y="1171"/>
                </a:lnTo>
                <a:lnTo>
                  <a:pt x="558" y="1101"/>
                </a:lnTo>
                <a:lnTo>
                  <a:pt x="540" y="1036"/>
                </a:lnTo>
                <a:lnTo>
                  <a:pt x="518" y="899"/>
                </a:lnTo>
                <a:lnTo>
                  <a:pt x="522" y="735"/>
                </a:lnTo>
                <a:lnTo>
                  <a:pt x="511" y="655"/>
                </a:lnTo>
                <a:lnTo>
                  <a:pt x="498" y="616"/>
                </a:lnTo>
                <a:lnTo>
                  <a:pt x="480" y="578"/>
                </a:lnTo>
                <a:lnTo>
                  <a:pt x="459" y="549"/>
                </a:lnTo>
                <a:lnTo>
                  <a:pt x="435" y="525"/>
                </a:lnTo>
                <a:lnTo>
                  <a:pt x="382" y="482"/>
                </a:lnTo>
                <a:lnTo>
                  <a:pt x="293" y="380"/>
                </a:lnTo>
                <a:lnTo>
                  <a:pt x="265" y="318"/>
                </a:lnTo>
                <a:lnTo>
                  <a:pt x="237" y="269"/>
                </a:lnTo>
                <a:lnTo>
                  <a:pt x="211" y="228"/>
                </a:lnTo>
                <a:lnTo>
                  <a:pt x="184" y="193"/>
                </a:lnTo>
                <a:lnTo>
                  <a:pt x="151" y="162"/>
                </a:lnTo>
                <a:lnTo>
                  <a:pt x="114" y="132"/>
                </a:lnTo>
                <a:lnTo>
                  <a:pt x="70" y="100"/>
                </a:lnTo>
                <a:lnTo>
                  <a:pt x="44" y="82"/>
                </a:lnTo>
                <a:lnTo>
                  <a:pt x="16" y="62"/>
                </a:lnTo>
                <a:lnTo>
                  <a:pt x="0" y="39"/>
                </a:lnTo>
                <a:lnTo>
                  <a:pt x="1" y="17"/>
                </a:lnTo>
                <a:lnTo>
                  <a:pt x="19" y="0"/>
                </a:lnTo>
                <a:lnTo>
                  <a:pt x="47" y="2"/>
                </a:lnTo>
                <a:lnTo>
                  <a:pt x="47" y="2"/>
                </a:lnTo>
                <a:close/>
              </a:path>
            </a:pathLst>
          </a:custGeom>
          <a:solidFill>
            <a:srgbClr val="CC0000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74769" name="Freeform 17" descr="Purple mesh"/>
          <p:cNvSpPr>
            <a:spLocks/>
          </p:cNvSpPr>
          <p:nvPr/>
        </p:nvSpPr>
        <p:spPr bwMode="auto">
          <a:xfrm rot="-838466">
            <a:off x="4246563" y="4389438"/>
            <a:ext cx="488950" cy="344487"/>
          </a:xfrm>
          <a:custGeom>
            <a:avLst/>
            <a:gdLst/>
            <a:ahLst/>
            <a:cxnLst>
              <a:cxn ang="0">
                <a:pos x="28" y="172"/>
              </a:cxn>
              <a:cxn ang="0">
                <a:pos x="16" y="316"/>
              </a:cxn>
              <a:cxn ang="0">
                <a:pos x="28" y="352"/>
              </a:cxn>
              <a:cxn ang="0">
                <a:pos x="100" y="376"/>
              </a:cxn>
              <a:cxn ang="0">
                <a:pos x="304" y="364"/>
              </a:cxn>
              <a:cxn ang="0">
                <a:pos x="388" y="268"/>
              </a:cxn>
              <a:cxn ang="0">
                <a:pos x="376" y="88"/>
              </a:cxn>
              <a:cxn ang="0">
                <a:pos x="196" y="16"/>
              </a:cxn>
              <a:cxn ang="0">
                <a:pos x="64" y="64"/>
              </a:cxn>
              <a:cxn ang="0">
                <a:pos x="52" y="124"/>
              </a:cxn>
              <a:cxn ang="0">
                <a:pos x="28" y="172"/>
              </a:cxn>
            </a:cxnLst>
            <a:rect l="0" t="0" r="r" b="b"/>
            <a:pathLst>
              <a:path w="389" h="376">
                <a:moveTo>
                  <a:pt x="28" y="172"/>
                </a:moveTo>
                <a:cubicBezTo>
                  <a:pt x="13" y="232"/>
                  <a:pt x="0" y="253"/>
                  <a:pt x="16" y="316"/>
                </a:cubicBezTo>
                <a:cubicBezTo>
                  <a:pt x="19" y="328"/>
                  <a:pt x="18" y="345"/>
                  <a:pt x="28" y="352"/>
                </a:cubicBezTo>
                <a:cubicBezTo>
                  <a:pt x="49" y="367"/>
                  <a:pt x="100" y="376"/>
                  <a:pt x="100" y="376"/>
                </a:cubicBezTo>
                <a:cubicBezTo>
                  <a:pt x="168" y="372"/>
                  <a:pt x="237" y="374"/>
                  <a:pt x="304" y="364"/>
                </a:cubicBezTo>
                <a:cubicBezTo>
                  <a:pt x="346" y="358"/>
                  <a:pt x="388" y="268"/>
                  <a:pt x="388" y="268"/>
                </a:cubicBezTo>
                <a:cubicBezTo>
                  <a:pt x="384" y="208"/>
                  <a:pt x="389" y="147"/>
                  <a:pt x="376" y="88"/>
                </a:cubicBezTo>
                <a:cubicBezTo>
                  <a:pt x="362" y="25"/>
                  <a:pt x="232" y="20"/>
                  <a:pt x="196" y="16"/>
                </a:cubicBezTo>
                <a:cubicBezTo>
                  <a:pt x="124" y="24"/>
                  <a:pt x="88" y="0"/>
                  <a:pt x="64" y="64"/>
                </a:cubicBezTo>
                <a:cubicBezTo>
                  <a:pt x="57" y="83"/>
                  <a:pt x="58" y="104"/>
                  <a:pt x="52" y="124"/>
                </a:cubicBezTo>
                <a:cubicBezTo>
                  <a:pt x="27" y="209"/>
                  <a:pt x="28" y="202"/>
                  <a:pt x="28" y="172"/>
                </a:cubicBezTo>
                <a:close/>
              </a:path>
            </a:pathLst>
          </a:custGeom>
          <a:blipFill dpi="0" rotWithShape="0">
            <a:blip r:embed="rId6" cstate="print"/>
            <a:srcRect/>
            <a:tile tx="0" ty="0" sx="100000" sy="100000" flip="none" algn="tl"/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pic>
        <p:nvPicPr>
          <p:cNvPr id="74770" name="Picture 1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78313" y="4198938"/>
            <a:ext cx="469900" cy="62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FFFF99"/>
            </a:outerShdw>
          </a:effectLst>
        </p:spPr>
      </p:pic>
      <p:sp>
        <p:nvSpPr>
          <p:cNvPr id="74771" name="AutoShape 19"/>
          <p:cNvSpPr>
            <a:spLocks noChangeArrowheads="1"/>
          </p:cNvSpPr>
          <p:nvPr/>
        </p:nvSpPr>
        <p:spPr bwMode="auto">
          <a:xfrm rot="2140454">
            <a:off x="1968500" y="3024188"/>
            <a:ext cx="698500" cy="20955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35921" dir="8100000" algn="ctr" rotWithShape="0">
              <a:srgbClr val="FFFF00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sp>
        <p:nvSpPr>
          <p:cNvPr id="74772" name="AutoShape 20"/>
          <p:cNvSpPr>
            <a:spLocks noChangeArrowheads="1"/>
          </p:cNvSpPr>
          <p:nvPr/>
        </p:nvSpPr>
        <p:spPr bwMode="auto">
          <a:xfrm rot="-8671490">
            <a:off x="3478213" y="4103688"/>
            <a:ext cx="625475" cy="20637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FF9900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52363" dir="20757825" algn="ctr" rotWithShape="0">
              <a:srgbClr val="FFFF00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sp>
        <p:nvSpPr>
          <p:cNvPr id="74773" name="Freeform 21"/>
          <p:cNvSpPr>
            <a:spLocks/>
          </p:cNvSpPr>
          <p:nvPr/>
        </p:nvSpPr>
        <p:spPr bwMode="auto">
          <a:xfrm rot="-1818967">
            <a:off x="4295775" y="3949700"/>
            <a:ext cx="180975" cy="241300"/>
          </a:xfrm>
          <a:custGeom>
            <a:avLst/>
            <a:gdLst/>
            <a:ahLst/>
            <a:cxnLst>
              <a:cxn ang="0">
                <a:pos x="20" y="0"/>
              </a:cxn>
              <a:cxn ang="0">
                <a:pos x="32" y="216"/>
              </a:cxn>
              <a:cxn ang="0">
                <a:pos x="20" y="0"/>
              </a:cxn>
            </a:cxnLst>
            <a:rect l="0" t="0" r="r" b="b"/>
            <a:pathLst>
              <a:path w="78" h="216">
                <a:moveTo>
                  <a:pt x="20" y="0"/>
                </a:moveTo>
                <a:cubicBezTo>
                  <a:pt x="0" y="61"/>
                  <a:pt x="27" y="158"/>
                  <a:pt x="32" y="216"/>
                </a:cubicBezTo>
                <a:cubicBezTo>
                  <a:pt x="78" y="147"/>
                  <a:pt x="65" y="67"/>
                  <a:pt x="20" y="0"/>
                </a:cubicBezTo>
                <a:close/>
              </a:path>
            </a:pathLst>
          </a:cu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74775" name="AutoShape 23"/>
          <p:cNvSpPr>
            <a:spLocks noChangeArrowheads="1"/>
          </p:cNvSpPr>
          <p:nvPr/>
        </p:nvSpPr>
        <p:spPr bwMode="auto">
          <a:xfrm rot="-1438628">
            <a:off x="2259013" y="3427413"/>
            <a:ext cx="1454150" cy="785812"/>
          </a:xfrm>
          <a:prstGeom prst="irregularSeal1">
            <a:avLst/>
          </a:prstGeom>
          <a:solidFill>
            <a:srgbClr val="FFFF00"/>
          </a:solidFill>
          <a:ln w="9525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rgbClr val="FF9900"/>
            </a:outerShdw>
          </a:effectLst>
        </p:spPr>
        <p:txBody>
          <a:bodyPr wrap="none" anchor="ctr"/>
          <a:lstStyle/>
          <a:p>
            <a:pPr algn="ctr" eaLnBrk="1" hangingPunct="1"/>
            <a:endParaRPr lang="cs-CZ" u="none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4776" name="Text Box 24"/>
          <p:cNvSpPr txBox="1">
            <a:spLocks noChangeArrowheads="1"/>
          </p:cNvSpPr>
          <p:nvPr/>
        </p:nvSpPr>
        <p:spPr bwMode="auto">
          <a:xfrm rot="-1336675">
            <a:off x="2441575" y="3397250"/>
            <a:ext cx="13128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3600" b="1" u="non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Jolt" pitchFamily="34" charset="0"/>
              </a:rPr>
              <a:t>V-fib</a:t>
            </a:r>
            <a:r>
              <a:rPr lang="en-US" sz="3200" b="1" u="none"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endParaRPr lang="en-US" sz="2000" u="none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74818" name="Picture 6108386" descr="\\Cathy\etx share\OptZOLL AED Plus Training 5 1 02\EFCACT1\S10Picture 610838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0" y="5715000"/>
            <a:ext cx="9144000" cy="1143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74783" name="Text Box 31"/>
          <p:cNvSpPr txBox="1">
            <a:spLocks noChangeArrowheads="1"/>
          </p:cNvSpPr>
          <p:nvPr/>
        </p:nvSpPr>
        <p:spPr bwMode="auto">
          <a:xfrm>
            <a:off x="0" y="6096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u="none" dirty="0" err="1" smtClean="0">
                <a:solidFill>
                  <a:srgbClr val="FF0000"/>
                </a:solidFill>
                <a:latin typeface="Arial Black" pitchFamily="34" charset="0"/>
              </a:rPr>
              <a:t>Náhl</a:t>
            </a:r>
            <a:r>
              <a:rPr lang="sk-SK" sz="4800" b="1" u="none" dirty="0" smtClean="0">
                <a:solidFill>
                  <a:srgbClr val="FF0000"/>
                </a:solidFill>
                <a:latin typeface="Arial Black" pitchFamily="34" charset="0"/>
              </a:rPr>
              <a:t>e</a:t>
            </a:r>
            <a:r>
              <a:rPr lang="en-US" sz="4800" b="1" u="none" dirty="0" smtClean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sz="4800" b="1" u="none" dirty="0" err="1" smtClean="0">
                <a:solidFill>
                  <a:srgbClr val="FF0000"/>
                </a:solidFill>
                <a:latin typeface="Arial Black" pitchFamily="34" charset="0"/>
              </a:rPr>
              <a:t>úmrt</a:t>
            </a:r>
            <a:r>
              <a:rPr lang="sk-SK" sz="4800" b="1" u="none" dirty="0" err="1" smtClean="0">
                <a:solidFill>
                  <a:srgbClr val="FF0000"/>
                </a:solidFill>
                <a:latin typeface="Arial Black" pitchFamily="34" charset="0"/>
              </a:rPr>
              <a:t>ie</a:t>
            </a:r>
            <a:endParaRPr lang="en-US" sz="4800" b="1" u="none" dirty="0">
              <a:solidFill>
                <a:srgbClr val="FF0000"/>
              </a:solidFill>
              <a:latin typeface="Arial Black" pitchFamily="34" charset="0"/>
            </a:endParaRPr>
          </a:p>
        </p:txBody>
      </p:sp>
      <p:pic>
        <p:nvPicPr>
          <p:cNvPr id="23" name="Obrázek 22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921" name="Picture 2444001" descr="\\Cathy\etx share\OptZOLL AED Plus Training 5 1 02\EFCACT1\S11Picture 244400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413000"/>
            <a:ext cx="3276600" cy="24511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66915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914400"/>
            <a:ext cx="7772400" cy="1143000"/>
          </a:xfrm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en-US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Pacientov</a:t>
            </a:r>
            <a:r>
              <a:rPr lang="sk-SK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</a:t>
            </a:r>
            <a:r>
              <a:rPr lang="en-US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íznaky</a:t>
            </a:r>
            <a:r>
              <a:rPr lang="en-US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2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</a:t>
            </a:r>
            <a:r>
              <a:rPr lang="sk-SK" sz="32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3200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32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200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/>
            </a:r>
            <a:br>
              <a:rPr lang="en-US" sz="3200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b="1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sk-SK" b="1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</a:t>
            </a:r>
            <a:r>
              <a:rPr lang="en-US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omorov</a:t>
            </a:r>
            <a:r>
              <a:rPr lang="sk-SK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ej</a:t>
            </a:r>
            <a:r>
              <a:rPr lang="en-US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fibril</a:t>
            </a:r>
            <a:r>
              <a:rPr lang="sk-SK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b="1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ci</a:t>
            </a:r>
            <a:r>
              <a:rPr lang="sk-SK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endParaRPr lang="en-US" b="1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6691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2525713"/>
            <a:ext cx="7772400" cy="29718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Bezv</a:t>
            </a:r>
            <a:r>
              <a:rPr lang="sk-SK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dom</a:t>
            </a:r>
            <a:r>
              <a:rPr lang="sk-SK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ie</a:t>
            </a:r>
            <a:endParaRPr lang="en-US" sz="24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Bez</a:t>
            </a:r>
            <a:r>
              <a:rPr lang="en-US" sz="24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efekt</a:t>
            </a:r>
            <a:r>
              <a:rPr lang="sk-SK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ívnej</a:t>
            </a:r>
            <a:r>
              <a:rPr lang="en-US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činnosti</a:t>
            </a:r>
            <a:r>
              <a:rPr lang="en-US" sz="24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srdc</a:t>
            </a:r>
            <a:r>
              <a:rPr lang="sk-SK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endParaRPr lang="en-US" sz="24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Bez</a:t>
            </a:r>
            <a:r>
              <a:rPr lang="en-US" sz="24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dých</a:t>
            </a:r>
            <a:r>
              <a:rPr lang="sk-SK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r>
              <a:rPr lang="en-US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n</a:t>
            </a:r>
            <a:r>
              <a:rPr lang="sk-SK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ia</a:t>
            </a:r>
            <a:endParaRPr lang="en-US" sz="24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2400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Výraz</a:t>
            </a:r>
            <a:r>
              <a:rPr lang="en-US" sz="24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trp</a:t>
            </a:r>
            <a:r>
              <a:rPr lang="sk-SK" sz="24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ia</a:t>
            </a:r>
            <a:r>
              <a:rPr lang="en-US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c</a:t>
            </a:r>
            <a:r>
              <a:rPr lang="sk-SK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r>
              <a:rPr lang="en-US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ho</a:t>
            </a:r>
            <a:r>
              <a:rPr lang="sk-SK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,</a:t>
            </a:r>
            <a:r>
              <a:rPr lang="en-US" sz="24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400" dirty="0" err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pobledlý</a:t>
            </a:r>
            <a:endParaRPr lang="en-US" sz="24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sz="8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Má</a:t>
            </a:r>
            <a:r>
              <a:rPr lang="en-US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i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za</a:t>
            </a:r>
            <a:r>
              <a:rPr lang="en-US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i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násled</a:t>
            </a:r>
            <a:r>
              <a:rPr lang="sk-SK" sz="2800" i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</a:t>
            </a:r>
            <a:r>
              <a:rPr lang="en-US" sz="2800" i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</a:t>
            </a:r>
            <a:r>
              <a:rPr lang="en-US" sz="28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…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  </a:t>
            </a:r>
            <a:endParaRPr lang="en-US" sz="14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66917" name="Text Box 5"/>
          <p:cNvSpPr txBox="1">
            <a:spLocks noChangeArrowheads="1"/>
          </p:cNvSpPr>
          <p:nvPr/>
        </p:nvSpPr>
        <p:spPr bwMode="auto">
          <a:xfrm>
            <a:off x="304800" y="5835650"/>
            <a:ext cx="8458200" cy="641350"/>
          </a:xfrm>
          <a:prstGeom prst="rect">
            <a:avLst/>
          </a:prstGeom>
          <a:gradFill rotWithShape="0">
            <a:gsLst>
              <a:gs pos="0">
                <a:srgbClr val="D5E917"/>
              </a:gs>
              <a:gs pos="100000">
                <a:srgbClr val="61618B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 u="none" dirty="0" err="1">
                <a:solidFill>
                  <a:srgbClr val="2B0A74"/>
                </a:solidFill>
                <a:latin typeface="Arial Rounded MT Bold" pitchFamily="34" charset="0"/>
              </a:rPr>
              <a:t>Život</a:t>
            </a:r>
            <a:r>
              <a:rPr lang="en-US" sz="3600" b="1" u="none" dirty="0">
                <a:solidFill>
                  <a:srgbClr val="2B0A74"/>
                </a:solidFill>
                <a:latin typeface="Arial Rounded MT Bold" pitchFamily="34" charset="0"/>
              </a:rPr>
              <a:t> </a:t>
            </a:r>
            <a:r>
              <a:rPr lang="sk-SK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ale</a:t>
            </a:r>
            <a:r>
              <a:rPr lang="en-US" sz="3600" b="1" u="none" dirty="0" err="1" smtClean="0">
                <a:solidFill>
                  <a:srgbClr val="2B0A74"/>
                </a:solidFill>
                <a:latin typeface="Arial Rounded MT Bold" pitchFamily="34" charset="0"/>
              </a:rPr>
              <a:t>bo</a:t>
            </a:r>
            <a:r>
              <a:rPr lang="en-US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 </a:t>
            </a:r>
            <a:r>
              <a:rPr lang="en-US" sz="3600" b="1" u="none" dirty="0" err="1" smtClean="0">
                <a:solidFill>
                  <a:srgbClr val="2B0A74"/>
                </a:solidFill>
                <a:latin typeface="Arial Rounded MT Bold" pitchFamily="34" charset="0"/>
              </a:rPr>
              <a:t>smr</a:t>
            </a:r>
            <a:r>
              <a:rPr lang="sk-SK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ť</a:t>
            </a:r>
            <a:r>
              <a:rPr lang="en-US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 </a:t>
            </a:r>
            <a:r>
              <a:rPr lang="en-US" sz="3600" b="1" u="none" dirty="0">
                <a:solidFill>
                  <a:srgbClr val="2B0A74"/>
                </a:solidFill>
                <a:latin typeface="Arial Rounded MT Bold" pitchFamily="34" charset="0"/>
              </a:rPr>
              <a:t>je </a:t>
            </a:r>
            <a:r>
              <a:rPr lang="sk-SK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teraz</a:t>
            </a:r>
            <a:r>
              <a:rPr lang="en-US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 v</a:t>
            </a:r>
            <a:r>
              <a:rPr lang="sk-SK" sz="3600" b="1" u="none" dirty="0" err="1" smtClean="0">
                <a:solidFill>
                  <a:srgbClr val="2B0A74"/>
                </a:solidFill>
                <a:latin typeface="Arial Rounded MT Bold" pitchFamily="34" charset="0"/>
              </a:rPr>
              <a:t>ec</a:t>
            </a:r>
            <a:r>
              <a:rPr lang="en-US" sz="3600" b="1" u="none" dirty="0" smtClean="0">
                <a:solidFill>
                  <a:srgbClr val="2B0A74"/>
                </a:solidFill>
                <a:latin typeface="Arial Rounded MT Bold" pitchFamily="34" charset="0"/>
              </a:rPr>
              <a:t> </a:t>
            </a:r>
            <a:r>
              <a:rPr lang="en-US" sz="3600" b="1" u="none" dirty="0" err="1">
                <a:solidFill>
                  <a:srgbClr val="2B0A74"/>
                </a:solidFill>
                <a:latin typeface="Arial Rounded MT Bold" pitchFamily="34" charset="0"/>
              </a:rPr>
              <a:t>času</a:t>
            </a:r>
            <a:endParaRPr lang="en-US" sz="3600" b="1" u="none" dirty="0">
              <a:solidFill>
                <a:srgbClr val="D5E917"/>
              </a:solidFill>
              <a:latin typeface="Arial Rounded MT Bold" pitchFamily="34" charset="0"/>
            </a:endParaRPr>
          </a:p>
        </p:txBody>
      </p:sp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1143000" y="5105400"/>
            <a:ext cx="8022132" cy="84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Ch</a:t>
            </a:r>
            <a:r>
              <a:rPr lang="sk-SK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ý</a:t>
            </a:r>
            <a:r>
              <a:rPr lang="en-US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</a:t>
            </a:r>
            <a:r>
              <a:rPr lang="sk-SK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r>
              <a:rPr lang="en-US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u="none" dirty="0" err="1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kyslík</a:t>
            </a:r>
            <a:r>
              <a:rPr lang="en-US" sz="28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v </a:t>
            </a:r>
            <a:r>
              <a:rPr lang="en-US" sz="28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moz</a:t>
            </a:r>
            <a:r>
              <a:rPr lang="sk-SK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g</a:t>
            </a:r>
            <a:r>
              <a:rPr lang="en-US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u </a:t>
            </a:r>
            <a:r>
              <a:rPr lang="en-US" sz="28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 v </a:t>
            </a:r>
            <a:r>
              <a:rPr lang="en-US" sz="28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ostatn</a:t>
            </a:r>
            <a:r>
              <a:rPr lang="sk-SK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ý</a:t>
            </a:r>
            <a:r>
              <a:rPr lang="en-US" sz="28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ch</a:t>
            </a:r>
            <a:r>
              <a:rPr lang="en-US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8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orgán</a:t>
            </a:r>
            <a:r>
              <a:rPr lang="sk-SK" sz="28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</a:t>
            </a:r>
            <a:r>
              <a:rPr lang="en-US" sz="28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ch</a:t>
            </a:r>
            <a:endParaRPr lang="en-US" sz="2800" u="none" dirty="0">
              <a:solidFill>
                <a:srgbClr val="CC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endParaRPr lang="en-US" u="none" dirty="0">
              <a:solidFill>
                <a:srgbClr val="CCCCFF"/>
              </a:solidFill>
              <a:latin typeface="Times" pitchFamily="18" charset="0"/>
            </a:endParaRPr>
          </a:p>
        </p:txBody>
      </p:sp>
      <p:pic>
        <p:nvPicPr>
          <p:cNvPr id="7" name="Obrázek 6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7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1" name="Freeform 2051"/>
          <p:cNvSpPr>
            <a:spLocks/>
          </p:cNvSpPr>
          <p:nvPr/>
        </p:nvSpPr>
        <p:spPr bwMode="auto">
          <a:xfrm>
            <a:off x="3341688" y="2043113"/>
            <a:ext cx="2894012" cy="3448050"/>
          </a:xfrm>
          <a:custGeom>
            <a:avLst/>
            <a:gdLst/>
            <a:ahLst/>
            <a:cxnLst>
              <a:cxn ang="0">
                <a:pos x="308" y="2202"/>
              </a:cxn>
              <a:cxn ang="0">
                <a:pos x="362" y="2033"/>
              </a:cxn>
              <a:cxn ang="0">
                <a:pos x="364" y="1865"/>
              </a:cxn>
              <a:cxn ang="0">
                <a:pos x="286" y="1694"/>
              </a:cxn>
              <a:cxn ang="0">
                <a:pos x="189" y="1534"/>
              </a:cxn>
              <a:cxn ang="0">
                <a:pos x="95" y="1376"/>
              </a:cxn>
              <a:cxn ang="0">
                <a:pos x="28" y="1203"/>
              </a:cxn>
              <a:cxn ang="0">
                <a:pos x="0" y="999"/>
              </a:cxn>
              <a:cxn ang="0">
                <a:pos x="30" y="772"/>
              </a:cxn>
              <a:cxn ang="0">
                <a:pos x="91" y="597"/>
              </a:cxn>
              <a:cxn ang="0">
                <a:pos x="184" y="442"/>
              </a:cxn>
              <a:cxn ang="0">
                <a:pos x="312" y="305"/>
              </a:cxn>
              <a:cxn ang="0">
                <a:pos x="483" y="184"/>
              </a:cxn>
              <a:cxn ang="0">
                <a:pos x="709" y="73"/>
              </a:cxn>
              <a:cxn ang="0">
                <a:pos x="878" y="26"/>
              </a:cxn>
              <a:cxn ang="0">
                <a:pos x="1062" y="2"/>
              </a:cxn>
              <a:cxn ang="0">
                <a:pos x="1250" y="4"/>
              </a:cxn>
              <a:cxn ang="0">
                <a:pos x="1435" y="30"/>
              </a:cxn>
              <a:cxn ang="0">
                <a:pos x="1604" y="77"/>
              </a:cxn>
              <a:cxn ang="0">
                <a:pos x="1745" y="143"/>
              </a:cxn>
              <a:cxn ang="0">
                <a:pos x="1875" y="245"/>
              </a:cxn>
              <a:cxn ang="0">
                <a:pos x="1989" y="376"/>
              </a:cxn>
              <a:cxn ang="0">
                <a:pos x="2078" y="525"/>
              </a:cxn>
              <a:cxn ang="0">
                <a:pos x="2132" y="685"/>
              </a:cxn>
              <a:cxn ang="0">
                <a:pos x="2152" y="811"/>
              </a:cxn>
              <a:cxn ang="0">
                <a:pos x="2187" y="883"/>
              </a:cxn>
              <a:cxn ang="0">
                <a:pos x="2202" y="947"/>
              </a:cxn>
              <a:cxn ang="0">
                <a:pos x="2169" y="1009"/>
              </a:cxn>
              <a:cxn ang="0">
                <a:pos x="2124" y="1065"/>
              </a:cxn>
              <a:cxn ang="0">
                <a:pos x="2109" y="1146"/>
              </a:cxn>
              <a:cxn ang="0">
                <a:pos x="2178" y="1261"/>
              </a:cxn>
              <a:cxn ang="0">
                <a:pos x="2239" y="1344"/>
              </a:cxn>
              <a:cxn ang="0">
                <a:pos x="2314" y="1408"/>
              </a:cxn>
              <a:cxn ang="0">
                <a:pos x="2356" y="1470"/>
              </a:cxn>
              <a:cxn ang="0">
                <a:pos x="2347" y="1528"/>
              </a:cxn>
              <a:cxn ang="0">
                <a:pos x="2297" y="1572"/>
              </a:cxn>
              <a:cxn ang="0">
                <a:pos x="2189" y="1649"/>
              </a:cxn>
              <a:cxn ang="0">
                <a:pos x="2210" y="1754"/>
              </a:cxn>
              <a:cxn ang="0">
                <a:pos x="2184" y="1788"/>
              </a:cxn>
              <a:cxn ang="0">
                <a:pos x="2150" y="1811"/>
              </a:cxn>
              <a:cxn ang="0">
                <a:pos x="2143" y="1837"/>
              </a:cxn>
              <a:cxn ang="0">
                <a:pos x="2167" y="1903"/>
              </a:cxn>
              <a:cxn ang="0">
                <a:pos x="2109" y="1965"/>
              </a:cxn>
              <a:cxn ang="0">
                <a:pos x="2080" y="2035"/>
              </a:cxn>
              <a:cxn ang="0">
                <a:pos x="2115" y="2155"/>
              </a:cxn>
              <a:cxn ang="0">
                <a:pos x="2102" y="2255"/>
              </a:cxn>
              <a:cxn ang="0">
                <a:pos x="2022" y="2313"/>
              </a:cxn>
              <a:cxn ang="0">
                <a:pos x="1805" y="2323"/>
              </a:cxn>
              <a:cxn ang="0">
                <a:pos x="1638" y="2328"/>
              </a:cxn>
              <a:cxn ang="0">
                <a:pos x="1547" y="2428"/>
              </a:cxn>
              <a:cxn ang="0">
                <a:pos x="1476" y="2590"/>
              </a:cxn>
            </a:cxnLst>
            <a:rect l="0" t="0" r="r" b="b"/>
            <a:pathLst>
              <a:path w="2356" h="2682">
                <a:moveTo>
                  <a:pt x="1415" y="2682"/>
                </a:moveTo>
                <a:lnTo>
                  <a:pt x="286" y="2257"/>
                </a:lnTo>
                <a:lnTo>
                  <a:pt x="308" y="2202"/>
                </a:lnTo>
                <a:lnTo>
                  <a:pt x="329" y="2146"/>
                </a:lnTo>
                <a:lnTo>
                  <a:pt x="349" y="2091"/>
                </a:lnTo>
                <a:lnTo>
                  <a:pt x="362" y="2033"/>
                </a:lnTo>
                <a:lnTo>
                  <a:pt x="371" y="1976"/>
                </a:lnTo>
                <a:lnTo>
                  <a:pt x="373" y="1920"/>
                </a:lnTo>
                <a:lnTo>
                  <a:pt x="364" y="1865"/>
                </a:lnTo>
                <a:lnTo>
                  <a:pt x="345" y="1809"/>
                </a:lnTo>
                <a:lnTo>
                  <a:pt x="316" y="1749"/>
                </a:lnTo>
                <a:lnTo>
                  <a:pt x="286" y="1694"/>
                </a:lnTo>
                <a:lnTo>
                  <a:pt x="254" y="1639"/>
                </a:lnTo>
                <a:lnTo>
                  <a:pt x="221" y="1587"/>
                </a:lnTo>
                <a:lnTo>
                  <a:pt x="189" y="1534"/>
                </a:lnTo>
                <a:lnTo>
                  <a:pt x="156" y="1481"/>
                </a:lnTo>
                <a:lnTo>
                  <a:pt x="126" y="1429"/>
                </a:lnTo>
                <a:lnTo>
                  <a:pt x="95" y="1376"/>
                </a:lnTo>
                <a:lnTo>
                  <a:pt x="69" y="1321"/>
                </a:lnTo>
                <a:lnTo>
                  <a:pt x="48" y="1263"/>
                </a:lnTo>
                <a:lnTo>
                  <a:pt x="28" y="1203"/>
                </a:lnTo>
                <a:lnTo>
                  <a:pt x="13" y="1139"/>
                </a:lnTo>
                <a:lnTo>
                  <a:pt x="4" y="1071"/>
                </a:lnTo>
                <a:lnTo>
                  <a:pt x="0" y="999"/>
                </a:lnTo>
                <a:lnTo>
                  <a:pt x="4" y="920"/>
                </a:lnTo>
                <a:lnTo>
                  <a:pt x="15" y="834"/>
                </a:lnTo>
                <a:lnTo>
                  <a:pt x="30" y="772"/>
                </a:lnTo>
                <a:lnTo>
                  <a:pt x="48" y="711"/>
                </a:lnTo>
                <a:lnTo>
                  <a:pt x="69" y="653"/>
                </a:lnTo>
                <a:lnTo>
                  <a:pt x="91" y="597"/>
                </a:lnTo>
                <a:lnTo>
                  <a:pt x="119" y="544"/>
                </a:lnTo>
                <a:lnTo>
                  <a:pt x="150" y="493"/>
                </a:lnTo>
                <a:lnTo>
                  <a:pt x="184" y="442"/>
                </a:lnTo>
                <a:lnTo>
                  <a:pt x="221" y="395"/>
                </a:lnTo>
                <a:lnTo>
                  <a:pt x="262" y="350"/>
                </a:lnTo>
                <a:lnTo>
                  <a:pt x="312" y="305"/>
                </a:lnTo>
                <a:lnTo>
                  <a:pt x="362" y="263"/>
                </a:lnTo>
                <a:lnTo>
                  <a:pt x="420" y="224"/>
                </a:lnTo>
                <a:lnTo>
                  <a:pt x="483" y="184"/>
                </a:lnTo>
                <a:lnTo>
                  <a:pt x="553" y="145"/>
                </a:lnTo>
                <a:lnTo>
                  <a:pt x="628" y="109"/>
                </a:lnTo>
                <a:lnTo>
                  <a:pt x="709" y="73"/>
                </a:lnTo>
                <a:lnTo>
                  <a:pt x="763" y="56"/>
                </a:lnTo>
                <a:lnTo>
                  <a:pt x="819" y="39"/>
                </a:lnTo>
                <a:lnTo>
                  <a:pt x="878" y="26"/>
                </a:lnTo>
                <a:lnTo>
                  <a:pt x="938" y="13"/>
                </a:lnTo>
                <a:lnTo>
                  <a:pt x="999" y="7"/>
                </a:lnTo>
                <a:lnTo>
                  <a:pt x="1062" y="2"/>
                </a:lnTo>
                <a:lnTo>
                  <a:pt x="1125" y="0"/>
                </a:lnTo>
                <a:lnTo>
                  <a:pt x="1188" y="0"/>
                </a:lnTo>
                <a:lnTo>
                  <a:pt x="1250" y="4"/>
                </a:lnTo>
                <a:lnTo>
                  <a:pt x="1313" y="11"/>
                </a:lnTo>
                <a:lnTo>
                  <a:pt x="1376" y="19"/>
                </a:lnTo>
                <a:lnTo>
                  <a:pt x="1435" y="30"/>
                </a:lnTo>
                <a:lnTo>
                  <a:pt x="1493" y="43"/>
                </a:lnTo>
                <a:lnTo>
                  <a:pt x="1549" y="58"/>
                </a:lnTo>
                <a:lnTo>
                  <a:pt x="1604" y="77"/>
                </a:lnTo>
                <a:lnTo>
                  <a:pt x="1654" y="94"/>
                </a:lnTo>
                <a:lnTo>
                  <a:pt x="1699" y="117"/>
                </a:lnTo>
                <a:lnTo>
                  <a:pt x="1745" y="143"/>
                </a:lnTo>
                <a:lnTo>
                  <a:pt x="1788" y="175"/>
                </a:lnTo>
                <a:lnTo>
                  <a:pt x="1833" y="207"/>
                </a:lnTo>
                <a:lnTo>
                  <a:pt x="1875" y="245"/>
                </a:lnTo>
                <a:lnTo>
                  <a:pt x="1916" y="288"/>
                </a:lnTo>
                <a:lnTo>
                  <a:pt x="1953" y="331"/>
                </a:lnTo>
                <a:lnTo>
                  <a:pt x="1989" y="376"/>
                </a:lnTo>
                <a:lnTo>
                  <a:pt x="2022" y="425"/>
                </a:lnTo>
                <a:lnTo>
                  <a:pt x="2052" y="474"/>
                </a:lnTo>
                <a:lnTo>
                  <a:pt x="2078" y="525"/>
                </a:lnTo>
                <a:lnTo>
                  <a:pt x="2100" y="578"/>
                </a:lnTo>
                <a:lnTo>
                  <a:pt x="2119" y="632"/>
                </a:lnTo>
                <a:lnTo>
                  <a:pt x="2132" y="685"/>
                </a:lnTo>
                <a:lnTo>
                  <a:pt x="2143" y="740"/>
                </a:lnTo>
                <a:lnTo>
                  <a:pt x="2145" y="783"/>
                </a:lnTo>
                <a:lnTo>
                  <a:pt x="2152" y="811"/>
                </a:lnTo>
                <a:lnTo>
                  <a:pt x="2161" y="830"/>
                </a:lnTo>
                <a:lnTo>
                  <a:pt x="2171" y="856"/>
                </a:lnTo>
                <a:lnTo>
                  <a:pt x="2187" y="883"/>
                </a:lnTo>
                <a:lnTo>
                  <a:pt x="2195" y="907"/>
                </a:lnTo>
                <a:lnTo>
                  <a:pt x="2202" y="926"/>
                </a:lnTo>
                <a:lnTo>
                  <a:pt x="2202" y="947"/>
                </a:lnTo>
                <a:lnTo>
                  <a:pt x="2197" y="967"/>
                </a:lnTo>
                <a:lnTo>
                  <a:pt x="2187" y="986"/>
                </a:lnTo>
                <a:lnTo>
                  <a:pt x="2169" y="1009"/>
                </a:lnTo>
                <a:lnTo>
                  <a:pt x="2154" y="1024"/>
                </a:lnTo>
                <a:lnTo>
                  <a:pt x="2139" y="1045"/>
                </a:lnTo>
                <a:lnTo>
                  <a:pt x="2124" y="1065"/>
                </a:lnTo>
                <a:lnTo>
                  <a:pt x="2109" y="1090"/>
                </a:lnTo>
                <a:lnTo>
                  <a:pt x="2104" y="1116"/>
                </a:lnTo>
                <a:lnTo>
                  <a:pt x="2109" y="1146"/>
                </a:lnTo>
                <a:lnTo>
                  <a:pt x="2124" y="1178"/>
                </a:lnTo>
                <a:lnTo>
                  <a:pt x="2152" y="1223"/>
                </a:lnTo>
                <a:lnTo>
                  <a:pt x="2178" y="1261"/>
                </a:lnTo>
                <a:lnTo>
                  <a:pt x="2200" y="1295"/>
                </a:lnTo>
                <a:lnTo>
                  <a:pt x="2219" y="1321"/>
                </a:lnTo>
                <a:lnTo>
                  <a:pt x="2239" y="1344"/>
                </a:lnTo>
                <a:lnTo>
                  <a:pt x="2260" y="1365"/>
                </a:lnTo>
                <a:lnTo>
                  <a:pt x="2284" y="1387"/>
                </a:lnTo>
                <a:lnTo>
                  <a:pt x="2314" y="1408"/>
                </a:lnTo>
                <a:lnTo>
                  <a:pt x="2332" y="1425"/>
                </a:lnTo>
                <a:lnTo>
                  <a:pt x="2347" y="1447"/>
                </a:lnTo>
                <a:lnTo>
                  <a:pt x="2356" y="1470"/>
                </a:lnTo>
                <a:lnTo>
                  <a:pt x="2356" y="1491"/>
                </a:lnTo>
                <a:lnTo>
                  <a:pt x="2351" y="1511"/>
                </a:lnTo>
                <a:lnTo>
                  <a:pt x="2347" y="1528"/>
                </a:lnTo>
                <a:lnTo>
                  <a:pt x="2334" y="1547"/>
                </a:lnTo>
                <a:lnTo>
                  <a:pt x="2321" y="1560"/>
                </a:lnTo>
                <a:lnTo>
                  <a:pt x="2297" y="1572"/>
                </a:lnTo>
                <a:lnTo>
                  <a:pt x="2249" y="1589"/>
                </a:lnTo>
                <a:lnTo>
                  <a:pt x="2184" y="1617"/>
                </a:lnTo>
                <a:lnTo>
                  <a:pt x="2189" y="1649"/>
                </a:lnTo>
                <a:lnTo>
                  <a:pt x="2193" y="1685"/>
                </a:lnTo>
                <a:lnTo>
                  <a:pt x="2202" y="1724"/>
                </a:lnTo>
                <a:lnTo>
                  <a:pt x="2210" y="1754"/>
                </a:lnTo>
                <a:lnTo>
                  <a:pt x="2202" y="1767"/>
                </a:lnTo>
                <a:lnTo>
                  <a:pt x="2193" y="1777"/>
                </a:lnTo>
                <a:lnTo>
                  <a:pt x="2184" y="1788"/>
                </a:lnTo>
                <a:lnTo>
                  <a:pt x="2176" y="1796"/>
                </a:lnTo>
                <a:lnTo>
                  <a:pt x="2163" y="1805"/>
                </a:lnTo>
                <a:lnTo>
                  <a:pt x="2150" y="1811"/>
                </a:lnTo>
                <a:lnTo>
                  <a:pt x="2132" y="1813"/>
                </a:lnTo>
                <a:lnTo>
                  <a:pt x="2111" y="1813"/>
                </a:lnTo>
                <a:lnTo>
                  <a:pt x="2143" y="1837"/>
                </a:lnTo>
                <a:lnTo>
                  <a:pt x="2163" y="1858"/>
                </a:lnTo>
                <a:lnTo>
                  <a:pt x="2169" y="1880"/>
                </a:lnTo>
                <a:lnTo>
                  <a:pt x="2167" y="1903"/>
                </a:lnTo>
                <a:lnTo>
                  <a:pt x="2154" y="1927"/>
                </a:lnTo>
                <a:lnTo>
                  <a:pt x="2132" y="1948"/>
                </a:lnTo>
                <a:lnTo>
                  <a:pt x="2109" y="1965"/>
                </a:lnTo>
                <a:lnTo>
                  <a:pt x="2080" y="1980"/>
                </a:lnTo>
                <a:lnTo>
                  <a:pt x="2078" y="2005"/>
                </a:lnTo>
                <a:lnTo>
                  <a:pt x="2080" y="2035"/>
                </a:lnTo>
                <a:lnTo>
                  <a:pt x="2091" y="2080"/>
                </a:lnTo>
                <a:lnTo>
                  <a:pt x="2104" y="2116"/>
                </a:lnTo>
                <a:lnTo>
                  <a:pt x="2115" y="2155"/>
                </a:lnTo>
                <a:lnTo>
                  <a:pt x="2117" y="2191"/>
                </a:lnTo>
                <a:lnTo>
                  <a:pt x="2115" y="2221"/>
                </a:lnTo>
                <a:lnTo>
                  <a:pt x="2102" y="2255"/>
                </a:lnTo>
                <a:lnTo>
                  <a:pt x="2078" y="2281"/>
                </a:lnTo>
                <a:lnTo>
                  <a:pt x="2050" y="2300"/>
                </a:lnTo>
                <a:lnTo>
                  <a:pt x="2022" y="2313"/>
                </a:lnTo>
                <a:lnTo>
                  <a:pt x="1976" y="2321"/>
                </a:lnTo>
                <a:lnTo>
                  <a:pt x="1892" y="2328"/>
                </a:lnTo>
                <a:lnTo>
                  <a:pt x="1805" y="2323"/>
                </a:lnTo>
                <a:lnTo>
                  <a:pt x="1727" y="2319"/>
                </a:lnTo>
                <a:lnTo>
                  <a:pt x="1673" y="2319"/>
                </a:lnTo>
                <a:lnTo>
                  <a:pt x="1638" y="2328"/>
                </a:lnTo>
                <a:lnTo>
                  <a:pt x="1608" y="2351"/>
                </a:lnTo>
                <a:lnTo>
                  <a:pt x="1578" y="2379"/>
                </a:lnTo>
                <a:lnTo>
                  <a:pt x="1547" y="2428"/>
                </a:lnTo>
                <a:lnTo>
                  <a:pt x="1521" y="2479"/>
                </a:lnTo>
                <a:lnTo>
                  <a:pt x="1497" y="2535"/>
                </a:lnTo>
                <a:lnTo>
                  <a:pt x="1476" y="2590"/>
                </a:lnTo>
                <a:lnTo>
                  <a:pt x="1448" y="2639"/>
                </a:lnTo>
                <a:lnTo>
                  <a:pt x="1415" y="2682"/>
                </a:lnTo>
                <a:close/>
              </a:path>
            </a:pathLst>
          </a:custGeom>
          <a:solidFill>
            <a:srgbClr val="F2C2A6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2" name="Freeform 2052"/>
          <p:cNvSpPr>
            <a:spLocks/>
          </p:cNvSpPr>
          <p:nvPr/>
        </p:nvSpPr>
        <p:spPr bwMode="auto">
          <a:xfrm>
            <a:off x="3989388" y="3444875"/>
            <a:ext cx="915987" cy="1679575"/>
          </a:xfrm>
          <a:custGeom>
            <a:avLst/>
            <a:gdLst/>
            <a:ahLst/>
            <a:cxnLst>
              <a:cxn ang="0">
                <a:pos x="420" y="109"/>
              </a:cxn>
              <a:cxn ang="0">
                <a:pos x="355" y="331"/>
              </a:cxn>
              <a:cxn ang="0">
                <a:pos x="268" y="453"/>
              </a:cxn>
              <a:cxn ang="0">
                <a:pos x="279" y="497"/>
              </a:cxn>
              <a:cxn ang="0">
                <a:pos x="279" y="553"/>
              </a:cxn>
              <a:cxn ang="0">
                <a:pos x="279" y="604"/>
              </a:cxn>
              <a:cxn ang="0">
                <a:pos x="268" y="670"/>
              </a:cxn>
              <a:cxn ang="0">
                <a:pos x="251" y="753"/>
              </a:cxn>
              <a:cxn ang="0">
                <a:pos x="225" y="845"/>
              </a:cxn>
              <a:cxn ang="0">
                <a:pos x="190" y="941"/>
              </a:cxn>
              <a:cxn ang="0">
                <a:pos x="147" y="1037"/>
              </a:cxn>
              <a:cxn ang="0">
                <a:pos x="97" y="1131"/>
              </a:cxn>
              <a:cxn ang="0">
                <a:pos x="39" y="1214"/>
              </a:cxn>
              <a:cxn ang="0">
                <a:pos x="134" y="1306"/>
              </a:cxn>
              <a:cxn ang="0">
                <a:pos x="179" y="1225"/>
              </a:cxn>
              <a:cxn ang="0">
                <a:pos x="223" y="1152"/>
              </a:cxn>
              <a:cxn ang="0">
                <a:pos x="266" y="1090"/>
              </a:cxn>
              <a:cxn ang="0">
                <a:pos x="316" y="1024"/>
              </a:cxn>
              <a:cxn ang="0">
                <a:pos x="394" y="930"/>
              </a:cxn>
              <a:cxn ang="0">
                <a:pos x="424" y="907"/>
              </a:cxn>
              <a:cxn ang="0">
                <a:pos x="450" y="918"/>
              </a:cxn>
              <a:cxn ang="0">
                <a:pos x="479" y="926"/>
              </a:cxn>
              <a:cxn ang="0">
                <a:pos x="500" y="926"/>
              </a:cxn>
              <a:cxn ang="0">
                <a:pos x="487" y="907"/>
              </a:cxn>
              <a:cxn ang="0">
                <a:pos x="440" y="875"/>
              </a:cxn>
              <a:cxn ang="0">
                <a:pos x="468" y="839"/>
              </a:cxn>
              <a:cxn ang="0">
                <a:pos x="496" y="802"/>
              </a:cxn>
              <a:cxn ang="0">
                <a:pos x="518" y="773"/>
              </a:cxn>
              <a:cxn ang="0">
                <a:pos x="539" y="747"/>
              </a:cxn>
              <a:cxn ang="0">
                <a:pos x="578" y="743"/>
              </a:cxn>
              <a:cxn ang="0">
                <a:pos x="609" y="732"/>
              </a:cxn>
              <a:cxn ang="0">
                <a:pos x="583" y="721"/>
              </a:cxn>
              <a:cxn ang="0">
                <a:pos x="563" y="691"/>
              </a:cxn>
              <a:cxn ang="0">
                <a:pos x="596" y="651"/>
              </a:cxn>
              <a:cxn ang="0">
                <a:pos x="619" y="619"/>
              </a:cxn>
              <a:cxn ang="0">
                <a:pos x="632" y="593"/>
              </a:cxn>
              <a:cxn ang="0">
                <a:pos x="639" y="570"/>
              </a:cxn>
              <a:cxn ang="0">
                <a:pos x="637" y="546"/>
              </a:cxn>
              <a:cxn ang="0">
                <a:pos x="626" y="527"/>
              </a:cxn>
              <a:cxn ang="0">
                <a:pos x="606" y="510"/>
              </a:cxn>
              <a:cxn ang="0">
                <a:pos x="609" y="506"/>
              </a:cxn>
              <a:cxn ang="0">
                <a:pos x="645" y="514"/>
              </a:cxn>
              <a:cxn ang="0">
                <a:pos x="661" y="512"/>
              </a:cxn>
              <a:cxn ang="0">
                <a:pos x="652" y="502"/>
              </a:cxn>
              <a:cxn ang="0">
                <a:pos x="626" y="491"/>
              </a:cxn>
              <a:cxn ang="0">
                <a:pos x="639" y="457"/>
              </a:cxn>
              <a:cxn ang="0">
                <a:pos x="680" y="408"/>
              </a:cxn>
              <a:cxn ang="0">
                <a:pos x="710" y="361"/>
              </a:cxn>
              <a:cxn ang="0">
                <a:pos x="732" y="314"/>
              </a:cxn>
              <a:cxn ang="0">
                <a:pos x="743" y="258"/>
              </a:cxn>
              <a:cxn ang="0">
                <a:pos x="743" y="192"/>
              </a:cxn>
              <a:cxn ang="0">
                <a:pos x="736" y="122"/>
              </a:cxn>
              <a:cxn ang="0">
                <a:pos x="726" y="43"/>
              </a:cxn>
            </a:cxnLst>
            <a:rect l="0" t="0" r="r" b="b"/>
            <a:pathLst>
              <a:path w="745" h="1306">
                <a:moveTo>
                  <a:pt x="717" y="0"/>
                </a:moveTo>
                <a:lnTo>
                  <a:pt x="420" y="109"/>
                </a:lnTo>
                <a:lnTo>
                  <a:pt x="329" y="233"/>
                </a:lnTo>
                <a:lnTo>
                  <a:pt x="355" y="331"/>
                </a:lnTo>
                <a:lnTo>
                  <a:pt x="260" y="440"/>
                </a:lnTo>
                <a:lnTo>
                  <a:pt x="268" y="453"/>
                </a:lnTo>
                <a:lnTo>
                  <a:pt x="275" y="472"/>
                </a:lnTo>
                <a:lnTo>
                  <a:pt x="279" y="497"/>
                </a:lnTo>
                <a:lnTo>
                  <a:pt x="279" y="531"/>
                </a:lnTo>
                <a:lnTo>
                  <a:pt x="279" y="553"/>
                </a:lnTo>
                <a:lnTo>
                  <a:pt x="279" y="576"/>
                </a:lnTo>
                <a:lnTo>
                  <a:pt x="279" y="604"/>
                </a:lnTo>
                <a:lnTo>
                  <a:pt x="275" y="636"/>
                </a:lnTo>
                <a:lnTo>
                  <a:pt x="268" y="670"/>
                </a:lnTo>
                <a:lnTo>
                  <a:pt x="262" y="713"/>
                </a:lnTo>
                <a:lnTo>
                  <a:pt x="251" y="753"/>
                </a:lnTo>
                <a:lnTo>
                  <a:pt x="238" y="798"/>
                </a:lnTo>
                <a:lnTo>
                  <a:pt x="225" y="845"/>
                </a:lnTo>
                <a:lnTo>
                  <a:pt x="210" y="892"/>
                </a:lnTo>
                <a:lnTo>
                  <a:pt x="190" y="941"/>
                </a:lnTo>
                <a:lnTo>
                  <a:pt x="171" y="990"/>
                </a:lnTo>
                <a:lnTo>
                  <a:pt x="147" y="1037"/>
                </a:lnTo>
                <a:lnTo>
                  <a:pt x="123" y="1084"/>
                </a:lnTo>
                <a:lnTo>
                  <a:pt x="97" y="1131"/>
                </a:lnTo>
                <a:lnTo>
                  <a:pt x="69" y="1174"/>
                </a:lnTo>
                <a:lnTo>
                  <a:pt x="39" y="1214"/>
                </a:lnTo>
                <a:lnTo>
                  <a:pt x="0" y="1257"/>
                </a:lnTo>
                <a:lnTo>
                  <a:pt x="134" y="1306"/>
                </a:lnTo>
                <a:lnTo>
                  <a:pt x="156" y="1263"/>
                </a:lnTo>
                <a:lnTo>
                  <a:pt x="179" y="1225"/>
                </a:lnTo>
                <a:lnTo>
                  <a:pt x="201" y="1186"/>
                </a:lnTo>
                <a:lnTo>
                  <a:pt x="223" y="1152"/>
                </a:lnTo>
                <a:lnTo>
                  <a:pt x="244" y="1120"/>
                </a:lnTo>
                <a:lnTo>
                  <a:pt x="266" y="1090"/>
                </a:lnTo>
                <a:lnTo>
                  <a:pt x="292" y="1056"/>
                </a:lnTo>
                <a:lnTo>
                  <a:pt x="316" y="1024"/>
                </a:lnTo>
                <a:lnTo>
                  <a:pt x="351" y="984"/>
                </a:lnTo>
                <a:lnTo>
                  <a:pt x="394" y="930"/>
                </a:lnTo>
                <a:lnTo>
                  <a:pt x="416" y="907"/>
                </a:lnTo>
                <a:lnTo>
                  <a:pt x="424" y="907"/>
                </a:lnTo>
                <a:lnTo>
                  <a:pt x="437" y="913"/>
                </a:lnTo>
                <a:lnTo>
                  <a:pt x="450" y="918"/>
                </a:lnTo>
                <a:lnTo>
                  <a:pt x="466" y="924"/>
                </a:lnTo>
                <a:lnTo>
                  <a:pt x="479" y="926"/>
                </a:lnTo>
                <a:lnTo>
                  <a:pt x="492" y="928"/>
                </a:lnTo>
                <a:lnTo>
                  <a:pt x="500" y="926"/>
                </a:lnTo>
                <a:lnTo>
                  <a:pt x="502" y="918"/>
                </a:lnTo>
                <a:lnTo>
                  <a:pt x="487" y="907"/>
                </a:lnTo>
                <a:lnTo>
                  <a:pt x="463" y="892"/>
                </a:lnTo>
                <a:lnTo>
                  <a:pt x="440" y="875"/>
                </a:lnTo>
                <a:lnTo>
                  <a:pt x="455" y="856"/>
                </a:lnTo>
                <a:lnTo>
                  <a:pt x="468" y="839"/>
                </a:lnTo>
                <a:lnTo>
                  <a:pt x="483" y="819"/>
                </a:lnTo>
                <a:lnTo>
                  <a:pt x="496" y="802"/>
                </a:lnTo>
                <a:lnTo>
                  <a:pt x="507" y="787"/>
                </a:lnTo>
                <a:lnTo>
                  <a:pt x="518" y="773"/>
                </a:lnTo>
                <a:lnTo>
                  <a:pt x="528" y="758"/>
                </a:lnTo>
                <a:lnTo>
                  <a:pt x="539" y="747"/>
                </a:lnTo>
                <a:lnTo>
                  <a:pt x="563" y="741"/>
                </a:lnTo>
                <a:lnTo>
                  <a:pt x="578" y="743"/>
                </a:lnTo>
                <a:lnTo>
                  <a:pt x="591" y="743"/>
                </a:lnTo>
                <a:lnTo>
                  <a:pt x="609" y="732"/>
                </a:lnTo>
                <a:lnTo>
                  <a:pt x="598" y="726"/>
                </a:lnTo>
                <a:lnTo>
                  <a:pt x="583" y="721"/>
                </a:lnTo>
                <a:lnTo>
                  <a:pt x="552" y="709"/>
                </a:lnTo>
                <a:lnTo>
                  <a:pt x="563" y="691"/>
                </a:lnTo>
                <a:lnTo>
                  <a:pt x="578" y="674"/>
                </a:lnTo>
                <a:lnTo>
                  <a:pt x="596" y="651"/>
                </a:lnTo>
                <a:lnTo>
                  <a:pt x="611" y="632"/>
                </a:lnTo>
                <a:lnTo>
                  <a:pt x="619" y="619"/>
                </a:lnTo>
                <a:lnTo>
                  <a:pt x="626" y="608"/>
                </a:lnTo>
                <a:lnTo>
                  <a:pt x="632" y="593"/>
                </a:lnTo>
                <a:lnTo>
                  <a:pt x="637" y="583"/>
                </a:lnTo>
                <a:lnTo>
                  <a:pt x="639" y="570"/>
                </a:lnTo>
                <a:lnTo>
                  <a:pt x="639" y="559"/>
                </a:lnTo>
                <a:lnTo>
                  <a:pt x="637" y="546"/>
                </a:lnTo>
                <a:lnTo>
                  <a:pt x="630" y="534"/>
                </a:lnTo>
                <a:lnTo>
                  <a:pt x="626" y="527"/>
                </a:lnTo>
                <a:lnTo>
                  <a:pt x="617" y="519"/>
                </a:lnTo>
                <a:lnTo>
                  <a:pt x="606" y="510"/>
                </a:lnTo>
                <a:lnTo>
                  <a:pt x="591" y="502"/>
                </a:lnTo>
                <a:lnTo>
                  <a:pt x="609" y="506"/>
                </a:lnTo>
                <a:lnTo>
                  <a:pt x="626" y="510"/>
                </a:lnTo>
                <a:lnTo>
                  <a:pt x="645" y="514"/>
                </a:lnTo>
                <a:lnTo>
                  <a:pt x="656" y="519"/>
                </a:lnTo>
                <a:lnTo>
                  <a:pt x="661" y="512"/>
                </a:lnTo>
                <a:lnTo>
                  <a:pt x="658" y="506"/>
                </a:lnTo>
                <a:lnTo>
                  <a:pt x="652" y="502"/>
                </a:lnTo>
                <a:lnTo>
                  <a:pt x="639" y="499"/>
                </a:lnTo>
                <a:lnTo>
                  <a:pt x="626" y="491"/>
                </a:lnTo>
                <a:lnTo>
                  <a:pt x="613" y="482"/>
                </a:lnTo>
                <a:lnTo>
                  <a:pt x="639" y="457"/>
                </a:lnTo>
                <a:lnTo>
                  <a:pt x="661" y="433"/>
                </a:lnTo>
                <a:lnTo>
                  <a:pt x="680" y="408"/>
                </a:lnTo>
                <a:lnTo>
                  <a:pt x="697" y="384"/>
                </a:lnTo>
                <a:lnTo>
                  <a:pt x="710" y="361"/>
                </a:lnTo>
                <a:lnTo>
                  <a:pt x="721" y="337"/>
                </a:lnTo>
                <a:lnTo>
                  <a:pt x="732" y="314"/>
                </a:lnTo>
                <a:lnTo>
                  <a:pt x="739" y="290"/>
                </a:lnTo>
                <a:lnTo>
                  <a:pt x="743" y="258"/>
                </a:lnTo>
                <a:lnTo>
                  <a:pt x="745" y="226"/>
                </a:lnTo>
                <a:lnTo>
                  <a:pt x="743" y="192"/>
                </a:lnTo>
                <a:lnTo>
                  <a:pt x="741" y="158"/>
                </a:lnTo>
                <a:lnTo>
                  <a:pt x="736" y="122"/>
                </a:lnTo>
                <a:lnTo>
                  <a:pt x="732" y="83"/>
                </a:lnTo>
                <a:lnTo>
                  <a:pt x="726" y="43"/>
                </a:lnTo>
                <a:lnTo>
                  <a:pt x="717" y="0"/>
                </a:lnTo>
                <a:close/>
              </a:path>
            </a:pathLst>
          </a:custGeom>
          <a:solidFill>
            <a:srgbClr val="B0B0B0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3" name="Freeform 2053"/>
          <p:cNvSpPr>
            <a:spLocks/>
          </p:cNvSpPr>
          <p:nvPr/>
        </p:nvSpPr>
        <p:spPr bwMode="auto">
          <a:xfrm>
            <a:off x="3552825" y="2190750"/>
            <a:ext cx="2276475" cy="1555750"/>
          </a:xfrm>
          <a:custGeom>
            <a:avLst/>
            <a:gdLst/>
            <a:ahLst/>
            <a:cxnLst>
              <a:cxn ang="0">
                <a:pos x="78" y="500"/>
              </a:cxn>
              <a:cxn ang="0">
                <a:pos x="31" y="604"/>
              </a:cxn>
              <a:cxn ang="0">
                <a:pos x="31" y="685"/>
              </a:cxn>
              <a:cxn ang="0">
                <a:pos x="0" y="768"/>
              </a:cxn>
              <a:cxn ang="0">
                <a:pos x="7" y="834"/>
              </a:cxn>
              <a:cxn ang="0">
                <a:pos x="7" y="894"/>
              </a:cxn>
              <a:cxn ang="0">
                <a:pos x="37" y="992"/>
              </a:cxn>
              <a:cxn ang="0">
                <a:pos x="128" y="1071"/>
              </a:cxn>
              <a:cxn ang="0">
                <a:pos x="234" y="1129"/>
              </a:cxn>
              <a:cxn ang="0">
                <a:pos x="345" y="1182"/>
              </a:cxn>
              <a:cxn ang="0">
                <a:pos x="475" y="1208"/>
              </a:cxn>
              <a:cxn ang="0">
                <a:pos x="564" y="1208"/>
              </a:cxn>
              <a:cxn ang="0">
                <a:pos x="637" y="1191"/>
              </a:cxn>
              <a:cxn ang="0">
                <a:pos x="698" y="1157"/>
              </a:cxn>
              <a:cxn ang="0">
                <a:pos x="750" y="1116"/>
              </a:cxn>
              <a:cxn ang="0">
                <a:pos x="817" y="1105"/>
              </a:cxn>
              <a:cxn ang="0">
                <a:pos x="876" y="1105"/>
              </a:cxn>
              <a:cxn ang="0">
                <a:pos x="930" y="1086"/>
              </a:cxn>
              <a:cxn ang="0">
                <a:pos x="975" y="1054"/>
              </a:cxn>
              <a:cxn ang="0">
                <a:pos x="1019" y="1018"/>
              </a:cxn>
              <a:cxn ang="0">
                <a:pos x="1127" y="1009"/>
              </a:cxn>
              <a:cxn ang="0">
                <a:pos x="1240" y="1003"/>
              </a:cxn>
              <a:cxn ang="0">
                <a:pos x="1346" y="990"/>
              </a:cxn>
              <a:cxn ang="0">
                <a:pos x="1439" y="967"/>
              </a:cxn>
              <a:cxn ang="0">
                <a:pos x="1506" y="922"/>
              </a:cxn>
              <a:cxn ang="0">
                <a:pos x="1569" y="894"/>
              </a:cxn>
              <a:cxn ang="0">
                <a:pos x="1623" y="871"/>
              </a:cxn>
              <a:cxn ang="0">
                <a:pos x="1669" y="828"/>
              </a:cxn>
              <a:cxn ang="0">
                <a:pos x="1695" y="775"/>
              </a:cxn>
              <a:cxn ang="0">
                <a:pos x="1738" y="781"/>
              </a:cxn>
              <a:cxn ang="0">
                <a:pos x="1812" y="721"/>
              </a:cxn>
              <a:cxn ang="0">
                <a:pos x="1851" y="668"/>
              </a:cxn>
              <a:cxn ang="0">
                <a:pos x="1838" y="591"/>
              </a:cxn>
              <a:cxn ang="0">
                <a:pos x="1842" y="500"/>
              </a:cxn>
              <a:cxn ang="0">
                <a:pos x="1790" y="408"/>
              </a:cxn>
              <a:cxn ang="0">
                <a:pos x="1732" y="378"/>
              </a:cxn>
              <a:cxn ang="0">
                <a:pos x="1701" y="305"/>
              </a:cxn>
              <a:cxn ang="0">
                <a:pos x="1641" y="248"/>
              </a:cxn>
              <a:cxn ang="0">
                <a:pos x="1574" y="190"/>
              </a:cxn>
              <a:cxn ang="0">
                <a:pos x="1489" y="111"/>
              </a:cxn>
              <a:cxn ang="0">
                <a:pos x="1374" y="73"/>
              </a:cxn>
              <a:cxn ang="0">
                <a:pos x="1268" y="52"/>
              </a:cxn>
              <a:cxn ang="0">
                <a:pos x="1131" y="9"/>
              </a:cxn>
              <a:cxn ang="0">
                <a:pos x="1027" y="0"/>
              </a:cxn>
              <a:cxn ang="0">
                <a:pos x="928" y="24"/>
              </a:cxn>
              <a:cxn ang="0">
                <a:pos x="785" y="26"/>
              </a:cxn>
              <a:cxn ang="0">
                <a:pos x="657" y="58"/>
              </a:cxn>
              <a:cxn ang="0">
                <a:pos x="555" y="122"/>
              </a:cxn>
              <a:cxn ang="0">
                <a:pos x="464" y="126"/>
              </a:cxn>
              <a:cxn ang="0">
                <a:pos x="395" y="156"/>
              </a:cxn>
              <a:cxn ang="0">
                <a:pos x="362" y="199"/>
              </a:cxn>
              <a:cxn ang="0">
                <a:pos x="293" y="224"/>
              </a:cxn>
              <a:cxn ang="0">
                <a:pos x="228" y="280"/>
              </a:cxn>
              <a:cxn ang="0">
                <a:pos x="200" y="331"/>
              </a:cxn>
              <a:cxn ang="0">
                <a:pos x="148" y="372"/>
              </a:cxn>
              <a:cxn ang="0">
                <a:pos x="122" y="423"/>
              </a:cxn>
            </a:cxnLst>
            <a:rect l="0" t="0" r="r" b="b"/>
            <a:pathLst>
              <a:path w="1853" h="1210">
                <a:moveTo>
                  <a:pt x="119" y="465"/>
                </a:moveTo>
                <a:lnTo>
                  <a:pt x="98" y="474"/>
                </a:lnTo>
                <a:lnTo>
                  <a:pt x="78" y="500"/>
                </a:lnTo>
                <a:lnTo>
                  <a:pt x="59" y="529"/>
                </a:lnTo>
                <a:lnTo>
                  <a:pt x="41" y="568"/>
                </a:lnTo>
                <a:lnTo>
                  <a:pt x="31" y="604"/>
                </a:lnTo>
                <a:lnTo>
                  <a:pt x="26" y="640"/>
                </a:lnTo>
                <a:lnTo>
                  <a:pt x="26" y="662"/>
                </a:lnTo>
                <a:lnTo>
                  <a:pt x="31" y="685"/>
                </a:lnTo>
                <a:lnTo>
                  <a:pt x="13" y="715"/>
                </a:lnTo>
                <a:lnTo>
                  <a:pt x="2" y="743"/>
                </a:lnTo>
                <a:lnTo>
                  <a:pt x="0" y="768"/>
                </a:lnTo>
                <a:lnTo>
                  <a:pt x="0" y="792"/>
                </a:lnTo>
                <a:lnTo>
                  <a:pt x="5" y="813"/>
                </a:lnTo>
                <a:lnTo>
                  <a:pt x="7" y="834"/>
                </a:lnTo>
                <a:lnTo>
                  <a:pt x="9" y="854"/>
                </a:lnTo>
                <a:lnTo>
                  <a:pt x="7" y="875"/>
                </a:lnTo>
                <a:lnTo>
                  <a:pt x="7" y="894"/>
                </a:lnTo>
                <a:lnTo>
                  <a:pt x="13" y="922"/>
                </a:lnTo>
                <a:lnTo>
                  <a:pt x="22" y="956"/>
                </a:lnTo>
                <a:lnTo>
                  <a:pt x="37" y="992"/>
                </a:lnTo>
                <a:lnTo>
                  <a:pt x="61" y="1024"/>
                </a:lnTo>
                <a:lnTo>
                  <a:pt x="91" y="1052"/>
                </a:lnTo>
                <a:lnTo>
                  <a:pt x="128" y="1071"/>
                </a:lnTo>
                <a:lnTo>
                  <a:pt x="174" y="1076"/>
                </a:lnTo>
                <a:lnTo>
                  <a:pt x="202" y="1103"/>
                </a:lnTo>
                <a:lnTo>
                  <a:pt x="234" y="1129"/>
                </a:lnTo>
                <a:lnTo>
                  <a:pt x="265" y="1150"/>
                </a:lnTo>
                <a:lnTo>
                  <a:pt x="299" y="1167"/>
                </a:lnTo>
                <a:lnTo>
                  <a:pt x="345" y="1182"/>
                </a:lnTo>
                <a:lnTo>
                  <a:pt x="392" y="1195"/>
                </a:lnTo>
                <a:lnTo>
                  <a:pt x="444" y="1206"/>
                </a:lnTo>
                <a:lnTo>
                  <a:pt x="475" y="1208"/>
                </a:lnTo>
                <a:lnTo>
                  <a:pt x="505" y="1210"/>
                </a:lnTo>
                <a:lnTo>
                  <a:pt x="535" y="1210"/>
                </a:lnTo>
                <a:lnTo>
                  <a:pt x="564" y="1208"/>
                </a:lnTo>
                <a:lnTo>
                  <a:pt x="587" y="1204"/>
                </a:lnTo>
                <a:lnTo>
                  <a:pt x="613" y="1197"/>
                </a:lnTo>
                <a:lnTo>
                  <a:pt x="637" y="1191"/>
                </a:lnTo>
                <a:lnTo>
                  <a:pt x="659" y="1182"/>
                </a:lnTo>
                <a:lnTo>
                  <a:pt x="681" y="1169"/>
                </a:lnTo>
                <a:lnTo>
                  <a:pt x="698" y="1157"/>
                </a:lnTo>
                <a:lnTo>
                  <a:pt x="713" y="1142"/>
                </a:lnTo>
                <a:lnTo>
                  <a:pt x="726" y="1127"/>
                </a:lnTo>
                <a:lnTo>
                  <a:pt x="750" y="1116"/>
                </a:lnTo>
                <a:lnTo>
                  <a:pt x="772" y="1110"/>
                </a:lnTo>
                <a:lnTo>
                  <a:pt x="800" y="1108"/>
                </a:lnTo>
                <a:lnTo>
                  <a:pt x="817" y="1105"/>
                </a:lnTo>
                <a:lnTo>
                  <a:pt x="839" y="1105"/>
                </a:lnTo>
                <a:lnTo>
                  <a:pt x="858" y="1108"/>
                </a:lnTo>
                <a:lnTo>
                  <a:pt x="876" y="1105"/>
                </a:lnTo>
                <a:lnTo>
                  <a:pt x="893" y="1101"/>
                </a:lnTo>
                <a:lnTo>
                  <a:pt x="913" y="1095"/>
                </a:lnTo>
                <a:lnTo>
                  <a:pt x="930" y="1086"/>
                </a:lnTo>
                <a:lnTo>
                  <a:pt x="947" y="1076"/>
                </a:lnTo>
                <a:lnTo>
                  <a:pt x="962" y="1065"/>
                </a:lnTo>
                <a:lnTo>
                  <a:pt x="975" y="1054"/>
                </a:lnTo>
                <a:lnTo>
                  <a:pt x="993" y="1039"/>
                </a:lnTo>
                <a:lnTo>
                  <a:pt x="1006" y="1026"/>
                </a:lnTo>
                <a:lnTo>
                  <a:pt x="1019" y="1018"/>
                </a:lnTo>
                <a:lnTo>
                  <a:pt x="1053" y="1014"/>
                </a:lnTo>
                <a:lnTo>
                  <a:pt x="1090" y="1012"/>
                </a:lnTo>
                <a:lnTo>
                  <a:pt x="1127" y="1009"/>
                </a:lnTo>
                <a:lnTo>
                  <a:pt x="1166" y="1007"/>
                </a:lnTo>
                <a:lnTo>
                  <a:pt x="1203" y="1005"/>
                </a:lnTo>
                <a:lnTo>
                  <a:pt x="1240" y="1003"/>
                </a:lnTo>
                <a:lnTo>
                  <a:pt x="1277" y="999"/>
                </a:lnTo>
                <a:lnTo>
                  <a:pt x="1311" y="997"/>
                </a:lnTo>
                <a:lnTo>
                  <a:pt x="1346" y="990"/>
                </a:lnTo>
                <a:lnTo>
                  <a:pt x="1378" y="984"/>
                </a:lnTo>
                <a:lnTo>
                  <a:pt x="1409" y="975"/>
                </a:lnTo>
                <a:lnTo>
                  <a:pt x="1439" y="967"/>
                </a:lnTo>
                <a:lnTo>
                  <a:pt x="1465" y="954"/>
                </a:lnTo>
                <a:lnTo>
                  <a:pt x="1487" y="939"/>
                </a:lnTo>
                <a:lnTo>
                  <a:pt x="1506" y="922"/>
                </a:lnTo>
                <a:lnTo>
                  <a:pt x="1524" y="905"/>
                </a:lnTo>
                <a:lnTo>
                  <a:pt x="1548" y="898"/>
                </a:lnTo>
                <a:lnTo>
                  <a:pt x="1569" y="894"/>
                </a:lnTo>
                <a:lnTo>
                  <a:pt x="1589" y="886"/>
                </a:lnTo>
                <a:lnTo>
                  <a:pt x="1606" y="879"/>
                </a:lnTo>
                <a:lnTo>
                  <a:pt x="1623" y="871"/>
                </a:lnTo>
                <a:lnTo>
                  <a:pt x="1641" y="858"/>
                </a:lnTo>
                <a:lnTo>
                  <a:pt x="1656" y="845"/>
                </a:lnTo>
                <a:lnTo>
                  <a:pt x="1669" y="828"/>
                </a:lnTo>
                <a:lnTo>
                  <a:pt x="1680" y="811"/>
                </a:lnTo>
                <a:lnTo>
                  <a:pt x="1686" y="792"/>
                </a:lnTo>
                <a:lnTo>
                  <a:pt x="1695" y="775"/>
                </a:lnTo>
                <a:lnTo>
                  <a:pt x="1712" y="781"/>
                </a:lnTo>
                <a:lnTo>
                  <a:pt x="1727" y="781"/>
                </a:lnTo>
                <a:lnTo>
                  <a:pt x="1738" y="781"/>
                </a:lnTo>
                <a:lnTo>
                  <a:pt x="1749" y="777"/>
                </a:lnTo>
                <a:lnTo>
                  <a:pt x="1760" y="770"/>
                </a:lnTo>
                <a:lnTo>
                  <a:pt x="1812" y="721"/>
                </a:lnTo>
                <a:lnTo>
                  <a:pt x="1834" y="700"/>
                </a:lnTo>
                <a:lnTo>
                  <a:pt x="1844" y="685"/>
                </a:lnTo>
                <a:lnTo>
                  <a:pt x="1851" y="668"/>
                </a:lnTo>
                <a:lnTo>
                  <a:pt x="1853" y="647"/>
                </a:lnTo>
                <a:lnTo>
                  <a:pt x="1849" y="625"/>
                </a:lnTo>
                <a:lnTo>
                  <a:pt x="1838" y="591"/>
                </a:lnTo>
                <a:lnTo>
                  <a:pt x="1847" y="566"/>
                </a:lnTo>
                <a:lnTo>
                  <a:pt x="1849" y="534"/>
                </a:lnTo>
                <a:lnTo>
                  <a:pt x="1842" y="500"/>
                </a:lnTo>
                <a:lnTo>
                  <a:pt x="1829" y="465"/>
                </a:lnTo>
                <a:lnTo>
                  <a:pt x="1812" y="436"/>
                </a:lnTo>
                <a:lnTo>
                  <a:pt x="1790" y="408"/>
                </a:lnTo>
                <a:lnTo>
                  <a:pt x="1764" y="391"/>
                </a:lnTo>
                <a:lnTo>
                  <a:pt x="1736" y="382"/>
                </a:lnTo>
                <a:lnTo>
                  <a:pt x="1732" y="378"/>
                </a:lnTo>
                <a:lnTo>
                  <a:pt x="1725" y="350"/>
                </a:lnTo>
                <a:lnTo>
                  <a:pt x="1717" y="327"/>
                </a:lnTo>
                <a:lnTo>
                  <a:pt x="1701" y="305"/>
                </a:lnTo>
                <a:lnTo>
                  <a:pt x="1682" y="284"/>
                </a:lnTo>
                <a:lnTo>
                  <a:pt x="1660" y="265"/>
                </a:lnTo>
                <a:lnTo>
                  <a:pt x="1641" y="248"/>
                </a:lnTo>
                <a:lnTo>
                  <a:pt x="1617" y="235"/>
                </a:lnTo>
                <a:lnTo>
                  <a:pt x="1595" y="222"/>
                </a:lnTo>
                <a:lnTo>
                  <a:pt x="1574" y="190"/>
                </a:lnTo>
                <a:lnTo>
                  <a:pt x="1550" y="160"/>
                </a:lnTo>
                <a:lnTo>
                  <a:pt x="1519" y="135"/>
                </a:lnTo>
                <a:lnTo>
                  <a:pt x="1489" y="111"/>
                </a:lnTo>
                <a:lnTo>
                  <a:pt x="1452" y="92"/>
                </a:lnTo>
                <a:lnTo>
                  <a:pt x="1413" y="77"/>
                </a:lnTo>
                <a:lnTo>
                  <a:pt x="1374" y="73"/>
                </a:lnTo>
                <a:lnTo>
                  <a:pt x="1350" y="73"/>
                </a:lnTo>
                <a:lnTo>
                  <a:pt x="1329" y="75"/>
                </a:lnTo>
                <a:lnTo>
                  <a:pt x="1268" y="52"/>
                </a:lnTo>
                <a:lnTo>
                  <a:pt x="1216" y="32"/>
                </a:lnTo>
                <a:lnTo>
                  <a:pt x="1170" y="20"/>
                </a:lnTo>
                <a:lnTo>
                  <a:pt x="1131" y="9"/>
                </a:lnTo>
                <a:lnTo>
                  <a:pt x="1099" y="5"/>
                </a:lnTo>
                <a:lnTo>
                  <a:pt x="1071" y="0"/>
                </a:lnTo>
                <a:lnTo>
                  <a:pt x="1027" y="0"/>
                </a:lnTo>
                <a:lnTo>
                  <a:pt x="993" y="7"/>
                </a:lnTo>
                <a:lnTo>
                  <a:pt x="962" y="17"/>
                </a:lnTo>
                <a:lnTo>
                  <a:pt x="928" y="24"/>
                </a:lnTo>
                <a:lnTo>
                  <a:pt x="887" y="24"/>
                </a:lnTo>
                <a:lnTo>
                  <a:pt x="835" y="22"/>
                </a:lnTo>
                <a:lnTo>
                  <a:pt x="785" y="26"/>
                </a:lnTo>
                <a:lnTo>
                  <a:pt x="739" y="32"/>
                </a:lnTo>
                <a:lnTo>
                  <a:pt x="698" y="43"/>
                </a:lnTo>
                <a:lnTo>
                  <a:pt x="657" y="58"/>
                </a:lnTo>
                <a:lnTo>
                  <a:pt x="622" y="77"/>
                </a:lnTo>
                <a:lnTo>
                  <a:pt x="587" y="98"/>
                </a:lnTo>
                <a:lnTo>
                  <a:pt x="555" y="122"/>
                </a:lnTo>
                <a:lnTo>
                  <a:pt x="529" y="122"/>
                </a:lnTo>
                <a:lnTo>
                  <a:pt x="496" y="124"/>
                </a:lnTo>
                <a:lnTo>
                  <a:pt x="464" y="126"/>
                </a:lnTo>
                <a:lnTo>
                  <a:pt x="436" y="135"/>
                </a:lnTo>
                <a:lnTo>
                  <a:pt x="412" y="145"/>
                </a:lnTo>
                <a:lnTo>
                  <a:pt x="395" y="156"/>
                </a:lnTo>
                <a:lnTo>
                  <a:pt x="379" y="169"/>
                </a:lnTo>
                <a:lnTo>
                  <a:pt x="369" y="184"/>
                </a:lnTo>
                <a:lnTo>
                  <a:pt x="362" y="199"/>
                </a:lnTo>
                <a:lnTo>
                  <a:pt x="343" y="203"/>
                </a:lnTo>
                <a:lnTo>
                  <a:pt x="319" y="212"/>
                </a:lnTo>
                <a:lnTo>
                  <a:pt x="293" y="224"/>
                </a:lnTo>
                <a:lnTo>
                  <a:pt x="267" y="241"/>
                </a:lnTo>
                <a:lnTo>
                  <a:pt x="245" y="261"/>
                </a:lnTo>
                <a:lnTo>
                  <a:pt x="228" y="280"/>
                </a:lnTo>
                <a:lnTo>
                  <a:pt x="213" y="299"/>
                </a:lnTo>
                <a:lnTo>
                  <a:pt x="204" y="316"/>
                </a:lnTo>
                <a:lnTo>
                  <a:pt x="200" y="331"/>
                </a:lnTo>
                <a:lnTo>
                  <a:pt x="178" y="344"/>
                </a:lnTo>
                <a:lnTo>
                  <a:pt x="163" y="357"/>
                </a:lnTo>
                <a:lnTo>
                  <a:pt x="148" y="372"/>
                </a:lnTo>
                <a:lnTo>
                  <a:pt x="137" y="386"/>
                </a:lnTo>
                <a:lnTo>
                  <a:pt x="128" y="406"/>
                </a:lnTo>
                <a:lnTo>
                  <a:pt x="122" y="423"/>
                </a:lnTo>
                <a:lnTo>
                  <a:pt x="119" y="444"/>
                </a:lnTo>
                <a:lnTo>
                  <a:pt x="119" y="465"/>
                </a:lnTo>
                <a:close/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4" name="Freeform 2054"/>
          <p:cNvSpPr>
            <a:spLocks/>
          </p:cNvSpPr>
          <p:nvPr/>
        </p:nvSpPr>
        <p:spPr bwMode="auto">
          <a:xfrm>
            <a:off x="4437063" y="3856038"/>
            <a:ext cx="268287" cy="277812"/>
          </a:xfrm>
          <a:custGeom>
            <a:avLst/>
            <a:gdLst/>
            <a:ahLst/>
            <a:cxnLst>
              <a:cxn ang="0">
                <a:pos x="28" y="184"/>
              </a:cxn>
              <a:cxn ang="0">
                <a:pos x="39" y="184"/>
              </a:cxn>
              <a:cxn ang="0">
                <a:pos x="52" y="184"/>
              </a:cxn>
              <a:cxn ang="0">
                <a:pos x="60" y="186"/>
              </a:cxn>
              <a:cxn ang="0">
                <a:pos x="71" y="188"/>
              </a:cxn>
              <a:cxn ang="0">
                <a:pos x="80" y="190"/>
              </a:cxn>
              <a:cxn ang="0">
                <a:pos x="91" y="194"/>
              </a:cxn>
              <a:cxn ang="0">
                <a:pos x="99" y="197"/>
              </a:cxn>
              <a:cxn ang="0">
                <a:pos x="108" y="201"/>
              </a:cxn>
              <a:cxn ang="0">
                <a:pos x="117" y="205"/>
              </a:cxn>
              <a:cxn ang="0">
                <a:pos x="128" y="207"/>
              </a:cxn>
              <a:cxn ang="0">
                <a:pos x="138" y="209"/>
              </a:cxn>
              <a:cxn ang="0">
                <a:pos x="147" y="211"/>
              </a:cxn>
              <a:cxn ang="0">
                <a:pos x="158" y="214"/>
              </a:cxn>
              <a:cxn ang="0">
                <a:pos x="169" y="216"/>
              </a:cxn>
              <a:cxn ang="0">
                <a:pos x="195" y="216"/>
              </a:cxn>
              <a:cxn ang="0">
                <a:pos x="197" y="209"/>
              </a:cxn>
              <a:cxn ang="0">
                <a:pos x="203" y="205"/>
              </a:cxn>
              <a:cxn ang="0">
                <a:pos x="208" y="199"/>
              </a:cxn>
              <a:cxn ang="0">
                <a:pos x="214" y="197"/>
              </a:cxn>
              <a:cxn ang="0">
                <a:pos x="216" y="190"/>
              </a:cxn>
              <a:cxn ang="0">
                <a:pos x="219" y="186"/>
              </a:cxn>
              <a:cxn ang="0">
                <a:pos x="219" y="182"/>
              </a:cxn>
              <a:cxn ang="0">
                <a:pos x="216" y="177"/>
              </a:cxn>
              <a:cxn ang="0">
                <a:pos x="214" y="173"/>
              </a:cxn>
              <a:cxn ang="0">
                <a:pos x="210" y="167"/>
              </a:cxn>
              <a:cxn ang="0">
                <a:pos x="212" y="160"/>
              </a:cxn>
              <a:cxn ang="0">
                <a:pos x="212" y="152"/>
              </a:cxn>
              <a:cxn ang="0">
                <a:pos x="210" y="145"/>
              </a:cxn>
              <a:cxn ang="0">
                <a:pos x="208" y="139"/>
              </a:cxn>
              <a:cxn ang="0">
                <a:pos x="203" y="133"/>
              </a:cxn>
              <a:cxn ang="0">
                <a:pos x="199" y="128"/>
              </a:cxn>
              <a:cxn ang="0">
                <a:pos x="195" y="126"/>
              </a:cxn>
              <a:cxn ang="0">
                <a:pos x="188" y="122"/>
              </a:cxn>
              <a:cxn ang="0">
                <a:pos x="177" y="120"/>
              </a:cxn>
              <a:cxn ang="0">
                <a:pos x="164" y="115"/>
              </a:cxn>
              <a:cxn ang="0">
                <a:pos x="151" y="109"/>
              </a:cxn>
              <a:cxn ang="0">
                <a:pos x="136" y="105"/>
              </a:cxn>
              <a:cxn ang="0">
                <a:pos x="123" y="101"/>
              </a:cxn>
              <a:cxn ang="0">
                <a:pos x="108" y="94"/>
              </a:cxn>
              <a:cxn ang="0">
                <a:pos x="95" y="88"/>
              </a:cxn>
              <a:cxn ang="0">
                <a:pos x="82" y="79"/>
              </a:cxn>
              <a:cxn ang="0">
                <a:pos x="67" y="73"/>
              </a:cxn>
              <a:cxn ang="0">
                <a:pos x="56" y="64"/>
              </a:cxn>
              <a:cxn ang="0">
                <a:pos x="43" y="58"/>
              </a:cxn>
              <a:cxn ang="0">
                <a:pos x="32" y="47"/>
              </a:cxn>
              <a:cxn ang="0">
                <a:pos x="24" y="37"/>
              </a:cxn>
              <a:cxn ang="0">
                <a:pos x="15" y="26"/>
              </a:cxn>
              <a:cxn ang="0">
                <a:pos x="6" y="15"/>
              </a:cxn>
              <a:cxn ang="0">
                <a:pos x="0" y="0"/>
              </a:cxn>
            </a:cxnLst>
            <a:rect l="0" t="0" r="r" b="b"/>
            <a:pathLst>
              <a:path w="219" h="216">
                <a:moveTo>
                  <a:pt x="28" y="184"/>
                </a:moveTo>
                <a:lnTo>
                  <a:pt x="39" y="184"/>
                </a:lnTo>
                <a:lnTo>
                  <a:pt x="52" y="184"/>
                </a:lnTo>
                <a:lnTo>
                  <a:pt x="60" y="186"/>
                </a:lnTo>
                <a:lnTo>
                  <a:pt x="71" y="188"/>
                </a:lnTo>
                <a:lnTo>
                  <a:pt x="80" y="190"/>
                </a:lnTo>
                <a:lnTo>
                  <a:pt x="91" y="194"/>
                </a:lnTo>
                <a:lnTo>
                  <a:pt x="99" y="197"/>
                </a:lnTo>
                <a:lnTo>
                  <a:pt x="108" y="201"/>
                </a:lnTo>
                <a:lnTo>
                  <a:pt x="117" y="205"/>
                </a:lnTo>
                <a:lnTo>
                  <a:pt x="128" y="207"/>
                </a:lnTo>
                <a:lnTo>
                  <a:pt x="138" y="209"/>
                </a:lnTo>
                <a:lnTo>
                  <a:pt x="147" y="211"/>
                </a:lnTo>
                <a:lnTo>
                  <a:pt x="158" y="214"/>
                </a:lnTo>
                <a:lnTo>
                  <a:pt x="169" y="216"/>
                </a:lnTo>
                <a:lnTo>
                  <a:pt x="195" y="216"/>
                </a:lnTo>
                <a:lnTo>
                  <a:pt x="197" y="209"/>
                </a:lnTo>
                <a:lnTo>
                  <a:pt x="203" y="205"/>
                </a:lnTo>
                <a:lnTo>
                  <a:pt x="208" y="199"/>
                </a:lnTo>
                <a:lnTo>
                  <a:pt x="214" y="197"/>
                </a:lnTo>
                <a:lnTo>
                  <a:pt x="216" y="190"/>
                </a:lnTo>
                <a:lnTo>
                  <a:pt x="219" y="186"/>
                </a:lnTo>
                <a:lnTo>
                  <a:pt x="219" y="182"/>
                </a:lnTo>
                <a:lnTo>
                  <a:pt x="216" y="177"/>
                </a:lnTo>
                <a:lnTo>
                  <a:pt x="214" y="173"/>
                </a:lnTo>
                <a:lnTo>
                  <a:pt x="210" y="167"/>
                </a:lnTo>
                <a:lnTo>
                  <a:pt x="212" y="160"/>
                </a:lnTo>
                <a:lnTo>
                  <a:pt x="212" y="152"/>
                </a:lnTo>
                <a:lnTo>
                  <a:pt x="210" y="145"/>
                </a:lnTo>
                <a:lnTo>
                  <a:pt x="208" y="139"/>
                </a:lnTo>
                <a:lnTo>
                  <a:pt x="203" y="133"/>
                </a:lnTo>
                <a:lnTo>
                  <a:pt x="199" y="128"/>
                </a:lnTo>
                <a:lnTo>
                  <a:pt x="195" y="126"/>
                </a:lnTo>
                <a:lnTo>
                  <a:pt x="188" y="122"/>
                </a:lnTo>
                <a:lnTo>
                  <a:pt x="177" y="120"/>
                </a:lnTo>
                <a:lnTo>
                  <a:pt x="164" y="115"/>
                </a:lnTo>
                <a:lnTo>
                  <a:pt x="151" y="109"/>
                </a:lnTo>
                <a:lnTo>
                  <a:pt x="136" y="105"/>
                </a:lnTo>
                <a:lnTo>
                  <a:pt x="123" y="101"/>
                </a:lnTo>
                <a:lnTo>
                  <a:pt x="108" y="94"/>
                </a:lnTo>
                <a:lnTo>
                  <a:pt x="95" y="88"/>
                </a:lnTo>
                <a:lnTo>
                  <a:pt x="82" y="79"/>
                </a:lnTo>
                <a:lnTo>
                  <a:pt x="67" y="73"/>
                </a:lnTo>
                <a:lnTo>
                  <a:pt x="56" y="64"/>
                </a:lnTo>
                <a:lnTo>
                  <a:pt x="43" y="58"/>
                </a:lnTo>
                <a:lnTo>
                  <a:pt x="32" y="47"/>
                </a:lnTo>
                <a:lnTo>
                  <a:pt x="24" y="37"/>
                </a:lnTo>
                <a:lnTo>
                  <a:pt x="15" y="26"/>
                </a:lnTo>
                <a:lnTo>
                  <a:pt x="6" y="15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5" name="Freeform 2055"/>
          <p:cNvSpPr>
            <a:spLocks/>
          </p:cNvSpPr>
          <p:nvPr/>
        </p:nvSpPr>
        <p:spPr bwMode="auto">
          <a:xfrm>
            <a:off x="4449763" y="3994150"/>
            <a:ext cx="242887" cy="809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" y="2"/>
              </a:cxn>
              <a:cxn ang="0">
                <a:pos x="15" y="6"/>
              </a:cxn>
              <a:cxn ang="0">
                <a:pos x="23" y="11"/>
              </a:cxn>
              <a:cxn ang="0">
                <a:pos x="36" y="15"/>
              </a:cxn>
              <a:cxn ang="0">
                <a:pos x="47" y="21"/>
              </a:cxn>
              <a:cxn ang="0">
                <a:pos x="62" y="28"/>
              </a:cxn>
              <a:cxn ang="0">
                <a:pos x="78" y="34"/>
              </a:cxn>
              <a:cxn ang="0">
                <a:pos x="93" y="40"/>
              </a:cxn>
              <a:cxn ang="0">
                <a:pos x="106" y="45"/>
              </a:cxn>
              <a:cxn ang="0">
                <a:pos x="121" y="51"/>
              </a:cxn>
              <a:cxn ang="0">
                <a:pos x="136" y="55"/>
              </a:cxn>
              <a:cxn ang="0">
                <a:pos x="151" y="60"/>
              </a:cxn>
              <a:cxn ang="0">
                <a:pos x="164" y="62"/>
              </a:cxn>
              <a:cxn ang="0">
                <a:pos x="175" y="64"/>
              </a:cxn>
              <a:cxn ang="0">
                <a:pos x="186" y="64"/>
              </a:cxn>
              <a:cxn ang="0">
                <a:pos x="197" y="62"/>
              </a:cxn>
            </a:cxnLst>
            <a:rect l="0" t="0" r="r" b="b"/>
            <a:pathLst>
              <a:path w="197" h="64">
                <a:moveTo>
                  <a:pt x="0" y="0"/>
                </a:moveTo>
                <a:lnTo>
                  <a:pt x="6" y="2"/>
                </a:lnTo>
                <a:lnTo>
                  <a:pt x="15" y="6"/>
                </a:lnTo>
                <a:lnTo>
                  <a:pt x="23" y="11"/>
                </a:lnTo>
                <a:lnTo>
                  <a:pt x="36" y="15"/>
                </a:lnTo>
                <a:lnTo>
                  <a:pt x="47" y="21"/>
                </a:lnTo>
                <a:lnTo>
                  <a:pt x="62" y="28"/>
                </a:lnTo>
                <a:lnTo>
                  <a:pt x="78" y="34"/>
                </a:lnTo>
                <a:lnTo>
                  <a:pt x="93" y="40"/>
                </a:lnTo>
                <a:lnTo>
                  <a:pt x="106" y="45"/>
                </a:lnTo>
                <a:lnTo>
                  <a:pt x="121" y="51"/>
                </a:lnTo>
                <a:lnTo>
                  <a:pt x="136" y="55"/>
                </a:lnTo>
                <a:lnTo>
                  <a:pt x="151" y="60"/>
                </a:lnTo>
                <a:lnTo>
                  <a:pt x="164" y="62"/>
                </a:lnTo>
                <a:lnTo>
                  <a:pt x="175" y="64"/>
                </a:lnTo>
                <a:lnTo>
                  <a:pt x="186" y="64"/>
                </a:lnTo>
                <a:lnTo>
                  <a:pt x="197" y="62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6" name="Freeform 2056"/>
          <p:cNvSpPr>
            <a:spLocks/>
          </p:cNvSpPr>
          <p:nvPr/>
        </p:nvSpPr>
        <p:spPr bwMode="auto">
          <a:xfrm>
            <a:off x="4530725" y="4137025"/>
            <a:ext cx="228600" cy="203200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4" y="66"/>
              </a:cxn>
              <a:cxn ang="0">
                <a:pos x="6" y="62"/>
              </a:cxn>
              <a:cxn ang="0">
                <a:pos x="10" y="55"/>
              </a:cxn>
              <a:cxn ang="0">
                <a:pos x="15" y="51"/>
              </a:cxn>
              <a:cxn ang="0">
                <a:pos x="19" y="47"/>
              </a:cxn>
              <a:cxn ang="0">
                <a:pos x="26" y="40"/>
              </a:cxn>
              <a:cxn ang="0">
                <a:pos x="30" y="36"/>
              </a:cxn>
              <a:cxn ang="0">
                <a:pos x="34" y="32"/>
              </a:cxn>
              <a:cxn ang="0">
                <a:pos x="41" y="28"/>
              </a:cxn>
              <a:cxn ang="0">
                <a:pos x="45" y="25"/>
              </a:cxn>
              <a:cxn ang="0">
                <a:pos x="52" y="21"/>
              </a:cxn>
              <a:cxn ang="0">
                <a:pos x="58" y="17"/>
              </a:cxn>
              <a:cxn ang="0">
                <a:pos x="65" y="13"/>
              </a:cxn>
              <a:cxn ang="0">
                <a:pos x="71" y="11"/>
              </a:cxn>
              <a:cxn ang="0">
                <a:pos x="75" y="8"/>
              </a:cxn>
              <a:cxn ang="0">
                <a:pos x="84" y="4"/>
              </a:cxn>
              <a:cxn ang="0">
                <a:pos x="88" y="4"/>
              </a:cxn>
              <a:cxn ang="0">
                <a:pos x="95" y="4"/>
              </a:cxn>
              <a:cxn ang="0">
                <a:pos x="101" y="2"/>
              </a:cxn>
              <a:cxn ang="0">
                <a:pos x="110" y="0"/>
              </a:cxn>
              <a:cxn ang="0">
                <a:pos x="117" y="0"/>
              </a:cxn>
              <a:cxn ang="0">
                <a:pos x="123" y="0"/>
              </a:cxn>
              <a:cxn ang="0">
                <a:pos x="130" y="2"/>
              </a:cxn>
              <a:cxn ang="0">
                <a:pos x="136" y="2"/>
              </a:cxn>
              <a:cxn ang="0">
                <a:pos x="143" y="4"/>
              </a:cxn>
              <a:cxn ang="0">
                <a:pos x="149" y="6"/>
              </a:cxn>
              <a:cxn ang="0">
                <a:pos x="156" y="8"/>
              </a:cxn>
              <a:cxn ang="0">
                <a:pos x="162" y="11"/>
              </a:cxn>
              <a:cxn ang="0">
                <a:pos x="169" y="15"/>
              </a:cxn>
              <a:cxn ang="0">
                <a:pos x="175" y="19"/>
              </a:cxn>
              <a:cxn ang="0">
                <a:pos x="179" y="23"/>
              </a:cxn>
              <a:cxn ang="0">
                <a:pos x="186" y="28"/>
              </a:cxn>
              <a:cxn ang="0">
                <a:pos x="186" y="34"/>
              </a:cxn>
              <a:cxn ang="0">
                <a:pos x="186" y="40"/>
              </a:cxn>
              <a:cxn ang="0">
                <a:pos x="184" y="49"/>
              </a:cxn>
              <a:cxn ang="0">
                <a:pos x="179" y="55"/>
              </a:cxn>
              <a:cxn ang="0">
                <a:pos x="175" y="66"/>
              </a:cxn>
              <a:cxn ang="0">
                <a:pos x="171" y="75"/>
              </a:cxn>
              <a:cxn ang="0">
                <a:pos x="164" y="83"/>
              </a:cxn>
              <a:cxn ang="0">
                <a:pos x="158" y="94"/>
              </a:cxn>
              <a:cxn ang="0">
                <a:pos x="149" y="104"/>
              </a:cxn>
              <a:cxn ang="0">
                <a:pos x="143" y="113"/>
              </a:cxn>
              <a:cxn ang="0">
                <a:pos x="134" y="124"/>
              </a:cxn>
              <a:cxn ang="0">
                <a:pos x="127" y="132"/>
              </a:cxn>
              <a:cxn ang="0">
                <a:pos x="121" y="141"/>
              </a:cxn>
              <a:cxn ang="0">
                <a:pos x="114" y="147"/>
              </a:cxn>
              <a:cxn ang="0">
                <a:pos x="110" y="153"/>
              </a:cxn>
              <a:cxn ang="0">
                <a:pos x="106" y="158"/>
              </a:cxn>
            </a:cxnLst>
            <a:rect l="0" t="0" r="r" b="b"/>
            <a:pathLst>
              <a:path w="186" h="158">
                <a:moveTo>
                  <a:pt x="0" y="70"/>
                </a:moveTo>
                <a:lnTo>
                  <a:pt x="4" y="66"/>
                </a:lnTo>
                <a:lnTo>
                  <a:pt x="6" y="62"/>
                </a:lnTo>
                <a:lnTo>
                  <a:pt x="10" y="55"/>
                </a:lnTo>
                <a:lnTo>
                  <a:pt x="15" y="51"/>
                </a:lnTo>
                <a:lnTo>
                  <a:pt x="19" y="47"/>
                </a:lnTo>
                <a:lnTo>
                  <a:pt x="26" y="40"/>
                </a:lnTo>
                <a:lnTo>
                  <a:pt x="30" y="36"/>
                </a:lnTo>
                <a:lnTo>
                  <a:pt x="34" y="32"/>
                </a:lnTo>
                <a:lnTo>
                  <a:pt x="41" y="28"/>
                </a:lnTo>
                <a:lnTo>
                  <a:pt x="45" y="25"/>
                </a:lnTo>
                <a:lnTo>
                  <a:pt x="52" y="21"/>
                </a:lnTo>
                <a:lnTo>
                  <a:pt x="58" y="17"/>
                </a:lnTo>
                <a:lnTo>
                  <a:pt x="65" y="13"/>
                </a:lnTo>
                <a:lnTo>
                  <a:pt x="71" y="11"/>
                </a:lnTo>
                <a:lnTo>
                  <a:pt x="75" y="8"/>
                </a:lnTo>
                <a:lnTo>
                  <a:pt x="84" y="4"/>
                </a:lnTo>
                <a:lnTo>
                  <a:pt x="88" y="4"/>
                </a:lnTo>
                <a:lnTo>
                  <a:pt x="95" y="4"/>
                </a:lnTo>
                <a:lnTo>
                  <a:pt x="101" y="2"/>
                </a:lnTo>
                <a:lnTo>
                  <a:pt x="110" y="0"/>
                </a:lnTo>
                <a:lnTo>
                  <a:pt x="117" y="0"/>
                </a:lnTo>
                <a:lnTo>
                  <a:pt x="123" y="0"/>
                </a:lnTo>
                <a:lnTo>
                  <a:pt x="130" y="2"/>
                </a:lnTo>
                <a:lnTo>
                  <a:pt x="136" y="2"/>
                </a:lnTo>
                <a:lnTo>
                  <a:pt x="143" y="4"/>
                </a:lnTo>
                <a:lnTo>
                  <a:pt x="149" y="6"/>
                </a:lnTo>
                <a:lnTo>
                  <a:pt x="156" y="8"/>
                </a:lnTo>
                <a:lnTo>
                  <a:pt x="162" y="11"/>
                </a:lnTo>
                <a:lnTo>
                  <a:pt x="169" y="15"/>
                </a:lnTo>
                <a:lnTo>
                  <a:pt x="175" y="19"/>
                </a:lnTo>
                <a:lnTo>
                  <a:pt x="179" y="23"/>
                </a:lnTo>
                <a:lnTo>
                  <a:pt x="186" y="28"/>
                </a:lnTo>
                <a:lnTo>
                  <a:pt x="186" y="34"/>
                </a:lnTo>
                <a:lnTo>
                  <a:pt x="186" y="40"/>
                </a:lnTo>
                <a:lnTo>
                  <a:pt x="184" y="49"/>
                </a:lnTo>
                <a:lnTo>
                  <a:pt x="179" y="55"/>
                </a:lnTo>
                <a:lnTo>
                  <a:pt x="175" y="66"/>
                </a:lnTo>
                <a:lnTo>
                  <a:pt x="171" y="75"/>
                </a:lnTo>
                <a:lnTo>
                  <a:pt x="164" y="83"/>
                </a:lnTo>
                <a:lnTo>
                  <a:pt x="158" y="94"/>
                </a:lnTo>
                <a:lnTo>
                  <a:pt x="149" y="104"/>
                </a:lnTo>
                <a:lnTo>
                  <a:pt x="143" y="113"/>
                </a:lnTo>
                <a:lnTo>
                  <a:pt x="134" y="124"/>
                </a:lnTo>
                <a:lnTo>
                  <a:pt x="127" y="132"/>
                </a:lnTo>
                <a:lnTo>
                  <a:pt x="121" y="141"/>
                </a:lnTo>
                <a:lnTo>
                  <a:pt x="114" y="147"/>
                </a:lnTo>
                <a:lnTo>
                  <a:pt x="110" y="153"/>
                </a:lnTo>
                <a:lnTo>
                  <a:pt x="106" y="158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7" name="Freeform 2057"/>
          <p:cNvSpPr>
            <a:spLocks/>
          </p:cNvSpPr>
          <p:nvPr/>
        </p:nvSpPr>
        <p:spPr bwMode="auto">
          <a:xfrm>
            <a:off x="4540250" y="3640138"/>
            <a:ext cx="266700" cy="114300"/>
          </a:xfrm>
          <a:custGeom>
            <a:avLst/>
            <a:gdLst/>
            <a:ahLst/>
            <a:cxnLst>
              <a:cxn ang="0">
                <a:pos x="2" y="68"/>
              </a:cxn>
              <a:cxn ang="0">
                <a:pos x="0" y="57"/>
              </a:cxn>
              <a:cxn ang="0">
                <a:pos x="2" y="49"/>
              </a:cxn>
              <a:cxn ang="0">
                <a:pos x="2" y="40"/>
              </a:cxn>
              <a:cxn ang="0">
                <a:pos x="7" y="34"/>
              </a:cxn>
              <a:cxn ang="0">
                <a:pos x="11" y="27"/>
              </a:cxn>
              <a:cxn ang="0">
                <a:pos x="18" y="23"/>
              </a:cxn>
              <a:cxn ang="0">
                <a:pos x="24" y="21"/>
              </a:cxn>
              <a:cxn ang="0">
                <a:pos x="33" y="17"/>
              </a:cxn>
              <a:cxn ang="0">
                <a:pos x="41" y="17"/>
              </a:cxn>
              <a:cxn ang="0">
                <a:pos x="52" y="15"/>
              </a:cxn>
              <a:cxn ang="0">
                <a:pos x="63" y="15"/>
              </a:cxn>
              <a:cxn ang="0">
                <a:pos x="74" y="13"/>
              </a:cxn>
              <a:cxn ang="0">
                <a:pos x="85" y="13"/>
              </a:cxn>
              <a:cxn ang="0">
                <a:pos x="96" y="13"/>
              </a:cxn>
              <a:cxn ang="0">
                <a:pos x="109" y="10"/>
              </a:cxn>
              <a:cxn ang="0">
                <a:pos x="119" y="8"/>
              </a:cxn>
              <a:cxn ang="0">
                <a:pos x="128" y="8"/>
              </a:cxn>
              <a:cxn ang="0">
                <a:pos x="135" y="6"/>
              </a:cxn>
              <a:cxn ang="0">
                <a:pos x="143" y="6"/>
              </a:cxn>
              <a:cxn ang="0">
                <a:pos x="150" y="4"/>
              </a:cxn>
              <a:cxn ang="0">
                <a:pos x="156" y="2"/>
              </a:cxn>
              <a:cxn ang="0">
                <a:pos x="163" y="0"/>
              </a:cxn>
              <a:cxn ang="0">
                <a:pos x="169" y="0"/>
              </a:cxn>
              <a:cxn ang="0">
                <a:pos x="176" y="0"/>
              </a:cxn>
              <a:cxn ang="0">
                <a:pos x="180" y="0"/>
              </a:cxn>
              <a:cxn ang="0">
                <a:pos x="184" y="0"/>
              </a:cxn>
              <a:cxn ang="0">
                <a:pos x="191" y="4"/>
              </a:cxn>
              <a:cxn ang="0">
                <a:pos x="195" y="4"/>
              </a:cxn>
              <a:cxn ang="0">
                <a:pos x="202" y="8"/>
              </a:cxn>
              <a:cxn ang="0">
                <a:pos x="204" y="15"/>
              </a:cxn>
              <a:cxn ang="0">
                <a:pos x="208" y="19"/>
              </a:cxn>
              <a:cxn ang="0">
                <a:pos x="213" y="27"/>
              </a:cxn>
              <a:cxn ang="0">
                <a:pos x="215" y="32"/>
              </a:cxn>
              <a:cxn ang="0">
                <a:pos x="215" y="36"/>
              </a:cxn>
              <a:cxn ang="0">
                <a:pos x="217" y="40"/>
              </a:cxn>
              <a:cxn ang="0">
                <a:pos x="217" y="45"/>
              </a:cxn>
              <a:cxn ang="0">
                <a:pos x="217" y="51"/>
              </a:cxn>
              <a:cxn ang="0">
                <a:pos x="215" y="55"/>
              </a:cxn>
              <a:cxn ang="0">
                <a:pos x="215" y="57"/>
              </a:cxn>
              <a:cxn ang="0">
                <a:pos x="215" y="62"/>
              </a:cxn>
              <a:cxn ang="0">
                <a:pos x="210" y="70"/>
              </a:cxn>
              <a:cxn ang="0">
                <a:pos x="206" y="79"/>
              </a:cxn>
              <a:cxn ang="0">
                <a:pos x="202" y="83"/>
              </a:cxn>
              <a:cxn ang="0">
                <a:pos x="195" y="85"/>
              </a:cxn>
              <a:cxn ang="0">
                <a:pos x="189" y="87"/>
              </a:cxn>
              <a:cxn ang="0">
                <a:pos x="174" y="87"/>
              </a:cxn>
              <a:cxn ang="0">
                <a:pos x="158" y="87"/>
              </a:cxn>
              <a:cxn ang="0">
                <a:pos x="135" y="85"/>
              </a:cxn>
              <a:cxn ang="0">
                <a:pos x="113" y="85"/>
              </a:cxn>
              <a:cxn ang="0">
                <a:pos x="91" y="85"/>
              </a:cxn>
              <a:cxn ang="0">
                <a:pos x="70" y="85"/>
              </a:cxn>
              <a:cxn ang="0">
                <a:pos x="41" y="89"/>
              </a:cxn>
              <a:cxn ang="0">
                <a:pos x="26" y="89"/>
              </a:cxn>
              <a:cxn ang="0">
                <a:pos x="18" y="87"/>
              </a:cxn>
              <a:cxn ang="0">
                <a:pos x="13" y="85"/>
              </a:cxn>
              <a:cxn ang="0">
                <a:pos x="9" y="83"/>
              </a:cxn>
              <a:cxn ang="0">
                <a:pos x="7" y="79"/>
              </a:cxn>
              <a:cxn ang="0">
                <a:pos x="2" y="74"/>
              </a:cxn>
            </a:cxnLst>
            <a:rect l="0" t="0" r="r" b="b"/>
            <a:pathLst>
              <a:path w="217" h="89">
                <a:moveTo>
                  <a:pt x="2" y="68"/>
                </a:moveTo>
                <a:lnTo>
                  <a:pt x="0" y="57"/>
                </a:lnTo>
                <a:lnTo>
                  <a:pt x="2" y="49"/>
                </a:lnTo>
                <a:lnTo>
                  <a:pt x="2" y="40"/>
                </a:lnTo>
                <a:lnTo>
                  <a:pt x="7" y="34"/>
                </a:lnTo>
                <a:lnTo>
                  <a:pt x="11" y="27"/>
                </a:lnTo>
                <a:lnTo>
                  <a:pt x="18" y="23"/>
                </a:lnTo>
                <a:lnTo>
                  <a:pt x="24" y="21"/>
                </a:lnTo>
                <a:lnTo>
                  <a:pt x="33" y="17"/>
                </a:lnTo>
                <a:lnTo>
                  <a:pt x="41" y="17"/>
                </a:lnTo>
                <a:lnTo>
                  <a:pt x="52" y="15"/>
                </a:lnTo>
                <a:lnTo>
                  <a:pt x="63" y="15"/>
                </a:lnTo>
                <a:lnTo>
                  <a:pt x="74" y="13"/>
                </a:lnTo>
                <a:lnTo>
                  <a:pt x="85" y="13"/>
                </a:lnTo>
                <a:lnTo>
                  <a:pt x="96" y="13"/>
                </a:lnTo>
                <a:lnTo>
                  <a:pt x="109" y="10"/>
                </a:lnTo>
                <a:lnTo>
                  <a:pt x="119" y="8"/>
                </a:lnTo>
                <a:lnTo>
                  <a:pt x="128" y="8"/>
                </a:lnTo>
                <a:lnTo>
                  <a:pt x="135" y="6"/>
                </a:lnTo>
                <a:lnTo>
                  <a:pt x="143" y="6"/>
                </a:lnTo>
                <a:lnTo>
                  <a:pt x="150" y="4"/>
                </a:lnTo>
                <a:lnTo>
                  <a:pt x="156" y="2"/>
                </a:lnTo>
                <a:lnTo>
                  <a:pt x="163" y="0"/>
                </a:lnTo>
                <a:lnTo>
                  <a:pt x="169" y="0"/>
                </a:lnTo>
                <a:lnTo>
                  <a:pt x="176" y="0"/>
                </a:lnTo>
                <a:lnTo>
                  <a:pt x="180" y="0"/>
                </a:lnTo>
                <a:lnTo>
                  <a:pt x="184" y="0"/>
                </a:lnTo>
                <a:lnTo>
                  <a:pt x="191" y="4"/>
                </a:lnTo>
                <a:lnTo>
                  <a:pt x="195" y="4"/>
                </a:lnTo>
                <a:lnTo>
                  <a:pt x="202" y="8"/>
                </a:lnTo>
                <a:lnTo>
                  <a:pt x="204" y="15"/>
                </a:lnTo>
                <a:lnTo>
                  <a:pt x="208" y="19"/>
                </a:lnTo>
                <a:lnTo>
                  <a:pt x="213" y="27"/>
                </a:lnTo>
                <a:lnTo>
                  <a:pt x="215" y="32"/>
                </a:lnTo>
                <a:lnTo>
                  <a:pt x="215" y="36"/>
                </a:lnTo>
                <a:lnTo>
                  <a:pt x="217" y="40"/>
                </a:lnTo>
                <a:lnTo>
                  <a:pt x="217" y="45"/>
                </a:lnTo>
                <a:lnTo>
                  <a:pt x="217" y="51"/>
                </a:lnTo>
                <a:lnTo>
                  <a:pt x="215" y="55"/>
                </a:lnTo>
                <a:lnTo>
                  <a:pt x="215" y="57"/>
                </a:lnTo>
                <a:lnTo>
                  <a:pt x="215" y="62"/>
                </a:lnTo>
                <a:lnTo>
                  <a:pt x="210" y="70"/>
                </a:lnTo>
                <a:lnTo>
                  <a:pt x="206" y="79"/>
                </a:lnTo>
                <a:lnTo>
                  <a:pt x="202" y="83"/>
                </a:lnTo>
                <a:lnTo>
                  <a:pt x="195" y="85"/>
                </a:lnTo>
                <a:lnTo>
                  <a:pt x="189" y="87"/>
                </a:lnTo>
                <a:lnTo>
                  <a:pt x="174" y="87"/>
                </a:lnTo>
                <a:lnTo>
                  <a:pt x="158" y="87"/>
                </a:lnTo>
                <a:lnTo>
                  <a:pt x="135" y="85"/>
                </a:lnTo>
                <a:lnTo>
                  <a:pt x="113" y="85"/>
                </a:lnTo>
                <a:lnTo>
                  <a:pt x="91" y="85"/>
                </a:lnTo>
                <a:lnTo>
                  <a:pt x="70" y="85"/>
                </a:lnTo>
                <a:lnTo>
                  <a:pt x="41" y="89"/>
                </a:lnTo>
                <a:lnTo>
                  <a:pt x="26" y="89"/>
                </a:lnTo>
                <a:lnTo>
                  <a:pt x="18" y="87"/>
                </a:lnTo>
                <a:lnTo>
                  <a:pt x="13" y="85"/>
                </a:lnTo>
                <a:lnTo>
                  <a:pt x="9" y="83"/>
                </a:lnTo>
                <a:lnTo>
                  <a:pt x="7" y="79"/>
                </a:lnTo>
                <a:lnTo>
                  <a:pt x="2" y="74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8" name="Freeform 2058"/>
          <p:cNvSpPr>
            <a:spLocks/>
          </p:cNvSpPr>
          <p:nvPr/>
        </p:nvSpPr>
        <p:spPr bwMode="auto">
          <a:xfrm>
            <a:off x="4578350" y="3757613"/>
            <a:ext cx="142875" cy="219075"/>
          </a:xfrm>
          <a:custGeom>
            <a:avLst/>
            <a:gdLst/>
            <a:ahLst/>
            <a:cxnLst>
              <a:cxn ang="0">
                <a:pos x="106" y="0"/>
              </a:cxn>
              <a:cxn ang="0">
                <a:pos x="112" y="7"/>
              </a:cxn>
              <a:cxn ang="0">
                <a:pos x="117" y="15"/>
              </a:cxn>
              <a:cxn ang="0">
                <a:pos x="117" y="26"/>
              </a:cxn>
              <a:cxn ang="0">
                <a:pos x="114" y="39"/>
              </a:cxn>
              <a:cxn ang="0">
                <a:pos x="110" y="50"/>
              </a:cxn>
              <a:cxn ang="0">
                <a:pos x="104" y="64"/>
              </a:cxn>
              <a:cxn ang="0">
                <a:pos x="95" y="77"/>
              </a:cxn>
              <a:cxn ang="0">
                <a:pos x="84" y="90"/>
              </a:cxn>
              <a:cxn ang="0">
                <a:pos x="75" y="103"/>
              </a:cxn>
              <a:cxn ang="0">
                <a:pos x="62" y="116"/>
              </a:cxn>
              <a:cxn ang="0">
                <a:pos x="52" y="126"/>
              </a:cxn>
              <a:cxn ang="0">
                <a:pos x="39" y="139"/>
              </a:cxn>
              <a:cxn ang="0">
                <a:pos x="28" y="148"/>
              </a:cxn>
              <a:cxn ang="0">
                <a:pos x="17" y="156"/>
              </a:cxn>
              <a:cxn ang="0">
                <a:pos x="8" y="165"/>
              </a:cxn>
              <a:cxn ang="0">
                <a:pos x="0" y="171"/>
              </a:cxn>
            </a:cxnLst>
            <a:rect l="0" t="0" r="r" b="b"/>
            <a:pathLst>
              <a:path w="117" h="171">
                <a:moveTo>
                  <a:pt x="106" y="0"/>
                </a:moveTo>
                <a:lnTo>
                  <a:pt x="112" y="7"/>
                </a:lnTo>
                <a:lnTo>
                  <a:pt x="117" y="15"/>
                </a:lnTo>
                <a:lnTo>
                  <a:pt x="117" y="26"/>
                </a:lnTo>
                <a:lnTo>
                  <a:pt x="114" y="39"/>
                </a:lnTo>
                <a:lnTo>
                  <a:pt x="110" y="50"/>
                </a:lnTo>
                <a:lnTo>
                  <a:pt x="104" y="64"/>
                </a:lnTo>
                <a:lnTo>
                  <a:pt x="95" y="77"/>
                </a:lnTo>
                <a:lnTo>
                  <a:pt x="84" y="90"/>
                </a:lnTo>
                <a:lnTo>
                  <a:pt x="75" y="103"/>
                </a:lnTo>
                <a:lnTo>
                  <a:pt x="62" y="116"/>
                </a:lnTo>
                <a:lnTo>
                  <a:pt x="52" y="126"/>
                </a:lnTo>
                <a:lnTo>
                  <a:pt x="39" y="139"/>
                </a:lnTo>
                <a:lnTo>
                  <a:pt x="28" y="148"/>
                </a:lnTo>
                <a:lnTo>
                  <a:pt x="17" y="156"/>
                </a:lnTo>
                <a:lnTo>
                  <a:pt x="8" y="165"/>
                </a:lnTo>
                <a:lnTo>
                  <a:pt x="0" y="171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79" name="Freeform 2059"/>
          <p:cNvSpPr>
            <a:spLocks/>
          </p:cNvSpPr>
          <p:nvPr/>
        </p:nvSpPr>
        <p:spPr bwMode="auto">
          <a:xfrm>
            <a:off x="4630738" y="3757613"/>
            <a:ext cx="160337" cy="236537"/>
          </a:xfrm>
          <a:custGeom>
            <a:avLst/>
            <a:gdLst/>
            <a:ahLst/>
            <a:cxnLst>
              <a:cxn ang="0">
                <a:pos x="119" y="0"/>
              </a:cxn>
              <a:cxn ang="0">
                <a:pos x="128" y="11"/>
              </a:cxn>
              <a:cxn ang="0">
                <a:pos x="130" y="28"/>
              </a:cxn>
              <a:cxn ang="0">
                <a:pos x="130" y="41"/>
              </a:cxn>
              <a:cxn ang="0">
                <a:pos x="130" y="56"/>
              </a:cxn>
              <a:cxn ang="0">
                <a:pos x="126" y="71"/>
              </a:cxn>
              <a:cxn ang="0">
                <a:pos x="119" y="86"/>
              </a:cxn>
              <a:cxn ang="0">
                <a:pos x="110" y="99"/>
              </a:cxn>
              <a:cxn ang="0">
                <a:pos x="100" y="114"/>
              </a:cxn>
              <a:cxn ang="0">
                <a:pos x="87" y="124"/>
              </a:cxn>
              <a:cxn ang="0">
                <a:pos x="74" y="137"/>
              </a:cxn>
              <a:cxn ang="0">
                <a:pos x="61" y="148"/>
              </a:cxn>
              <a:cxn ang="0">
                <a:pos x="48" y="156"/>
              </a:cxn>
              <a:cxn ang="0">
                <a:pos x="35" y="165"/>
              </a:cxn>
              <a:cxn ang="0">
                <a:pos x="22" y="173"/>
              </a:cxn>
              <a:cxn ang="0">
                <a:pos x="11" y="180"/>
              </a:cxn>
              <a:cxn ang="0">
                <a:pos x="0" y="184"/>
              </a:cxn>
            </a:cxnLst>
            <a:rect l="0" t="0" r="r" b="b"/>
            <a:pathLst>
              <a:path w="130" h="184">
                <a:moveTo>
                  <a:pt x="119" y="0"/>
                </a:moveTo>
                <a:lnTo>
                  <a:pt x="128" y="11"/>
                </a:lnTo>
                <a:lnTo>
                  <a:pt x="130" y="28"/>
                </a:lnTo>
                <a:lnTo>
                  <a:pt x="130" y="41"/>
                </a:lnTo>
                <a:lnTo>
                  <a:pt x="130" y="56"/>
                </a:lnTo>
                <a:lnTo>
                  <a:pt x="126" y="71"/>
                </a:lnTo>
                <a:lnTo>
                  <a:pt x="119" y="86"/>
                </a:lnTo>
                <a:lnTo>
                  <a:pt x="110" y="99"/>
                </a:lnTo>
                <a:lnTo>
                  <a:pt x="100" y="114"/>
                </a:lnTo>
                <a:lnTo>
                  <a:pt x="87" y="124"/>
                </a:lnTo>
                <a:lnTo>
                  <a:pt x="74" y="137"/>
                </a:lnTo>
                <a:lnTo>
                  <a:pt x="61" y="148"/>
                </a:lnTo>
                <a:lnTo>
                  <a:pt x="48" y="156"/>
                </a:lnTo>
                <a:lnTo>
                  <a:pt x="35" y="165"/>
                </a:lnTo>
                <a:lnTo>
                  <a:pt x="22" y="173"/>
                </a:lnTo>
                <a:lnTo>
                  <a:pt x="11" y="180"/>
                </a:lnTo>
                <a:lnTo>
                  <a:pt x="0" y="184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0" name="Freeform 2060"/>
          <p:cNvSpPr>
            <a:spLocks/>
          </p:cNvSpPr>
          <p:nvPr/>
        </p:nvSpPr>
        <p:spPr bwMode="auto">
          <a:xfrm>
            <a:off x="4129088" y="4405313"/>
            <a:ext cx="506412" cy="700087"/>
          </a:xfrm>
          <a:custGeom>
            <a:avLst/>
            <a:gdLst/>
            <a:ahLst/>
            <a:cxnLst>
              <a:cxn ang="0">
                <a:pos x="412" y="0"/>
              </a:cxn>
              <a:cxn ang="0">
                <a:pos x="391" y="28"/>
              </a:cxn>
              <a:cxn ang="0">
                <a:pos x="365" y="58"/>
              </a:cxn>
              <a:cxn ang="0">
                <a:pos x="341" y="85"/>
              </a:cxn>
              <a:cxn ang="0">
                <a:pos x="315" y="113"/>
              </a:cxn>
              <a:cxn ang="0">
                <a:pos x="291" y="141"/>
              </a:cxn>
              <a:cxn ang="0">
                <a:pos x="267" y="171"/>
              </a:cxn>
              <a:cxn ang="0">
                <a:pos x="241" y="200"/>
              </a:cxn>
              <a:cxn ang="0">
                <a:pos x="215" y="232"/>
              </a:cxn>
              <a:cxn ang="0">
                <a:pos x="191" y="264"/>
              </a:cxn>
              <a:cxn ang="0">
                <a:pos x="165" y="299"/>
              </a:cxn>
              <a:cxn ang="0">
                <a:pos x="139" y="333"/>
              </a:cxn>
              <a:cxn ang="0">
                <a:pos x="113" y="371"/>
              </a:cxn>
              <a:cxn ang="0">
                <a:pos x="85" y="410"/>
              </a:cxn>
              <a:cxn ang="0">
                <a:pos x="59" y="452"/>
              </a:cxn>
              <a:cxn ang="0">
                <a:pos x="31" y="497"/>
              </a:cxn>
              <a:cxn ang="0">
                <a:pos x="0" y="544"/>
              </a:cxn>
            </a:cxnLst>
            <a:rect l="0" t="0" r="r" b="b"/>
            <a:pathLst>
              <a:path w="412" h="544">
                <a:moveTo>
                  <a:pt x="412" y="0"/>
                </a:moveTo>
                <a:lnTo>
                  <a:pt x="391" y="28"/>
                </a:lnTo>
                <a:lnTo>
                  <a:pt x="365" y="58"/>
                </a:lnTo>
                <a:lnTo>
                  <a:pt x="341" y="85"/>
                </a:lnTo>
                <a:lnTo>
                  <a:pt x="315" y="113"/>
                </a:lnTo>
                <a:lnTo>
                  <a:pt x="291" y="141"/>
                </a:lnTo>
                <a:lnTo>
                  <a:pt x="267" y="171"/>
                </a:lnTo>
                <a:lnTo>
                  <a:pt x="241" y="200"/>
                </a:lnTo>
                <a:lnTo>
                  <a:pt x="215" y="232"/>
                </a:lnTo>
                <a:lnTo>
                  <a:pt x="191" y="264"/>
                </a:lnTo>
                <a:lnTo>
                  <a:pt x="165" y="299"/>
                </a:lnTo>
                <a:lnTo>
                  <a:pt x="139" y="333"/>
                </a:lnTo>
                <a:lnTo>
                  <a:pt x="113" y="371"/>
                </a:lnTo>
                <a:lnTo>
                  <a:pt x="85" y="410"/>
                </a:lnTo>
                <a:lnTo>
                  <a:pt x="59" y="452"/>
                </a:lnTo>
                <a:lnTo>
                  <a:pt x="31" y="497"/>
                </a:lnTo>
                <a:lnTo>
                  <a:pt x="0" y="544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1" name="Freeform 2061"/>
          <p:cNvSpPr>
            <a:spLocks/>
          </p:cNvSpPr>
          <p:nvPr/>
        </p:nvSpPr>
        <p:spPr bwMode="auto">
          <a:xfrm>
            <a:off x="4090988" y="4371975"/>
            <a:ext cx="477837" cy="715963"/>
          </a:xfrm>
          <a:custGeom>
            <a:avLst/>
            <a:gdLst/>
            <a:ahLst/>
            <a:cxnLst>
              <a:cxn ang="0">
                <a:pos x="0" y="557"/>
              </a:cxn>
              <a:cxn ang="0">
                <a:pos x="26" y="517"/>
              </a:cxn>
              <a:cxn ang="0">
                <a:pos x="50" y="476"/>
              </a:cxn>
              <a:cxn ang="0">
                <a:pos x="74" y="438"/>
              </a:cxn>
              <a:cxn ang="0">
                <a:pos x="100" y="399"/>
              </a:cxn>
              <a:cxn ang="0">
                <a:pos x="126" y="363"/>
              </a:cxn>
              <a:cxn ang="0">
                <a:pos x="149" y="325"/>
              </a:cxn>
              <a:cxn ang="0">
                <a:pos x="175" y="288"/>
              </a:cxn>
              <a:cxn ang="0">
                <a:pos x="202" y="252"/>
              </a:cxn>
              <a:cxn ang="0">
                <a:pos x="225" y="216"/>
              </a:cxn>
              <a:cxn ang="0">
                <a:pos x="251" y="180"/>
              </a:cxn>
              <a:cxn ang="0">
                <a:pos x="280" y="143"/>
              </a:cxn>
              <a:cxn ang="0">
                <a:pos x="306" y="109"/>
              </a:cxn>
              <a:cxn ang="0">
                <a:pos x="334" y="73"/>
              </a:cxn>
              <a:cxn ang="0">
                <a:pos x="362" y="37"/>
              </a:cxn>
              <a:cxn ang="0">
                <a:pos x="390" y="0"/>
              </a:cxn>
            </a:cxnLst>
            <a:rect l="0" t="0" r="r" b="b"/>
            <a:pathLst>
              <a:path w="390" h="557">
                <a:moveTo>
                  <a:pt x="0" y="557"/>
                </a:moveTo>
                <a:lnTo>
                  <a:pt x="26" y="517"/>
                </a:lnTo>
                <a:lnTo>
                  <a:pt x="50" y="476"/>
                </a:lnTo>
                <a:lnTo>
                  <a:pt x="74" y="438"/>
                </a:lnTo>
                <a:lnTo>
                  <a:pt x="100" y="399"/>
                </a:lnTo>
                <a:lnTo>
                  <a:pt x="126" y="363"/>
                </a:lnTo>
                <a:lnTo>
                  <a:pt x="149" y="325"/>
                </a:lnTo>
                <a:lnTo>
                  <a:pt x="175" y="288"/>
                </a:lnTo>
                <a:lnTo>
                  <a:pt x="202" y="252"/>
                </a:lnTo>
                <a:lnTo>
                  <a:pt x="225" y="216"/>
                </a:lnTo>
                <a:lnTo>
                  <a:pt x="251" y="180"/>
                </a:lnTo>
                <a:lnTo>
                  <a:pt x="280" y="143"/>
                </a:lnTo>
                <a:lnTo>
                  <a:pt x="306" y="109"/>
                </a:lnTo>
                <a:lnTo>
                  <a:pt x="334" y="73"/>
                </a:lnTo>
                <a:lnTo>
                  <a:pt x="362" y="37"/>
                </a:lnTo>
                <a:lnTo>
                  <a:pt x="390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2" name="Freeform 2062"/>
          <p:cNvSpPr>
            <a:spLocks/>
          </p:cNvSpPr>
          <p:nvPr/>
        </p:nvSpPr>
        <p:spPr bwMode="auto">
          <a:xfrm>
            <a:off x="4037013" y="4213225"/>
            <a:ext cx="361950" cy="855663"/>
          </a:xfrm>
          <a:custGeom>
            <a:avLst/>
            <a:gdLst/>
            <a:ahLst/>
            <a:cxnLst>
              <a:cxn ang="0">
                <a:pos x="0" y="665"/>
              </a:cxn>
              <a:cxn ang="0">
                <a:pos x="30" y="618"/>
              </a:cxn>
              <a:cxn ang="0">
                <a:pos x="62" y="569"/>
              </a:cxn>
              <a:cxn ang="0">
                <a:pos x="88" y="522"/>
              </a:cxn>
              <a:cxn ang="0">
                <a:pos x="117" y="475"/>
              </a:cxn>
              <a:cxn ang="0">
                <a:pos x="138" y="431"/>
              </a:cxn>
              <a:cxn ang="0">
                <a:pos x="160" y="386"/>
              </a:cxn>
              <a:cxn ang="0">
                <a:pos x="182" y="343"/>
              </a:cxn>
              <a:cxn ang="0">
                <a:pos x="199" y="298"/>
              </a:cxn>
              <a:cxn ang="0">
                <a:pos x="216" y="256"/>
              </a:cxn>
              <a:cxn ang="0">
                <a:pos x="232" y="213"/>
              </a:cxn>
              <a:cxn ang="0">
                <a:pos x="247" y="170"/>
              </a:cxn>
              <a:cxn ang="0">
                <a:pos x="260" y="125"/>
              </a:cxn>
              <a:cxn ang="0">
                <a:pos x="271" y="85"/>
              </a:cxn>
              <a:cxn ang="0">
                <a:pos x="284" y="42"/>
              </a:cxn>
              <a:cxn ang="0">
                <a:pos x="294" y="0"/>
              </a:cxn>
            </a:cxnLst>
            <a:rect l="0" t="0" r="r" b="b"/>
            <a:pathLst>
              <a:path w="294" h="665">
                <a:moveTo>
                  <a:pt x="0" y="665"/>
                </a:moveTo>
                <a:lnTo>
                  <a:pt x="30" y="618"/>
                </a:lnTo>
                <a:lnTo>
                  <a:pt x="62" y="569"/>
                </a:lnTo>
                <a:lnTo>
                  <a:pt x="88" y="522"/>
                </a:lnTo>
                <a:lnTo>
                  <a:pt x="117" y="475"/>
                </a:lnTo>
                <a:lnTo>
                  <a:pt x="138" y="431"/>
                </a:lnTo>
                <a:lnTo>
                  <a:pt x="160" y="386"/>
                </a:lnTo>
                <a:lnTo>
                  <a:pt x="182" y="343"/>
                </a:lnTo>
                <a:lnTo>
                  <a:pt x="199" y="298"/>
                </a:lnTo>
                <a:lnTo>
                  <a:pt x="216" y="256"/>
                </a:lnTo>
                <a:lnTo>
                  <a:pt x="232" y="213"/>
                </a:lnTo>
                <a:lnTo>
                  <a:pt x="247" y="170"/>
                </a:lnTo>
                <a:lnTo>
                  <a:pt x="260" y="125"/>
                </a:lnTo>
                <a:lnTo>
                  <a:pt x="271" y="85"/>
                </a:lnTo>
                <a:lnTo>
                  <a:pt x="284" y="42"/>
                </a:lnTo>
                <a:lnTo>
                  <a:pt x="294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3" name="Freeform 2063"/>
          <p:cNvSpPr>
            <a:spLocks/>
          </p:cNvSpPr>
          <p:nvPr/>
        </p:nvSpPr>
        <p:spPr bwMode="auto">
          <a:xfrm>
            <a:off x="4133850" y="4325938"/>
            <a:ext cx="331788" cy="633412"/>
          </a:xfrm>
          <a:custGeom>
            <a:avLst/>
            <a:gdLst/>
            <a:ahLst/>
            <a:cxnLst>
              <a:cxn ang="0">
                <a:pos x="0" y="493"/>
              </a:cxn>
              <a:cxn ang="0">
                <a:pos x="21" y="457"/>
              </a:cxn>
              <a:cxn ang="0">
                <a:pos x="45" y="420"/>
              </a:cxn>
              <a:cxn ang="0">
                <a:pos x="65" y="386"/>
              </a:cxn>
              <a:cxn ang="0">
                <a:pos x="86" y="352"/>
              </a:cxn>
              <a:cxn ang="0">
                <a:pos x="106" y="322"/>
              </a:cxn>
              <a:cxn ang="0">
                <a:pos x="125" y="288"/>
              </a:cxn>
              <a:cxn ang="0">
                <a:pos x="143" y="258"/>
              </a:cxn>
              <a:cxn ang="0">
                <a:pos x="162" y="226"/>
              </a:cxn>
              <a:cxn ang="0">
                <a:pos x="177" y="196"/>
              </a:cxn>
              <a:cxn ang="0">
                <a:pos x="195" y="164"/>
              </a:cxn>
              <a:cxn ang="0">
                <a:pos x="210" y="132"/>
              </a:cxn>
              <a:cxn ang="0">
                <a:pos x="227" y="100"/>
              </a:cxn>
              <a:cxn ang="0">
                <a:pos x="240" y="68"/>
              </a:cxn>
              <a:cxn ang="0">
                <a:pos x="255" y="34"/>
              </a:cxn>
              <a:cxn ang="0">
                <a:pos x="271" y="0"/>
              </a:cxn>
            </a:cxnLst>
            <a:rect l="0" t="0" r="r" b="b"/>
            <a:pathLst>
              <a:path w="271" h="493">
                <a:moveTo>
                  <a:pt x="0" y="493"/>
                </a:moveTo>
                <a:lnTo>
                  <a:pt x="21" y="457"/>
                </a:lnTo>
                <a:lnTo>
                  <a:pt x="45" y="420"/>
                </a:lnTo>
                <a:lnTo>
                  <a:pt x="65" y="386"/>
                </a:lnTo>
                <a:lnTo>
                  <a:pt x="86" y="352"/>
                </a:lnTo>
                <a:lnTo>
                  <a:pt x="106" y="322"/>
                </a:lnTo>
                <a:lnTo>
                  <a:pt x="125" y="288"/>
                </a:lnTo>
                <a:lnTo>
                  <a:pt x="143" y="258"/>
                </a:lnTo>
                <a:lnTo>
                  <a:pt x="162" y="226"/>
                </a:lnTo>
                <a:lnTo>
                  <a:pt x="177" y="196"/>
                </a:lnTo>
                <a:lnTo>
                  <a:pt x="195" y="164"/>
                </a:lnTo>
                <a:lnTo>
                  <a:pt x="210" y="132"/>
                </a:lnTo>
                <a:lnTo>
                  <a:pt x="227" y="100"/>
                </a:lnTo>
                <a:lnTo>
                  <a:pt x="240" y="68"/>
                </a:lnTo>
                <a:lnTo>
                  <a:pt x="255" y="34"/>
                </a:lnTo>
                <a:lnTo>
                  <a:pt x="271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4" name="Freeform 2064"/>
          <p:cNvSpPr>
            <a:spLocks/>
          </p:cNvSpPr>
          <p:nvPr/>
        </p:nvSpPr>
        <p:spPr bwMode="auto">
          <a:xfrm>
            <a:off x="4322763" y="4017963"/>
            <a:ext cx="300037" cy="368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" y="17"/>
              </a:cxn>
              <a:cxn ang="0">
                <a:pos x="17" y="34"/>
              </a:cxn>
              <a:cxn ang="0">
                <a:pos x="23" y="53"/>
              </a:cxn>
              <a:cxn ang="0">
                <a:pos x="30" y="73"/>
              </a:cxn>
              <a:cxn ang="0">
                <a:pos x="39" y="94"/>
              </a:cxn>
              <a:cxn ang="0">
                <a:pos x="47" y="115"/>
              </a:cxn>
              <a:cxn ang="0">
                <a:pos x="56" y="135"/>
              </a:cxn>
              <a:cxn ang="0">
                <a:pos x="69" y="156"/>
              </a:cxn>
              <a:cxn ang="0">
                <a:pos x="82" y="173"/>
              </a:cxn>
              <a:cxn ang="0">
                <a:pos x="99" y="192"/>
              </a:cxn>
              <a:cxn ang="0">
                <a:pos x="117" y="211"/>
              </a:cxn>
              <a:cxn ang="0">
                <a:pos x="138" y="228"/>
              </a:cxn>
              <a:cxn ang="0">
                <a:pos x="160" y="243"/>
              </a:cxn>
              <a:cxn ang="0">
                <a:pos x="186" y="258"/>
              </a:cxn>
              <a:cxn ang="0">
                <a:pos x="212" y="273"/>
              </a:cxn>
              <a:cxn ang="0">
                <a:pos x="244" y="286"/>
              </a:cxn>
            </a:cxnLst>
            <a:rect l="0" t="0" r="r" b="b"/>
            <a:pathLst>
              <a:path w="244" h="286">
                <a:moveTo>
                  <a:pt x="0" y="0"/>
                </a:moveTo>
                <a:lnTo>
                  <a:pt x="10" y="17"/>
                </a:lnTo>
                <a:lnTo>
                  <a:pt x="17" y="34"/>
                </a:lnTo>
                <a:lnTo>
                  <a:pt x="23" y="53"/>
                </a:lnTo>
                <a:lnTo>
                  <a:pt x="30" y="73"/>
                </a:lnTo>
                <a:lnTo>
                  <a:pt x="39" y="94"/>
                </a:lnTo>
                <a:lnTo>
                  <a:pt x="47" y="115"/>
                </a:lnTo>
                <a:lnTo>
                  <a:pt x="56" y="135"/>
                </a:lnTo>
                <a:lnTo>
                  <a:pt x="69" y="156"/>
                </a:lnTo>
                <a:lnTo>
                  <a:pt x="82" y="173"/>
                </a:lnTo>
                <a:lnTo>
                  <a:pt x="99" y="192"/>
                </a:lnTo>
                <a:lnTo>
                  <a:pt x="117" y="211"/>
                </a:lnTo>
                <a:lnTo>
                  <a:pt x="138" y="228"/>
                </a:lnTo>
                <a:lnTo>
                  <a:pt x="160" y="243"/>
                </a:lnTo>
                <a:lnTo>
                  <a:pt x="186" y="258"/>
                </a:lnTo>
                <a:lnTo>
                  <a:pt x="212" y="273"/>
                </a:lnTo>
                <a:lnTo>
                  <a:pt x="244" y="286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5" name="Freeform 2065"/>
          <p:cNvSpPr>
            <a:spLocks/>
          </p:cNvSpPr>
          <p:nvPr/>
        </p:nvSpPr>
        <p:spPr bwMode="auto">
          <a:xfrm>
            <a:off x="4430713" y="3911600"/>
            <a:ext cx="227012" cy="428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" y="26"/>
              </a:cxn>
              <a:cxn ang="0">
                <a:pos x="7" y="51"/>
              </a:cxn>
              <a:cxn ang="0">
                <a:pos x="13" y="77"/>
              </a:cxn>
              <a:cxn ang="0">
                <a:pos x="18" y="102"/>
              </a:cxn>
              <a:cxn ang="0">
                <a:pos x="24" y="126"/>
              </a:cxn>
              <a:cxn ang="0">
                <a:pos x="31" y="149"/>
              </a:cxn>
              <a:cxn ang="0">
                <a:pos x="39" y="173"/>
              </a:cxn>
              <a:cxn ang="0">
                <a:pos x="48" y="194"/>
              </a:cxn>
              <a:cxn ang="0">
                <a:pos x="59" y="215"/>
              </a:cxn>
              <a:cxn ang="0">
                <a:pos x="70" y="235"/>
              </a:cxn>
              <a:cxn ang="0">
                <a:pos x="85" y="256"/>
              </a:cxn>
              <a:cxn ang="0">
                <a:pos x="100" y="273"/>
              </a:cxn>
              <a:cxn ang="0">
                <a:pos x="117" y="290"/>
              </a:cxn>
              <a:cxn ang="0">
                <a:pos x="137" y="307"/>
              </a:cxn>
              <a:cxn ang="0">
                <a:pos x="159" y="322"/>
              </a:cxn>
              <a:cxn ang="0">
                <a:pos x="185" y="333"/>
              </a:cxn>
            </a:cxnLst>
            <a:rect l="0" t="0" r="r" b="b"/>
            <a:pathLst>
              <a:path w="185" h="333">
                <a:moveTo>
                  <a:pt x="0" y="0"/>
                </a:moveTo>
                <a:lnTo>
                  <a:pt x="5" y="26"/>
                </a:lnTo>
                <a:lnTo>
                  <a:pt x="7" y="51"/>
                </a:lnTo>
                <a:lnTo>
                  <a:pt x="13" y="77"/>
                </a:lnTo>
                <a:lnTo>
                  <a:pt x="18" y="102"/>
                </a:lnTo>
                <a:lnTo>
                  <a:pt x="24" y="126"/>
                </a:lnTo>
                <a:lnTo>
                  <a:pt x="31" y="149"/>
                </a:lnTo>
                <a:lnTo>
                  <a:pt x="39" y="173"/>
                </a:lnTo>
                <a:lnTo>
                  <a:pt x="48" y="194"/>
                </a:lnTo>
                <a:lnTo>
                  <a:pt x="59" y="215"/>
                </a:lnTo>
                <a:lnTo>
                  <a:pt x="70" y="235"/>
                </a:lnTo>
                <a:lnTo>
                  <a:pt x="85" y="256"/>
                </a:lnTo>
                <a:lnTo>
                  <a:pt x="100" y="273"/>
                </a:lnTo>
                <a:lnTo>
                  <a:pt x="117" y="290"/>
                </a:lnTo>
                <a:lnTo>
                  <a:pt x="137" y="307"/>
                </a:lnTo>
                <a:lnTo>
                  <a:pt x="159" y="322"/>
                </a:lnTo>
                <a:lnTo>
                  <a:pt x="185" y="333"/>
                </a:lnTo>
              </a:path>
            </a:pathLst>
          </a:custGeom>
          <a:solidFill>
            <a:srgbClr val="FF3399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6" name="Freeform 2066"/>
          <p:cNvSpPr>
            <a:spLocks/>
          </p:cNvSpPr>
          <p:nvPr/>
        </p:nvSpPr>
        <p:spPr bwMode="auto">
          <a:xfrm>
            <a:off x="4160838" y="3554413"/>
            <a:ext cx="128587" cy="146050"/>
          </a:xfrm>
          <a:custGeom>
            <a:avLst/>
            <a:gdLst/>
            <a:ahLst/>
            <a:cxnLst>
              <a:cxn ang="0">
                <a:pos x="104" y="113"/>
              </a:cxn>
              <a:cxn ang="0">
                <a:pos x="96" y="111"/>
              </a:cxn>
              <a:cxn ang="0">
                <a:pos x="89" y="106"/>
              </a:cxn>
              <a:cxn ang="0">
                <a:pos x="81" y="100"/>
              </a:cxn>
              <a:cxn ang="0">
                <a:pos x="76" y="96"/>
              </a:cxn>
              <a:cxn ang="0">
                <a:pos x="72" y="89"/>
              </a:cxn>
              <a:cxn ang="0">
                <a:pos x="68" y="83"/>
              </a:cxn>
              <a:cxn ang="0">
                <a:pos x="65" y="76"/>
              </a:cxn>
              <a:cxn ang="0">
                <a:pos x="61" y="70"/>
              </a:cxn>
              <a:cxn ang="0">
                <a:pos x="57" y="64"/>
              </a:cxn>
              <a:cxn ang="0">
                <a:pos x="55" y="57"/>
              </a:cxn>
              <a:cxn ang="0">
                <a:pos x="50" y="51"/>
              </a:cxn>
              <a:cxn ang="0">
                <a:pos x="46" y="47"/>
              </a:cxn>
              <a:cxn ang="0">
                <a:pos x="44" y="42"/>
              </a:cxn>
              <a:cxn ang="0">
                <a:pos x="39" y="40"/>
              </a:cxn>
              <a:cxn ang="0">
                <a:pos x="33" y="38"/>
              </a:cxn>
              <a:cxn ang="0">
                <a:pos x="26" y="38"/>
              </a:cxn>
              <a:cxn ang="0">
                <a:pos x="22" y="38"/>
              </a:cxn>
              <a:cxn ang="0">
                <a:pos x="16" y="38"/>
              </a:cxn>
              <a:cxn ang="0">
                <a:pos x="13" y="36"/>
              </a:cxn>
              <a:cxn ang="0">
                <a:pos x="7" y="32"/>
              </a:cxn>
              <a:cxn ang="0">
                <a:pos x="5" y="29"/>
              </a:cxn>
              <a:cxn ang="0">
                <a:pos x="3" y="23"/>
              </a:cxn>
              <a:cxn ang="0">
                <a:pos x="0" y="21"/>
              </a:cxn>
              <a:cxn ang="0">
                <a:pos x="0" y="17"/>
              </a:cxn>
              <a:cxn ang="0">
                <a:pos x="3" y="10"/>
              </a:cxn>
              <a:cxn ang="0">
                <a:pos x="5" y="6"/>
              </a:cxn>
              <a:cxn ang="0">
                <a:pos x="7" y="0"/>
              </a:cxn>
              <a:cxn ang="0">
                <a:pos x="7" y="8"/>
              </a:cxn>
              <a:cxn ang="0">
                <a:pos x="7" y="15"/>
              </a:cxn>
              <a:cxn ang="0">
                <a:pos x="7" y="21"/>
              </a:cxn>
              <a:cxn ang="0">
                <a:pos x="9" y="25"/>
              </a:cxn>
              <a:cxn ang="0">
                <a:pos x="13" y="29"/>
              </a:cxn>
              <a:cxn ang="0">
                <a:pos x="20" y="32"/>
              </a:cxn>
              <a:cxn ang="0">
                <a:pos x="26" y="32"/>
              </a:cxn>
              <a:cxn ang="0">
                <a:pos x="33" y="34"/>
              </a:cxn>
              <a:cxn ang="0">
                <a:pos x="39" y="34"/>
              </a:cxn>
              <a:cxn ang="0">
                <a:pos x="48" y="32"/>
              </a:cxn>
              <a:cxn ang="0">
                <a:pos x="57" y="32"/>
              </a:cxn>
              <a:cxn ang="0">
                <a:pos x="65" y="27"/>
              </a:cxn>
              <a:cxn ang="0">
                <a:pos x="74" y="23"/>
              </a:cxn>
              <a:cxn ang="0">
                <a:pos x="85" y="19"/>
              </a:cxn>
              <a:cxn ang="0">
                <a:pos x="91" y="10"/>
              </a:cxn>
              <a:cxn ang="0">
                <a:pos x="91" y="15"/>
              </a:cxn>
              <a:cxn ang="0">
                <a:pos x="91" y="19"/>
              </a:cxn>
              <a:cxn ang="0">
                <a:pos x="89" y="23"/>
              </a:cxn>
              <a:cxn ang="0">
                <a:pos x="87" y="27"/>
              </a:cxn>
              <a:cxn ang="0">
                <a:pos x="85" y="34"/>
              </a:cxn>
              <a:cxn ang="0">
                <a:pos x="81" y="38"/>
              </a:cxn>
              <a:cxn ang="0">
                <a:pos x="76" y="44"/>
              </a:cxn>
              <a:cxn ang="0">
                <a:pos x="72" y="49"/>
              </a:cxn>
              <a:cxn ang="0">
                <a:pos x="72" y="57"/>
              </a:cxn>
              <a:cxn ang="0">
                <a:pos x="72" y="66"/>
              </a:cxn>
              <a:cxn ang="0">
                <a:pos x="72" y="72"/>
              </a:cxn>
              <a:cxn ang="0">
                <a:pos x="76" y="81"/>
              </a:cxn>
              <a:cxn ang="0">
                <a:pos x="81" y="89"/>
              </a:cxn>
              <a:cxn ang="0">
                <a:pos x="85" y="96"/>
              </a:cxn>
              <a:cxn ang="0">
                <a:pos x="94" y="104"/>
              </a:cxn>
              <a:cxn ang="0">
                <a:pos x="104" y="113"/>
              </a:cxn>
            </a:cxnLst>
            <a:rect l="0" t="0" r="r" b="b"/>
            <a:pathLst>
              <a:path w="104" h="113">
                <a:moveTo>
                  <a:pt x="104" y="113"/>
                </a:moveTo>
                <a:lnTo>
                  <a:pt x="96" y="111"/>
                </a:lnTo>
                <a:lnTo>
                  <a:pt x="89" y="106"/>
                </a:lnTo>
                <a:lnTo>
                  <a:pt x="81" y="100"/>
                </a:lnTo>
                <a:lnTo>
                  <a:pt x="76" y="96"/>
                </a:lnTo>
                <a:lnTo>
                  <a:pt x="72" y="89"/>
                </a:lnTo>
                <a:lnTo>
                  <a:pt x="68" y="83"/>
                </a:lnTo>
                <a:lnTo>
                  <a:pt x="65" y="76"/>
                </a:lnTo>
                <a:lnTo>
                  <a:pt x="61" y="70"/>
                </a:lnTo>
                <a:lnTo>
                  <a:pt x="57" y="64"/>
                </a:lnTo>
                <a:lnTo>
                  <a:pt x="55" y="57"/>
                </a:lnTo>
                <a:lnTo>
                  <a:pt x="50" y="51"/>
                </a:lnTo>
                <a:lnTo>
                  <a:pt x="46" y="47"/>
                </a:lnTo>
                <a:lnTo>
                  <a:pt x="44" y="42"/>
                </a:lnTo>
                <a:lnTo>
                  <a:pt x="39" y="40"/>
                </a:lnTo>
                <a:lnTo>
                  <a:pt x="33" y="38"/>
                </a:lnTo>
                <a:lnTo>
                  <a:pt x="26" y="38"/>
                </a:lnTo>
                <a:lnTo>
                  <a:pt x="22" y="38"/>
                </a:lnTo>
                <a:lnTo>
                  <a:pt x="16" y="38"/>
                </a:lnTo>
                <a:lnTo>
                  <a:pt x="13" y="36"/>
                </a:lnTo>
                <a:lnTo>
                  <a:pt x="7" y="32"/>
                </a:lnTo>
                <a:lnTo>
                  <a:pt x="5" y="29"/>
                </a:lnTo>
                <a:lnTo>
                  <a:pt x="3" y="23"/>
                </a:lnTo>
                <a:lnTo>
                  <a:pt x="0" y="21"/>
                </a:lnTo>
                <a:lnTo>
                  <a:pt x="0" y="17"/>
                </a:lnTo>
                <a:lnTo>
                  <a:pt x="3" y="10"/>
                </a:lnTo>
                <a:lnTo>
                  <a:pt x="5" y="6"/>
                </a:lnTo>
                <a:lnTo>
                  <a:pt x="7" y="0"/>
                </a:lnTo>
                <a:lnTo>
                  <a:pt x="7" y="8"/>
                </a:lnTo>
                <a:lnTo>
                  <a:pt x="7" y="15"/>
                </a:lnTo>
                <a:lnTo>
                  <a:pt x="7" y="21"/>
                </a:lnTo>
                <a:lnTo>
                  <a:pt x="9" y="25"/>
                </a:lnTo>
                <a:lnTo>
                  <a:pt x="13" y="29"/>
                </a:lnTo>
                <a:lnTo>
                  <a:pt x="20" y="32"/>
                </a:lnTo>
                <a:lnTo>
                  <a:pt x="26" y="32"/>
                </a:lnTo>
                <a:lnTo>
                  <a:pt x="33" y="34"/>
                </a:lnTo>
                <a:lnTo>
                  <a:pt x="39" y="34"/>
                </a:lnTo>
                <a:lnTo>
                  <a:pt x="48" y="32"/>
                </a:lnTo>
                <a:lnTo>
                  <a:pt x="57" y="32"/>
                </a:lnTo>
                <a:lnTo>
                  <a:pt x="65" y="27"/>
                </a:lnTo>
                <a:lnTo>
                  <a:pt x="74" y="23"/>
                </a:lnTo>
                <a:lnTo>
                  <a:pt x="85" y="19"/>
                </a:lnTo>
                <a:lnTo>
                  <a:pt x="91" y="10"/>
                </a:lnTo>
                <a:lnTo>
                  <a:pt x="91" y="15"/>
                </a:lnTo>
                <a:lnTo>
                  <a:pt x="91" y="19"/>
                </a:lnTo>
                <a:lnTo>
                  <a:pt x="89" y="23"/>
                </a:lnTo>
                <a:lnTo>
                  <a:pt x="87" y="27"/>
                </a:lnTo>
                <a:lnTo>
                  <a:pt x="85" y="34"/>
                </a:lnTo>
                <a:lnTo>
                  <a:pt x="81" y="38"/>
                </a:lnTo>
                <a:lnTo>
                  <a:pt x="76" y="44"/>
                </a:lnTo>
                <a:lnTo>
                  <a:pt x="72" y="49"/>
                </a:lnTo>
                <a:lnTo>
                  <a:pt x="72" y="57"/>
                </a:lnTo>
                <a:lnTo>
                  <a:pt x="72" y="66"/>
                </a:lnTo>
                <a:lnTo>
                  <a:pt x="72" y="72"/>
                </a:lnTo>
                <a:lnTo>
                  <a:pt x="76" y="81"/>
                </a:lnTo>
                <a:lnTo>
                  <a:pt x="81" y="89"/>
                </a:lnTo>
                <a:lnTo>
                  <a:pt x="85" y="96"/>
                </a:lnTo>
                <a:lnTo>
                  <a:pt x="94" y="104"/>
                </a:lnTo>
                <a:lnTo>
                  <a:pt x="104" y="113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7" name="Freeform 2067"/>
          <p:cNvSpPr>
            <a:spLocks/>
          </p:cNvSpPr>
          <p:nvPr/>
        </p:nvSpPr>
        <p:spPr bwMode="auto">
          <a:xfrm>
            <a:off x="4521200" y="3384550"/>
            <a:ext cx="47625" cy="176213"/>
          </a:xfrm>
          <a:custGeom>
            <a:avLst/>
            <a:gdLst/>
            <a:ahLst/>
            <a:cxnLst>
              <a:cxn ang="0">
                <a:pos x="4" y="137"/>
              </a:cxn>
              <a:cxn ang="0">
                <a:pos x="11" y="128"/>
              </a:cxn>
              <a:cxn ang="0">
                <a:pos x="13" y="122"/>
              </a:cxn>
              <a:cxn ang="0">
                <a:pos x="17" y="113"/>
              </a:cxn>
              <a:cxn ang="0">
                <a:pos x="22" y="107"/>
              </a:cxn>
              <a:cxn ang="0">
                <a:pos x="24" y="96"/>
              </a:cxn>
              <a:cxn ang="0">
                <a:pos x="26" y="86"/>
              </a:cxn>
              <a:cxn ang="0">
                <a:pos x="26" y="77"/>
              </a:cxn>
              <a:cxn ang="0">
                <a:pos x="26" y="69"/>
              </a:cxn>
              <a:cxn ang="0">
                <a:pos x="24" y="62"/>
              </a:cxn>
              <a:cxn ang="0">
                <a:pos x="22" y="56"/>
              </a:cxn>
              <a:cxn ang="0">
                <a:pos x="17" y="49"/>
              </a:cxn>
              <a:cxn ang="0">
                <a:pos x="13" y="45"/>
              </a:cxn>
              <a:cxn ang="0">
                <a:pos x="9" y="39"/>
              </a:cxn>
              <a:cxn ang="0">
                <a:pos x="7" y="32"/>
              </a:cxn>
              <a:cxn ang="0">
                <a:pos x="2" y="26"/>
              </a:cxn>
              <a:cxn ang="0">
                <a:pos x="2" y="20"/>
              </a:cxn>
              <a:cxn ang="0">
                <a:pos x="0" y="11"/>
              </a:cxn>
              <a:cxn ang="0">
                <a:pos x="2" y="0"/>
              </a:cxn>
              <a:cxn ang="0">
                <a:pos x="7" y="7"/>
              </a:cxn>
              <a:cxn ang="0">
                <a:pos x="11" y="9"/>
              </a:cxn>
              <a:cxn ang="0">
                <a:pos x="13" y="15"/>
              </a:cxn>
              <a:cxn ang="0">
                <a:pos x="17" y="22"/>
              </a:cxn>
              <a:cxn ang="0">
                <a:pos x="22" y="28"/>
              </a:cxn>
              <a:cxn ang="0">
                <a:pos x="28" y="34"/>
              </a:cxn>
              <a:cxn ang="0">
                <a:pos x="33" y="43"/>
              </a:cxn>
              <a:cxn ang="0">
                <a:pos x="35" y="52"/>
              </a:cxn>
              <a:cxn ang="0">
                <a:pos x="37" y="60"/>
              </a:cxn>
              <a:cxn ang="0">
                <a:pos x="39" y="71"/>
              </a:cxn>
              <a:cxn ang="0">
                <a:pos x="39" y="79"/>
              </a:cxn>
              <a:cxn ang="0">
                <a:pos x="37" y="90"/>
              </a:cxn>
              <a:cxn ang="0">
                <a:pos x="35" y="96"/>
              </a:cxn>
              <a:cxn ang="0">
                <a:pos x="33" y="103"/>
              </a:cxn>
              <a:cxn ang="0">
                <a:pos x="28" y="109"/>
              </a:cxn>
              <a:cxn ang="0">
                <a:pos x="24" y="116"/>
              </a:cxn>
              <a:cxn ang="0">
                <a:pos x="22" y="120"/>
              </a:cxn>
              <a:cxn ang="0">
                <a:pos x="17" y="124"/>
              </a:cxn>
              <a:cxn ang="0">
                <a:pos x="13" y="130"/>
              </a:cxn>
              <a:cxn ang="0">
                <a:pos x="4" y="137"/>
              </a:cxn>
            </a:cxnLst>
            <a:rect l="0" t="0" r="r" b="b"/>
            <a:pathLst>
              <a:path w="39" h="137">
                <a:moveTo>
                  <a:pt x="4" y="137"/>
                </a:moveTo>
                <a:lnTo>
                  <a:pt x="11" y="128"/>
                </a:lnTo>
                <a:lnTo>
                  <a:pt x="13" y="122"/>
                </a:lnTo>
                <a:lnTo>
                  <a:pt x="17" y="113"/>
                </a:lnTo>
                <a:lnTo>
                  <a:pt x="22" y="107"/>
                </a:lnTo>
                <a:lnTo>
                  <a:pt x="24" y="96"/>
                </a:lnTo>
                <a:lnTo>
                  <a:pt x="26" y="86"/>
                </a:lnTo>
                <a:lnTo>
                  <a:pt x="26" y="77"/>
                </a:lnTo>
                <a:lnTo>
                  <a:pt x="26" y="69"/>
                </a:lnTo>
                <a:lnTo>
                  <a:pt x="24" y="62"/>
                </a:lnTo>
                <a:lnTo>
                  <a:pt x="22" y="56"/>
                </a:lnTo>
                <a:lnTo>
                  <a:pt x="17" y="49"/>
                </a:lnTo>
                <a:lnTo>
                  <a:pt x="13" y="45"/>
                </a:lnTo>
                <a:lnTo>
                  <a:pt x="9" y="39"/>
                </a:lnTo>
                <a:lnTo>
                  <a:pt x="7" y="32"/>
                </a:lnTo>
                <a:lnTo>
                  <a:pt x="2" y="26"/>
                </a:lnTo>
                <a:lnTo>
                  <a:pt x="2" y="20"/>
                </a:lnTo>
                <a:lnTo>
                  <a:pt x="0" y="11"/>
                </a:lnTo>
                <a:lnTo>
                  <a:pt x="2" y="0"/>
                </a:lnTo>
                <a:lnTo>
                  <a:pt x="7" y="7"/>
                </a:lnTo>
                <a:lnTo>
                  <a:pt x="11" y="9"/>
                </a:lnTo>
                <a:lnTo>
                  <a:pt x="13" y="15"/>
                </a:lnTo>
                <a:lnTo>
                  <a:pt x="17" y="22"/>
                </a:lnTo>
                <a:lnTo>
                  <a:pt x="22" y="28"/>
                </a:lnTo>
                <a:lnTo>
                  <a:pt x="28" y="34"/>
                </a:lnTo>
                <a:lnTo>
                  <a:pt x="33" y="43"/>
                </a:lnTo>
                <a:lnTo>
                  <a:pt x="35" y="52"/>
                </a:lnTo>
                <a:lnTo>
                  <a:pt x="37" y="60"/>
                </a:lnTo>
                <a:lnTo>
                  <a:pt x="39" y="71"/>
                </a:lnTo>
                <a:lnTo>
                  <a:pt x="39" y="79"/>
                </a:lnTo>
                <a:lnTo>
                  <a:pt x="37" y="90"/>
                </a:lnTo>
                <a:lnTo>
                  <a:pt x="35" y="96"/>
                </a:lnTo>
                <a:lnTo>
                  <a:pt x="33" y="103"/>
                </a:lnTo>
                <a:lnTo>
                  <a:pt x="28" y="109"/>
                </a:lnTo>
                <a:lnTo>
                  <a:pt x="24" y="116"/>
                </a:lnTo>
                <a:lnTo>
                  <a:pt x="22" y="120"/>
                </a:lnTo>
                <a:lnTo>
                  <a:pt x="17" y="124"/>
                </a:lnTo>
                <a:lnTo>
                  <a:pt x="13" y="130"/>
                </a:lnTo>
                <a:lnTo>
                  <a:pt x="4" y="137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8" name="Freeform 2068"/>
          <p:cNvSpPr>
            <a:spLocks/>
          </p:cNvSpPr>
          <p:nvPr/>
        </p:nvSpPr>
        <p:spPr bwMode="auto">
          <a:xfrm>
            <a:off x="4281488" y="3155950"/>
            <a:ext cx="801687" cy="242888"/>
          </a:xfrm>
          <a:custGeom>
            <a:avLst/>
            <a:gdLst/>
            <a:ahLst/>
            <a:cxnLst>
              <a:cxn ang="0">
                <a:pos x="6" y="165"/>
              </a:cxn>
              <a:cxn ang="0">
                <a:pos x="26" y="169"/>
              </a:cxn>
              <a:cxn ang="0">
                <a:pos x="50" y="175"/>
              </a:cxn>
              <a:cxn ang="0">
                <a:pos x="80" y="179"/>
              </a:cxn>
              <a:cxn ang="0">
                <a:pos x="113" y="179"/>
              </a:cxn>
              <a:cxn ang="0">
                <a:pos x="145" y="175"/>
              </a:cxn>
              <a:cxn ang="0">
                <a:pos x="173" y="165"/>
              </a:cxn>
              <a:cxn ang="0">
                <a:pos x="199" y="145"/>
              </a:cxn>
              <a:cxn ang="0">
                <a:pos x="215" y="135"/>
              </a:cxn>
              <a:cxn ang="0">
                <a:pos x="228" y="147"/>
              </a:cxn>
              <a:cxn ang="0">
                <a:pos x="258" y="158"/>
              </a:cxn>
              <a:cxn ang="0">
                <a:pos x="295" y="158"/>
              </a:cxn>
              <a:cxn ang="0">
                <a:pos x="334" y="152"/>
              </a:cxn>
              <a:cxn ang="0">
                <a:pos x="377" y="137"/>
              </a:cxn>
              <a:cxn ang="0">
                <a:pos x="420" y="115"/>
              </a:cxn>
              <a:cxn ang="0">
                <a:pos x="466" y="92"/>
              </a:cxn>
              <a:cxn ang="0">
                <a:pos x="511" y="62"/>
              </a:cxn>
              <a:cxn ang="0">
                <a:pos x="557" y="30"/>
              </a:cxn>
              <a:cxn ang="0">
                <a:pos x="576" y="17"/>
              </a:cxn>
              <a:cxn ang="0">
                <a:pos x="589" y="0"/>
              </a:cxn>
              <a:cxn ang="0">
                <a:pos x="583" y="19"/>
              </a:cxn>
              <a:cxn ang="0">
                <a:pos x="572" y="30"/>
              </a:cxn>
              <a:cxn ang="0">
                <a:pos x="555" y="47"/>
              </a:cxn>
              <a:cxn ang="0">
                <a:pos x="572" y="43"/>
              </a:cxn>
              <a:cxn ang="0">
                <a:pos x="592" y="39"/>
              </a:cxn>
              <a:cxn ang="0">
                <a:pos x="618" y="30"/>
              </a:cxn>
              <a:cxn ang="0">
                <a:pos x="652" y="11"/>
              </a:cxn>
              <a:cxn ang="0">
                <a:pos x="635" y="26"/>
              </a:cxn>
              <a:cxn ang="0">
                <a:pos x="618" y="41"/>
              </a:cxn>
              <a:cxn ang="0">
                <a:pos x="602" y="49"/>
              </a:cxn>
              <a:cxn ang="0">
                <a:pos x="587" y="54"/>
              </a:cxn>
              <a:cxn ang="0">
                <a:pos x="568" y="58"/>
              </a:cxn>
              <a:cxn ang="0">
                <a:pos x="548" y="62"/>
              </a:cxn>
              <a:cxn ang="0">
                <a:pos x="527" y="71"/>
              </a:cxn>
              <a:cxn ang="0">
                <a:pos x="503" y="81"/>
              </a:cxn>
              <a:cxn ang="0">
                <a:pos x="481" y="94"/>
              </a:cxn>
              <a:cxn ang="0">
                <a:pos x="457" y="107"/>
              </a:cxn>
              <a:cxn ang="0">
                <a:pos x="438" y="120"/>
              </a:cxn>
              <a:cxn ang="0">
                <a:pos x="416" y="135"/>
              </a:cxn>
              <a:cxn ang="0">
                <a:pos x="399" y="150"/>
              </a:cxn>
              <a:cxn ang="0">
                <a:pos x="384" y="158"/>
              </a:cxn>
              <a:cxn ang="0">
                <a:pos x="362" y="165"/>
              </a:cxn>
              <a:cxn ang="0">
                <a:pos x="336" y="171"/>
              </a:cxn>
              <a:cxn ang="0">
                <a:pos x="306" y="179"/>
              </a:cxn>
              <a:cxn ang="0">
                <a:pos x="275" y="182"/>
              </a:cxn>
              <a:cxn ang="0">
                <a:pos x="247" y="184"/>
              </a:cxn>
              <a:cxn ang="0">
                <a:pos x="223" y="179"/>
              </a:cxn>
              <a:cxn ang="0">
                <a:pos x="206" y="169"/>
              </a:cxn>
              <a:cxn ang="0">
                <a:pos x="189" y="165"/>
              </a:cxn>
              <a:cxn ang="0">
                <a:pos x="171" y="177"/>
              </a:cxn>
              <a:cxn ang="0">
                <a:pos x="150" y="184"/>
              </a:cxn>
              <a:cxn ang="0">
                <a:pos x="126" y="188"/>
              </a:cxn>
              <a:cxn ang="0">
                <a:pos x="102" y="188"/>
              </a:cxn>
              <a:cxn ang="0">
                <a:pos x="74" y="184"/>
              </a:cxn>
              <a:cxn ang="0">
                <a:pos x="46" y="179"/>
              </a:cxn>
              <a:cxn ang="0">
                <a:pos x="15" y="169"/>
              </a:cxn>
            </a:cxnLst>
            <a:rect l="0" t="0" r="r" b="b"/>
            <a:pathLst>
              <a:path w="652" h="188">
                <a:moveTo>
                  <a:pt x="0" y="162"/>
                </a:moveTo>
                <a:lnTo>
                  <a:pt x="6" y="165"/>
                </a:lnTo>
                <a:lnTo>
                  <a:pt x="15" y="167"/>
                </a:lnTo>
                <a:lnTo>
                  <a:pt x="26" y="169"/>
                </a:lnTo>
                <a:lnTo>
                  <a:pt x="37" y="173"/>
                </a:lnTo>
                <a:lnTo>
                  <a:pt x="50" y="175"/>
                </a:lnTo>
                <a:lnTo>
                  <a:pt x="65" y="177"/>
                </a:lnTo>
                <a:lnTo>
                  <a:pt x="80" y="179"/>
                </a:lnTo>
                <a:lnTo>
                  <a:pt x="98" y="182"/>
                </a:lnTo>
                <a:lnTo>
                  <a:pt x="113" y="179"/>
                </a:lnTo>
                <a:lnTo>
                  <a:pt x="130" y="179"/>
                </a:lnTo>
                <a:lnTo>
                  <a:pt x="145" y="175"/>
                </a:lnTo>
                <a:lnTo>
                  <a:pt x="160" y="171"/>
                </a:lnTo>
                <a:lnTo>
                  <a:pt x="173" y="165"/>
                </a:lnTo>
                <a:lnTo>
                  <a:pt x="189" y="154"/>
                </a:lnTo>
                <a:lnTo>
                  <a:pt x="199" y="145"/>
                </a:lnTo>
                <a:lnTo>
                  <a:pt x="208" y="130"/>
                </a:lnTo>
                <a:lnTo>
                  <a:pt x="215" y="135"/>
                </a:lnTo>
                <a:lnTo>
                  <a:pt x="219" y="141"/>
                </a:lnTo>
                <a:lnTo>
                  <a:pt x="228" y="147"/>
                </a:lnTo>
                <a:lnTo>
                  <a:pt x="241" y="154"/>
                </a:lnTo>
                <a:lnTo>
                  <a:pt x="258" y="158"/>
                </a:lnTo>
                <a:lnTo>
                  <a:pt x="275" y="158"/>
                </a:lnTo>
                <a:lnTo>
                  <a:pt x="295" y="158"/>
                </a:lnTo>
                <a:lnTo>
                  <a:pt x="312" y="154"/>
                </a:lnTo>
                <a:lnTo>
                  <a:pt x="334" y="152"/>
                </a:lnTo>
                <a:lnTo>
                  <a:pt x="353" y="145"/>
                </a:lnTo>
                <a:lnTo>
                  <a:pt x="377" y="137"/>
                </a:lnTo>
                <a:lnTo>
                  <a:pt x="399" y="128"/>
                </a:lnTo>
                <a:lnTo>
                  <a:pt x="420" y="115"/>
                </a:lnTo>
                <a:lnTo>
                  <a:pt x="442" y="105"/>
                </a:lnTo>
                <a:lnTo>
                  <a:pt x="466" y="92"/>
                </a:lnTo>
                <a:lnTo>
                  <a:pt x="488" y="77"/>
                </a:lnTo>
                <a:lnTo>
                  <a:pt x="511" y="62"/>
                </a:lnTo>
                <a:lnTo>
                  <a:pt x="535" y="47"/>
                </a:lnTo>
                <a:lnTo>
                  <a:pt x="557" y="30"/>
                </a:lnTo>
                <a:lnTo>
                  <a:pt x="568" y="24"/>
                </a:lnTo>
                <a:lnTo>
                  <a:pt x="576" y="17"/>
                </a:lnTo>
                <a:lnTo>
                  <a:pt x="583" y="11"/>
                </a:lnTo>
                <a:lnTo>
                  <a:pt x="589" y="0"/>
                </a:lnTo>
                <a:lnTo>
                  <a:pt x="587" y="11"/>
                </a:lnTo>
                <a:lnTo>
                  <a:pt x="583" y="19"/>
                </a:lnTo>
                <a:lnTo>
                  <a:pt x="576" y="26"/>
                </a:lnTo>
                <a:lnTo>
                  <a:pt x="572" y="30"/>
                </a:lnTo>
                <a:lnTo>
                  <a:pt x="559" y="41"/>
                </a:lnTo>
                <a:lnTo>
                  <a:pt x="555" y="47"/>
                </a:lnTo>
                <a:lnTo>
                  <a:pt x="563" y="45"/>
                </a:lnTo>
                <a:lnTo>
                  <a:pt x="572" y="43"/>
                </a:lnTo>
                <a:lnTo>
                  <a:pt x="581" y="41"/>
                </a:lnTo>
                <a:lnTo>
                  <a:pt x="592" y="39"/>
                </a:lnTo>
                <a:lnTo>
                  <a:pt x="602" y="34"/>
                </a:lnTo>
                <a:lnTo>
                  <a:pt x="618" y="30"/>
                </a:lnTo>
                <a:lnTo>
                  <a:pt x="633" y="22"/>
                </a:lnTo>
                <a:lnTo>
                  <a:pt x="652" y="11"/>
                </a:lnTo>
                <a:lnTo>
                  <a:pt x="644" y="19"/>
                </a:lnTo>
                <a:lnTo>
                  <a:pt x="635" y="26"/>
                </a:lnTo>
                <a:lnTo>
                  <a:pt x="626" y="34"/>
                </a:lnTo>
                <a:lnTo>
                  <a:pt x="618" y="41"/>
                </a:lnTo>
                <a:lnTo>
                  <a:pt x="609" y="45"/>
                </a:lnTo>
                <a:lnTo>
                  <a:pt x="602" y="49"/>
                </a:lnTo>
                <a:lnTo>
                  <a:pt x="594" y="51"/>
                </a:lnTo>
                <a:lnTo>
                  <a:pt x="587" y="54"/>
                </a:lnTo>
                <a:lnTo>
                  <a:pt x="576" y="54"/>
                </a:lnTo>
                <a:lnTo>
                  <a:pt x="568" y="58"/>
                </a:lnTo>
                <a:lnTo>
                  <a:pt x="559" y="60"/>
                </a:lnTo>
                <a:lnTo>
                  <a:pt x="548" y="62"/>
                </a:lnTo>
                <a:lnTo>
                  <a:pt x="537" y="66"/>
                </a:lnTo>
                <a:lnTo>
                  <a:pt x="527" y="71"/>
                </a:lnTo>
                <a:lnTo>
                  <a:pt x="514" y="77"/>
                </a:lnTo>
                <a:lnTo>
                  <a:pt x="503" y="81"/>
                </a:lnTo>
                <a:lnTo>
                  <a:pt x="492" y="88"/>
                </a:lnTo>
                <a:lnTo>
                  <a:pt x="481" y="94"/>
                </a:lnTo>
                <a:lnTo>
                  <a:pt x="468" y="101"/>
                </a:lnTo>
                <a:lnTo>
                  <a:pt x="457" y="107"/>
                </a:lnTo>
                <a:lnTo>
                  <a:pt x="446" y="115"/>
                </a:lnTo>
                <a:lnTo>
                  <a:pt x="438" y="120"/>
                </a:lnTo>
                <a:lnTo>
                  <a:pt x="425" y="128"/>
                </a:lnTo>
                <a:lnTo>
                  <a:pt x="416" y="135"/>
                </a:lnTo>
                <a:lnTo>
                  <a:pt x="407" y="143"/>
                </a:lnTo>
                <a:lnTo>
                  <a:pt x="399" y="150"/>
                </a:lnTo>
                <a:lnTo>
                  <a:pt x="392" y="154"/>
                </a:lnTo>
                <a:lnTo>
                  <a:pt x="384" y="158"/>
                </a:lnTo>
                <a:lnTo>
                  <a:pt x="375" y="162"/>
                </a:lnTo>
                <a:lnTo>
                  <a:pt x="362" y="165"/>
                </a:lnTo>
                <a:lnTo>
                  <a:pt x="349" y="169"/>
                </a:lnTo>
                <a:lnTo>
                  <a:pt x="336" y="171"/>
                </a:lnTo>
                <a:lnTo>
                  <a:pt x="321" y="175"/>
                </a:lnTo>
                <a:lnTo>
                  <a:pt x="306" y="179"/>
                </a:lnTo>
                <a:lnTo>
                  <a:pt x="290" y="179"/>
                </a:lnTo>
                <a:lnTo>
                  <a:pt x="275" y="182"/>
                </a:lnTo>
                <a:lnTo>
                  <a:pt x="260" y="184"/>
                </a:lnTo>
                <a:lnTo>
                  <a:pt x="247" y="184"/>
                </a:lnTo>
                <a:lnTo>
                  <a:pt x="234" y="182"/>
                </a:lnTo>
                <a:lnTo>
                  <a:pt x="223" y="179"/>
                </a:lnTo>
                <a:lnTo>
                  <a:pt x="212" y="173"/>
                </a:lnTo>
                <a:lnTo>
                  <a:pt x="206" y="169"/>
                </a:lnTo>
                <a:lnTo>
                  <a:pt x="202" y="165"/>
                </a:lnTo>
                <a:lnTo>
                  <a:pt x="189" y="165"/>
                </a:lnTo>
                <a:lnTo>
                  <a:pt x="180" y="171"/>
                </a:lnTo>
                <a:lnTo>
                  <a:pt x="171" y="177"/>
                </a:lnTo>
                <a:lnTo>
                  <a:pt x="160" y="182"/>
                </a:lnTo>
                <a:lnTo>
                  <a:pt x="150" y="184"/>
                </a:lnTo>
                <a:lnTo>
                  <a:pt x="139" y="186"/>
                </a:lnTo>
                <a:lnTo>
                  <a:pt x="126" y="188"/>
                </a:lnTo>
                <a:lnTo>
                  <a:pt x="115" y="188"/>
                </a:lnTo>
                <a:lnTo>
                  <a:pt x="102" y="188"/>
                </a:lnTo>
                <a:lnTo>
                  <a:pt x="87" y="188"/>
                </a:lnTo>
                <a:lnTo>
                  <a:pt x="74" y="184"/>
                </a:lnTo>
                <a:lnTo>
                  <a:pt x="59" y="184"/>
                </a:lnTo>
                <a:lnTo>
                  <a:pt x="46" y="179"/>
                </a:lnTo>
                <a:lnTo>
                  <a:pt x="30" y="173"/>
                </a:lnTo>
                <a:lnTo>
                  <a:pt x="15" y="169"/>
                </a:lnTo>
                <a:lnTo>
                  <a:pt x="0" y="162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89" name="Freeform 2069"/>
          <p:cNvSpPr>
            <a:spLocks/>
          </p:cNvSpPr>
          <p:nvPr/>
        </p:nvSpPr>
        <p:spPr bwMode="auto">
          <a:xfrm>
            <a:off x="4953000" y="3332163"/>
            <a:ext cx="212725" cy="77787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26" y="60"/>
              </a:cxn>
              <a:cxn ang="0">
                <a:pos x="50" y="60"/>
              </a:cxn>
              <a:cxn ang="0">
                <a:pos x="74" y="53"/>
              </a:cxn>
              <a:cxn ang="0">
                <a:pos x="93" y="47"/>
              </a:cxn>
              <a:cxn ang="0">
                <a:pos x="113" y="36"/>
              </a:cxn>
              <a:cxn ang="0">
                <a:pos x="134" y="25"/>
              </a:cxn>
              <a:cxn ang="0">
                <a:pos x="154" y="13"/>
              </a:cxn>
              <a:cxn ang="0">
                <a:pos x="173" y="0"/>
              </a:cxn>
            </a:cxnLst>
            <a:rect l="0" t="0" r="r" b="b"/>
            <a:pathLst>
              <a:path w="173" h="60">
                <a:moveTo>
                  <a:pt x="0" y="57"/>
                </a:moveTo>
                <a:lnTo>
                  <a:pt x="26" y="60"/>
                </a:lnTo>
                <a:lnTo>
                  <a:pt x="50" y="60"/>
                </a:lnTo>
                <a:lnTo>
                  <a:pt x="74" y="53"/>
                </a:lnTo>
                <a:lnTo>
                  <a:pt x="93" y="47"/>
                </a:lnTo>
                <a:lnTo>
                  <a:pt x="113" y="36"/>
                </a:lnTo>
                <a:lnTo>
                  <a:pt x="134" y="25"/>
                </a:lnTo>
                <a:lnTo>
                  <a:pt x="154" y="13"/>
                </a:lnTo>
                <a:lnTo>
                  <a:pt x="173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0" name="Freeform 2070"/>
          <p:cNvSpPr>
            <a:spLocks/>
          </p:cNvSpPr>
          <p:nvPr/>
        </p:nvSpPr>
        <p:spPr bwMode="auto">
          <a:xfrm>
            <a:off x="5354638" y="3216275"/>
            <a:ext cx="195262" cy="111125"/>
          </a:xfrm>
          <a:custGeom>
            <a:avLst/>
            <a:gdLst/>
            <a:ahLst/>
            <a:cxnLst>
              <a:cxn ang="0">
                <a:pos x="0" y="81"/>
              </a:cxn>
              <a:cxn ang="0">
                <a:pos x="16" y="81"/>
              </a:cxn>
              <a:cxn ang="0">
                <a:pos x="26" y="81"/>
              </a:cxn>
              <a:cxn ang="0">
                <a:pos x="37" y="81"/>
              </a:cxn>
              <a:cxn ang="0">
                <a:pos x="50" y="79"/>
              </a:cxn>
              <a:cxn ang="0">
                <a:pos x="61" y="77"/>
              </a:cxn>
              <a:cxn ang="0">
                <a:pos x="72" y="75"/>
              </a:cxn>
              <a:cxn ang="0">
                <a:pos x="81" y="71"/>
              </a:cxn>
              <a:cxn ang="0">
                <a:pos x="91" y="68"/>
              </a:cxn>
              <a:cxn ang="0">
                <a:pos x="98" y="64"/>
              </a:cxn>
              <a:cxn ang="0">
                <a:pos x="107" y="60"/>
              </a:cxn>
              <a:cxn ang="0">
                <a:pos x="111" y="56"/>
              </a:cxn>
              <a:cxn ang="0">
                <a:pos x="117" y="54"/>
              </a:cxn>
              <a:cxn ang="0">
                <a:pos x="120" y="49"/>
              </a:cxn>
              <a:cxn ang="0">
                <a:pos x="124" y="45"/>
              </a:cxn>
              <a:cxn ang="0">
                <a:pos x="126" y="41"/>
              </a:cxn>
              <a:cxn ang="0">
                <a:pos x="128" y="39"/>
              </a:cxn>
              <a:cxn ang="0">
                <a:pos x="117" y="39"/>
              </a:cxn>
              <a:cxn ang="0">
                <a:pos x="111" y="36"/>
              </a:cxn>
              <a:cxn ang="0">
                <a:pos x="104" y="36"/>
              </a:cxn>
              <a:cxn ang="0">
                <a:pos x="98" y="34"/>
              </a:cxn>
              <a:cxn ang="0">
                <a:pos x="91" y="34"/>
              </a:cxn>
              <a:cxn ang="0">
                <a:pos x="87" y="32"/>
              </a:cxn>
              <a:cxn ang="0">
                <a:pos x="81" y="30"/>
              </a:cxn>
              <a:cxn ang="0">
                <a:pos x="78" y="26"/>
              </a:cxn>
              <a:cxn ang="0">
                <a:pos x="74" y="24"/>
              </a:cxn>
              <a:cxn ang="0">
                <a:pos x="70" y="17"/>
              </a:cxn>
              <a:cxn ang="0">
                <a:pos x="68" y="13"/>
              </a:cxn>
              <a:cxn ang="0">
                <a:pos x="65" y="11"/>
              </a:cxn>
              <a:cxn ang="0">
                <a:pos x="63" y="4"/>
              </a:cxn>
              <a:cxn ang="0">
                <a:pos x="61" y="0"/>
              </a:cxn>
              <a:cxn ang="0">
                <a:pos x="65" y="7"/>
              </a:cxn>
              <a:cxn ang="0">
                <a:pos x="72" y="15"/>
              </a:cxn>
              <a:cxn ang="0">
                <a:pos x="76" y="19"/>
              </a:cxn>
              <a:cxn ang="0">
                <a:pos x="83" y="24"/>
              </a:cxn>
              <a:cxn ang="0">
                <a:pos x="87" y="26"/>
              </a:cxn>
              <a:cxn ang="0">
                <a:pos x="94" y="30"/>
              </a:cxn>
              <a:cxn ang="0">
                <a:pos x="100" y="30"/>
              </a:cxn>
              <a:cxn ang="0">
                <a:pos x="107" y="32"/>
              </a:cxn>
              <a:cxn ang="0">
                <a:pos x="111" y="32"/>
              </a:cxn>
              <a:cxn ang="0">
                <a:pos x="117" y="32"/>
              </a:cxn>
              <a:cxn ang="0">
                <a:pos x="124" y="32"/>
              </a:cxn>
              <a:cxn ang="0">
                <a:pos x="133" y="32"/>
              </a:cxn>
              <a:cxn ang="0">
                <a:pos x="137" y="32"/>
              </a:cxn>
              <a:cxn ang="0">
                <a:pos x="143" y="30"/>
              </a:cxn>
              <a:cxn ang="0">
                <a:pos x="150" y="30"/>
              </a:cxn>
              <a:cxn ang="0">
                <a:pos x="159" y="28"/>
              </a:cxn>
              <a:cxn ang="0">
                <a:pos x="154" y="34"/>
              </a:cxn>
              <a:cxn ang="0">
                <a:pos x="150" y="41"/>
              </a:cxn>
              <a:cxn ang="0">
                <a:pos x="143" y="47"/>
              </a:cxn>
              <a:cxn ang="0">
                <a:pos x="139" y="54"/>
              </a:cxn>
              <a:cxn ang="0">
                <a:pos x="130" y="58"/>
              </a:cxn>
              <a:cxn ang="0">
                <a:pos x="122" y="64"/>
              </a:cxn>
              <a:cxn ang="0">
                <a:pos x="111" y="68"/>
              </a:cxn>
              <a:cxn ang="0">
                <a:pos x="100" y="73"/>
              </a:cxn>
              <a:cxn ang="0">
                <a:pos x="89" y="79"/>
              </a:cxn>
              <a:cxn ang="0">
                <a:pos x="78" y="81"/>
              </a:cxn>
              <a:cxn ang="0">
                <a:pos x="65" y="83"/>
              </a:cxn>
              <a:cxn ang="0">
                <a:pos x="52" y="86"/>
              </a:cxn>
              <a:cxn ang="0">
                <a:pos x="39" y="86"/>
              </a:cxn>
              <a:cxn ang="0">
                <a:pos x="26" y="86"/>
              </a:cxn>
              <a:cxn ang="0">
                <a:pos x="16" y="83"/>
              </a:cxn>
              <a:cxn ang="0">
                <a:pos x="0" y="81"/>
              </a:cxn>
            </a:cxnLst>
            <a:rect l="0" t="0" r="r" b="b"/>
            <a:pathLst>
              <a:path w="159" h="86">
                <a:moveTo>
                  <a:pt x="0" y="81"/>
                </a:moveTo>
                <a:lnTo>
                  <a:pt x="16" y="81"/>
                </a:lnTo>
                <a:lnTo>
                  <a:pt x="26" y="81"/>
                </a:lnTo>
                <a:lnTo>
                  <a:pt x="37" y="81"/>
                </a:lnTo>
                <a:lnTo>
                  <a:pt x="50" y="79"/>
                </a:lnTo>
                <a:lnTo>
                  <a:pt x="61" y="77"/>
                </a:lnTo>
                <a:lnTo>
                  <a:pt x="72" y="75"/>
                </a:lnTo>
                <a:lnTo>
                  <a:pt x="81" y="71"/>
                </a:lnTo>
                <a:lnTo>
                  <a:pt x="91" y="68"/>
                </a:lnTo>
                <a:lnTo>
                  <a:pt x="98" y="64"/>
                </a:lnTo>
                <a:lnTo>
                  <a:pt x="107" y="60"/>
                </a:lnTo>
                <a:lnTo>
                  <a:pt x="111" y="56"/>
                </a:lnTo>
                <a:lnTo>
                  <a:pt x="117" y="54"/>
                </a:lnTo>
                <a:lnTo>
                  <a:pt x="120" y="49"/>
                </a:lnTo>
                <a:lnTo>
                  <a:pt x="124" y="45"/>
                </a:lnTo>
                <a:lnTo>
                  <a:pt x="126" y="41"/>
                </a:lnTo>
                <a:lnTo>
                  <a:pt x="128" y="39"/>
                </a:lnTo>
                <a:lnTo>
                  <a:pt x="117" y="39"/>
                </a:lnTo>
                <a:lnTo>
                  <a:pt x="111" y="36"/>
                </a:lnTo>
                <a:lnTo>
                  <a:pt x="104" y="36"/>
                </a:lnTo>
                <a:lnTo>
                  <a:pt x="98" y="34"/>
                </a:lnTo>
                <a:lnTo>
                  <a:pt x="91" y="34"/>
                </a:lnTo>
                <a:lnTo>
                  <a:pt x="87" y="32"/>
                </a:lnTo>
                <a:lnTo>
                  <a:pt x="81" y="30"/>
                </a:lnTo>
                <a:lnTo>
                  <a:pt x="78" y="26"/>
                </a:lnTo>
                <a:lnTo>
                  <a:pt x="74" y="24"/>
                </a:lnTo>
                <a:lnTo>
                  <a:pt x="70" y="17"/>
                </a:lnTo>
                <a:lnTo>
                  <a:pt x="68" y="13"/>
                </a:lnTo>
                <a:lnTo>
                  <a:pt x="65" y="11"/>
                </a:lnTo>
                <a:lnTo>
                  <a:pt x="63" y="4"/>
                </a:lnTo>
                <a:lnTo>
                  <a:pt x="61" y="0"/>
                </a:lnTo>
                <a:lnTo>
                  <a:pt x="65" y="7"/>
                </a:lnTo>
                <a:lnTo>
                  <a:pt x="72" y="15"/>
                </a:lnTo>
                <a:lnTo>
                  <a:pt x="76" y="19"/>
                </a:lnTo>
                <a:lnTo>
                  <a:pt x="83" y="24"/>
                </a:lnTo>
                <a:lnTo>
                  <a:pt x="87" y="26"/>
                </a:lnTo>
                <a:lnTo>
                  <a:pt x="94" y="30"/>
                </a:lnTo>
                <a:lnTo>
                  <a:pt x="100" y="30"/>
                </a:lnTo>
                <a:lnTo>
                  <a:pt x="107" y="32"/>
                </a:lnTo>
                <a:lnTo>
                  <a:pt x="111" y="32"/>
                </a:lnTo>
                <a:lnTo>
                  <a:pt x="117" y="32"/>
                </a:lnTo>
                <a:lnTo>
                  <a:pt x="124" y="32"/>
                </a:lnTo>
                <a:lnTo>
                  <a:pt x="133" y="32"/>
                </a:lnTo>
                <a:lnTo>
                  <a:pt x="137" y="32"/>
                </a:lnTo>
                <a:lnTo>
                  <a:pt x="143" y="30"/>
                </a:lnTo>
                <a:lnTo>
                  <a:pt x="150" y="30"/>
                </a:lnTo>
                <a:lnTo>
                  <a:pt x="159" y="28"/>
                </a:lnTo>
                <a:lnTo>
                  <a:pt x="154" y="34"/>
                </a:lnTo>
                <a:lnTo>
                  <a:pt x="150" y="41"/>
                </a:lnTo>
                <a:lnTo>
                  <a:pt x="143" y="47"/>
                </a:lnTo>
                <a:lnTo>
                  <a:pt x="139" y="54"/>
                </a:lnTo>
                <a:lnTo>
                  <a:pt x="130" y="58"/>
                </a:lnTo>
                <a:lnTo>
                  <a:pt x="122" y="64"/>
                </a:lnTo>
                <a:lnTo>
                  <a:pt x="111" y="68"/>
                </a:lnTo>
                <a:lnTo>
                  <a:pt x="100" y="73"/>
                </a:lnTo>
                <a:lnTo>
                  <a:pt x="89" y="79"/>
                </a:lnTo>
                <a:lnTo>
                  <a:pt x="78" y="81"/>
                </a:lnTo>
                <a:lnTo>
                  <a:pt x="65" y="83"/>
                </a:lnTo>
                <a:lnTo>
                  <a:pt x="52" y="86"/>
                </a:lnTo>
                <a:lnTo>
                  <a:pt x="39" y="86"/>
                </a:lnTo>
                <a:lnTo>
                  <a:pt x="26" y="86"/>
                </a:lnTo>
                <a:lnTo>
                  <a:pt x="16" y="83"/>
                </a:lnTo>
                <a:lnTo>
                  <a:pt x="0" y="81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1" name="Freeform 2071"/>
          <p:cNvSpPr>
            <a:spLocks/>
          </p:cNvSpPr>
          <p:nvPr/>
        </p:nvSpPr>
        <p:spPr bwMode="auto">
          <a:xfrm>
            <a:off x="4567238" y="3049588"/>
            <a:ext cx="17462" cy="158750"/>
          </a:xfrm>
          <a:custGeom>
            <a:avLst/>
            <a:gdLst/>
            <a:ahLst/>
            <a:cxnLst>
              <a:cxn ang="0">
                <a:pos x="2" y="124"/>
              </a:cxn>
              <a:cxn ang="0">
                <a:pos x="9" y="109"/>
              </a:cxn>
              <a:cxn ang="0">
                <a:pos x="13" y="96"/>
              </a:cxn>
              <a:cxn ang="0">
                <a:pos x="15" y="85"/>
              </a:cxn>
              <a:cxn ang="0">
                <a:pos x="15" y="79"/>
              </a:cxn>
              <a:cxn ang="0">
                <a:pos x="13" y="73"/>
              </a:cxn>
              <a:cxn ang="0">
                <a:pos x="11" y="66"/>
              </a:cxn>
              <a:cxn ang="0">
                <a:pos x="9" y="62"/>
              </a:cxn>
              <a:cxn ang="0">
                <a:pos x="4" y="56"/>
              </a:cxn>
              <a:cxn ang="0">
                <a:pos x="2" y="51"/>
              </a:cxn>
              <a:cxn ang="0">
                <a:pos x="0" y="47"/>
              </a:cxn>
              <a:cxn ang="0">
                <a:pos x="0" y="43"/>
              </a:cxn>
              <a:cxn ang="0">
                <a:pos x="0" y="36"/>
              </a:cxn>
              <a:cxn ang="0">
                <a:pos x="0" y="30"/>
              </a:cxn>
              <a:cxn ang="0">
                <a:pos x="2" y="21"/>
              </a:cxn>
              <a:cxn ang="0">
                <a:pos x="6" y="13"/>
              </a:cxn>
              <a:cxn ang="0">
                <a:pos x="15" y="0"/>
              </a:cxn>
            </a:cxnLst>
            <a:rect l="0" t="0" r="r" b="b"/>
            <a:pathLst>
              <a:path w="15" h="124">
                <a:moveTo>
                  <a:pt x="2" y="124"/>
                </a:moveTo>
                <a:lnTo>
                  <a:pt x="9" y="109"/>
                </a:lnTo>
                <a:lnTo>
                  <a:pt x="13" y="96"/>
                </a:lnTo>
                <a:lnTo>
                  <a:pt x="15" y="85"/>
                </a:lnTo>
                <a:lnTo>
                  <a:pt x="15" y="79"/>
                </a:lnTo>
                <a:lnTo>
                  <a:pt x="13" y="73"/>
                </a:lnTo>
                <a:lnTo>
                  <a:pt x="11" y="66"/>
                </a:lnTo>
                <a:lnTo>
                  <a:pt x="9" y="62"/>
                </a:lnTo>
                <a:lnTo>
                  <a:pt x="4" y="56"/>
                </a:lnTo>
                <a:lnTo>
                  <a:pt x="2" y="51"/>
                </a:lnTo>
                <a:lnTo>
                  <a:pt x="0" y="47"/>
                </a:lnTo>
                <a:lnTo>
                  <a:pt x="0" y="43"/>
                </a:lnTo>
                <a:lnTo>
                  <a:pt x="0" y="36"/>
                </a:lnTo>
                <a:lnTo>
                  <a:pt x="0" y="30"/>
                </a:lnTo>
                <a:lnTo>
                  <a:pt x="2" y="21"/>
                </a:lnTo>
                <a:lnTo>
                  <a:pt x="6" y="13"/>
                </a:lnTo>
                <a:lnTo>
                  <a:pt x="15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2" name="Freeform 2072"/>
          <p:cNvSpPr>
            <a:spLocks/>
          </p:cNvSpPr>
          <p:nvPr/>
        </p:nvSpPr>
        <p:spPr bwMode="auto">
          <a:xfrm>
            <a:off x="4843463" y="3095625"/>
            <a:ext cx="19050" cy="73025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2" y="5"/>
              </a:cxn>
              <a:cxn ang="0">
                <a:pos x="0" y="13"/>
              </a:cxn>
              <a:cxn ang="0">
                <a:pos x="2" y="20"/>
              </a:cxn>
              <a:cxn ang="0">
                <a:pos x="2" y="28"/>
              </a:cxn>
              <a:cxn ang="0">
                <a:pos x="2" y="34"/>
              </a:cxn>
              <a:cxn ang="0">
                <a:pos x="7" y="43"/>
              </a:cxn>
              <a:cxn ang="0">
                <a:pos x="9" y="49"/>
              </a:cxn>
              <a:cxn ang="0">
                <a:pos x="15" y="56"/>
              </a:cxn>
            </a:cxnLst>
            <a:rect l="0" t="0" r="r" b="b"/>
            <a:pathLst>
              <a:path w="15" h="56">
                <a:moveTo>
                  <a:pt x="2" y="0"/>
                </a:moveTo>
                <a:lnTo>
                  <a:pt x="2" y="5"/>
                </a:lnTo>
                <a:lnTo>
                  <a:pt x="0" y="13"/>
                </a:lnTo>
                <a:lnTo>
                  <a:pt x="2" y="20"/>
                </a:lnTo>
                <a:lnTo>
                  <a:pt x="2" y="28"/>
                </a:lnTo>
                <a:lnTo>
                  <a:pt x="2" y="34"/>
                </a:lnTo>
                <a:lnTo>
                  <a:pt x="7" y="43"/>
                </a:lnTo>
                <a:lnTo>
                  <a:pt x="9" y="49"/>
                </a:lnTo>
                <a:lnTo>
                  <a:pt x="15" y="56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3" name="Freeform 2073"/>
          <p:cNvSpPr>
            <a:spLocks/>
          </p:cNvSpPr>
          <p:nvPr/>
        </p:nvSpPr>
        <p:spPr bwMode="auto">
          <a:xfrm>
            <a:off x="4362450" y="2911475"/>
            <a:ext cx="217488" cy="55563"/>
          </a:xfrm>
          <a:custGeom>
            <a:avLst/>
            <a:gdLst/>
            <a:ahLst/>
            <a:cxnLst>
              <a:cxn ang="0">
                <a:pos x="7" y="13"/>
              </a:cxn>
              <a:cxn ang="0">
                <a:pos x="22" y="13"/>
              </a:cxn>
              <a:cxn ang="0">
                <a:pos x="37" y="13"/>
              </a:cxn>
              <a:cxn ang="0">
                <a:pos x="50" y="15"/>
              </a:cxn>
              <a:cxn ang="0">
                <a:pos x="61" y="22"/>
              </a:cxn>
              <a:cxn ang="0">
                <a:pos x="72" y="26"/>
              </a:cxn>
              <a:cxn ang="0">
                <a:pos x="82" y="32"/>
              </a:cxn>
              <a:cxn ang="0">
                <a:pos x="95" y="43"/>
              </a:cxn>
              <a:cxn ang="0">
                <a:pos x="91" y="32"/>
              </a:cxn>
              <a:cxn ang="0">
                <a:pos x="95" y="24"/>
              </a:cxn>
              <a:cxn ang="0">
                <a:pos x="102" y="15"/>
              </a:cxn>
              <a:cxn ang="0">
                <a:pos x="113" y="11"/>
              </a:cxn>
              <a:cxn ang="0">
                <a:pos x="124" y="7"/>
              </a:cxn>
              <a:cxn ang="0">
                <a:pos x="139" y="5"/>
              </a:cxn>
              <a:cxn ang="0">
                <a:pos x="152" y="3"/>
              </a:cxn>
              <a:cxn ang="0">
                <a:pos x="167" y="5"/>
              </a:cxn>
              <a:cxn ang="0">
                <a:pos x="178" y="7"/>
              </a:cxn>
              <a:cxn ang="0">
                <a:pos x="167" y="3"/>
              </a:cxn>
              <a:cxn ang="0">
                <a:pos x="154" y="0"/>
              </a:cxn>
              <a:cxn ang="0">
                <a:pos x="141" y="0"/>
              </a:cxn>
              <a:cxn ang="0">
                <a:pos x="128" y="0"/>
              </a:cxn>
              <a:cxn ang="0">
                <a:pos x="115" y="5"/>
              </a:cxn>
              <a:cxn ang="0">
                <a:pos x="104" y="9"/>
              </a:cxn>
              <a:cxn ang="0">
                <a:pos x="93" y="13"/>
              </a:cxn>
              <a:cxn ang="0">
                <a:pos x="85" y="22"/>
              </a:cxn>
              <a:cxn ang="0">
                <a:pos x="74" y="20"/>
              </a:cxn>
              <a:cxn ang="0">
                <a:pos x="63" y="15"/>
              </a:cxn>
              <a:cxn ang="0">
                <a:pos x="52" y="15"/>
              </a:cxn>
              <a:cxn ang="0">
                <a:pos x="43" y="13"/>
              </a:cxn>
              <a:cxn ang="0">
                <a:pos x="33" y="11"/>
              </a:cxn>
              <a:cxn ang="0">
                <a:pos x="22" y="9"/>
              </a:cxn>
              <a:cxn ang="0">
                <a:pos x="11" y="11"/>
              </a:cxn>
              <a:cxn ang="0">
                <a:pos x="0" y="15"/>
              </a:cxn>
            </a:cxnLst>
            <a:rect l="0" t="0" r="r" b="b"/>
            <a:pathLst>
              <a:path w="178" h="43">
                <a:moveTo>
                  <a:pt x="0" y="15"/>
                </a:moveTo>
                <a:lnTo>
                  <a:pt x="7" y="13"/>
                </a:lnTo>
                <a:lnTo>
                  <a:pt x="15" y="13"/>
                </a:lnTo>
                <a:lnTo>
                  <a:pt x="22" y="13"/>
                </a:lnTo>
                <a:lnTo>
                  <a:pt x="30" y="13"/>
                </a:lnTo>
                <a:lnTo>
                  <a:pt x="37" y="13"/>
                </a:lnTo>
                <a:lnTo>
                  <a:pt x="43" y="15"/>
                </a:lnTo>
                <a:lnTo>
                  <a:pt x="50" y="15"/>
                </a:lnTo>
                <a:lnTo>
                  <a:pt x="56" y="20"/>
                </a:lnTo>
                <a:lnTo>
                  <a:pt x="61" y="22"/>
                </a:lnTo>
                <a:lnTo>
                  <a:pt x="67" y="24"/>
                </a:lnTo>
                <a:lnTo>
                  <a:pt x="72" y="26"/>
                </a:lnTo>
                <a:lnTo>
                  <a:pt x="78" y="28"/>
                </a:lnTo>
                <a:lnTo>
                  <a:pt x="82" y="32"/>
                </a:lnTo>
                <a:lnTo>
                  <a:pt x="87" y="35"/>
                </a:lnTo>
                <a:lnTo>
                  <a:pt x="95" y="43"/>
                </a:lnTo>
                <a:lnTo>
                  <a:pt x="91" y="37"/>
                </a:lnTo>
                <a:lnTo>
                  <a:pt x="91" y="32"/>
                </a:lnTo>
                <a:lnTo>
                  <a:pt x="91" y="28"/>
                </a:lnTo>
                <a:lnTo>
                  <a:pt x="95" y="24"/>
                </a:lnTo>
                <a:lnTo>
                  <a:pt x="98" y="20"/>
                </a:lnTo>
                <a:lnTo>
                  <a:pt x="102" y="15"/>
                </a:lnTo>
                <a:lnTo>
                  <a:pt x="106" y="13"/>
                </a:lnTo>
                <a:lnTo>
                  <a:pt x="113" y="11"/>
                </a:lnTo>
                <a:lnTo>
                  <a:pt x="117" y="9"/>
                </a:lnTo>
                <a:lnTo>
                  <a:pt x="124" y="7"/>
                </a:lnTo>
                <a:lnTo>
                  <a:pt x="132" y="7"/>
                </a:lnTo>
                <a:lnTo>
                  <a:pt x="139" y="5"/>
                </a:lnTo>
                <a:lnTo>
                  <a:pt x="145" y="5"/>
                </a:lnTo>
                <a:lnTo>
                  <a:pt x="152" y="3"/>
                </a:lnTo>
                <a:lnTo>
                  <a:pt x="158" y="5"/>
                </a:lnTo>
                <a:lnTo>
                  <a:pt x="167" y="5"/>
                </a:lnTo>
                <a:lnTo>
                  <a:pt x="171" y="5"/>
                </a:lnTo>
                <a:lnTo>
                  <a:pt x="178" y="7"/>
                </a:lnTo>
                <a:lnTo>
                  <a:pt x="171" y="5"/>
                </a:lnTo>
                <a:lnTo>
                  <a:pt x="167" y="3"/>
                </a:lnTo>
                <a:lnTo>
                  <a:pt x="160" y="3"/>
                </a:lnTo>
                <a:lnTo>
                  <a:pt x="154" y="0"/>
                </a:lnTo>
                <a:lnTo>
                  <a:pt x="147" y="0"/>
                </a:lnTo>
                <a:lnTo>
                  <a:pt x="141" y="0"/>
                </a:lnTo>
                <a:lnTo>
                  <a:pt x="134" y="0"/>
                </a:lnTo>
                <a:lnTo>
                  <a:pt x="128" y="0"/>
                </a:lnTo>
                <a:lnTo>
                  <a:pt x="121" y="3"/>
                </a:lnTo>
                <a:lnTo>
                  <a:pt x="115" y="5"/>
                </a:lnTo>
                <a:lnTo>
                  <a:pt x="108" y="7"/>
                </a:lnTo>
                <a:lnTo>
                  <a:pt x="104" y="9"/>
                </a:lnTo>
                <a:lnTo>
                  <a:pt x="98" y="11"/>
                </a:lnTo>
                <a:lnTo>
                  <a:pt x="93" y="13"/>
                </a:lnTo>
                <a:lnTo>
                  <a:pt x="89" y="15"/>
                </a:lnTo>
                <a:lnTo>
                  <a:pt x="85" y="22"/>
                </a:lnTo>
                <a:lnTo>
                  <a:pt x="78" y="20"/>
                </a:lnTo>
                <a:lnTo>
                  <a:pt x="74" y="20"/>
                </a:lnTo>
                <a:lnTo>
                  <a:pt x="67" y="17"/>
                </a:lnTo>
                <a:lnTo>
                  <a:pt x="63" y="15"/>
                </a:lnTo>
                <a:lnTo>
                  <a:pt x="59" y="15"/>
                </a:lnTo>
                <a:lnTo>
                  <a:pt x="52" y="15"/>
                </a:lnTo>
                <a:lnTo>
                  <a:pt x="48" y="13"/>
                </a:lnTo>
                <a:lnTo>
                  <a:pt x="43" y="13"/>
                </a:lnTo>
                <a:lnTo>
                  <a:pt x="37" y="11"/>
                </a:lnTo>
                <a:lnTo>
                  <a:pt x="33" y="11"/>
                </a:lnTo>
                <a:lnTo>
                  <a:pt x="26" y="11"/>
                </a:lnTo>
                <a:lnTo>
                  <a:pt x="22" y="9"/>
                </a:lnTo>
                <a:lnTo>
                  <a:pt x="17" y="11"/>
                </a:lnTo>
                <a:lnTo>
                  <a:pt x="11" y="11"/>
                </a:lnTo>
                <a:lnTo>
                  <a:pt x="7" y="13"/>
                </a:lnTo>
                <a:lnTo>
                  <a:pt x="0" y="15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4" name="Freeform 2074"/>
          <p:cNvSpPr>
            <a:spLocks/>
          </p:cNvSpPr>
          <p:nvPr/>
        </p:nvSpPr>
        <p:spPr bwMode="auto">
          <a:xfrm>
            <a:off x="4248150" y="2289175"/>
            <a:ext cx="428625" cy="146050"/>
          </a:xfrm>
          <a:custGeom>
            <a:avLst/>
            <a:gdLst/>
            <a:ahLst/>
            <a:cxnLst>
              <a:cxn ang="0">
                <a:pos x="4" y="49"/>
              </a:cxn>
              <a:cxn ang="0">
                <a:pos x="32" y="53"/>
              </a:cxn>
              <a:cxn ang="0">
                <a:pos x="47" y="62"/>
              </a:cxn>
              <a:cxn ang="0">
                <a:pos x="61" y="71"/>
              </a:cxn>
              <a:cxn ang="0">
                <a:pos x="74" y="83"/>
              </a:cxn>
              <a:cxn ang="0">
                <a:pos x="82" y="96"/>
              </a:cxn>
              <a:cxn ang="0">
                <a:pos x="89" y="113"/>
              </a:cxn>
              <a:cxn ang="0">
                <a:pos x="100" y="94"/>
              </a:cxn>
              <a:cxn ang="0">
                <a:pos x="106" y="75"/>
              </a:cxn>
              <a:cxn ang="0">
                <a:pos x="115" y="62"/>
              </a:cxn>
              <a:cxn ang="0">
                <a:pos x="128" y="58"/>
              </a:cxn>
              <a:cxn ang="0">
                <a:pos x="145" y="51"/>
              </a:cxn>
              <a:cxn ang="0">
                <a:pos x="167" y="43"/>
              </a:cxn>
              <a:cxn ang="0">
                <a:pos x="188" y="36"/>
              </a:cxn>
              <a:cxn ang="0">
                <a:pos x="208" y="32"/>
              </a:cxn>
              <a:cxn ang="0">
                <a:pos x="230" y="32"/>
              </a:cxn>
              <a:cxn ang="0">
                <a:pos x="245" y="32"/>
              </a:cxn>
              <a:cxn ang="0">
                <a:pos x="264" y="32"/>
              </a:cxn>
              <a:cxn ang="0">
                <a:pos x="288" y="26"/>
              </a:cxn>
              <a:cxn ang="0">
                <a:pos x="312" y="13"/>
              </a:cxn>
              <a:cxn ang="0">
                <a:pos x="336" y="2"/>
              </a:cxn>
              <a:cxn ang="0">
                <a:pos x="338" y="0"/>
              </a:cxn>
              <a:cxn ang="0">
                <a:pos x="321" y="4"/>
              </a:cxn>
              <a:cxn ang="0">
                <a:pos x="301" y="13"/>
              </a:cxn>
              <a:cxn ang="0">
                <a:pos x="277" y="24"/>
              </a:cxn>
              <a:cxn ang="0">
                <a:pos x="256" y="26"/>
              </a:cxn>
              <a:cxn ang="0">
                <a:pos x="240" y="26"/>
              </a:cxn>
              <a:cxn ang="0">
                <a:pos x="223" y="24"/>
              </a:cxn>
              <a:cxn ang="0">
                <a:pos x="201" y="24"/>
              </a:cxn>
              <a:cxn ang="0">
                <a:pos x="178" y="30"/>
              </a:cxn>
              <a:cxn ang="0">
                <a:pos x="160" y="39"/>
              </a:cxn>
              <a:cxn ang="0">
                <a:pos x="147" y="47"/>
              </a:cxn>
              <a:cxn ang="0">
                <a:pos x="134" y="49"/>
              </a:cxn>
              <a:cxn ang="0">
                <a:pos x="119" y="49"/>
              </a:cxn>
              <a:cxn ang="0">
                <a:pos x="106" y="53"/>
              </a:cxn>
              <a:cxn ang="0">
                <a:pos x="97" y="64"/>
              </a:cxn>
              <a:cxn ang="0">
                <a:pos x="93" y="75"/>
              </a:cxn>
              <a:cxn ang="0">
                <a:pos x="84" y="75"/>
              </a:cxn>
              <a:cxn ang="0">
                <a:pos x="76" y="66"/>
              </a:cxn>
              <a:cxn ang="0">
                <a:pos x="65" y="60"/>
              </a:cxn>
              <a:cxn ang="0">
                <a:pos x="54" y="53"/>
              </a:cxn>
              <a:cxn ang="0">
                <a:pos x="43" y="49"/>
              </a:cxn>
              <a:cxn ang="0">
                <a:pos x="30" y="49"/>
              </a:cxn>
              <a:cxn ang="0">
                <a:pos x="0" y="47"/>
              </a:cxn>
            </a:cxnLst>
            <a:rect l="0" t="0" r="r" b="b"/>
            <a:pathLst>
              <a:path w="349" h="113">
                <a:moveTo>
                  <a:pt x="0" y="47"/>
                </a:moveTo>
                <a:lnTo>
                  <a:pt x="4" y="49"/>
                </a:lnTo>
                <a:lnTo>
                  <a:pt x="26" y="51"/>
                </a:lnTo>
                <a:lnTo>
                  <a:pt x="32" y="53"/>
                </a:lnTo>
                <a:lnTo>
                  <a:pt x="39" y="58"/>
                </a:lnTo>
                <a:lnTo>
                  <a:pt x="47" y="62"/>
                </a:lnTo>
                <a:lnTo>
                  <a:pt x="54" y="66"/>
                </a:lnTo>
                <a:lnTo>
                  <a:pt x="61" y="71"/>
                </a:lnTo>
                <a:lnTo>
                  <a:pt x="67" y="77"/>
                </a:lnTo>
                <a:lnTo>
                  <a:pt x="74" y="83"/>
                </a:lnTo>
                <a:lnTo>
                  <a:pt x="78" y="90"/>
                </a:lnTo>
                <a:lnTo>
                  <a:pt x="82" y="96"/>
                </a:lnTo>
                <a:lnTo>
                  <a:pt x="84" y="100"/>
                </a:lnTo>
                <a:lnTo>
                  <a:pt x="89" y="113"/>
                </a:lnTo>
                <a:lnTo>
                  <a:pt x="95" y="103"/>
                </a:lnTo>
                <a:lnTo>
                  <a:pt x="100" y="94"/>
                </a:lnTo>
                <a:lnTo>
                  <a:pt x="104" y="83"/>
                </a:lnTo>
                <a:lnTo>
                  <a:pt x="106" y="75"/>
                </a:lnTo>
                <a:lnTo>
                  <a:pt x="110" y="66"/>
                </a:lnTo>
                <a:lnTo>
                  <a:pt x="115" y="62"/>
                </a:lnTo>
                <a:lnTo>
                  <a:pt x="119" y="58"/>
                </a:lnTo>
                <a:lnTo>
                  <a:pt x="128" y="58"/>
                </a:lnTo>
                <a:lnTo>
                  <a:pt x="136" y="56"/>
                </a:lnTo>
                <a:lnTo>
                  <a:pt x="145" y="51"/>
                </a:lnTo>
                <a:lnTo>
                  <a:pt x="154" y="49"/>
                </a:lnTo>
                <a:lnTo>
                  <a:pt x="167" y="43"/>
                </a:lnTo>
                <a:lnTo>
                  <a:pt x="180" y="39"/>
                </a:lnTo>
                <a:lnTo>
                  <a:pt x="188" y="36"/>
                </a:lnTo>
                <a:lnTo>
                  <a:pt x="197" y="34"/>
                </a:lnTo>
                <a:lnTo>
                  <a:pt x="208" y="32"/>
                </a:lnTo>
                <a:lnTo>
                  <a:pt x="221" y="32"/>
                </a:lnTo>
                <a:lnTo>
                  <a:pt x="230" y="32"/>
                </a:lnTo>
                <a:lnTo>
                  <a:pt x="236" y="32"/>
                </a:lnTo>
                <a:lnTo>
                  <a:pt x="245" y="32"/>
                </a:lnTo>
                <a:lnTo>
                  <a:pt x="253" y="32"/>
                </a:lnTo>
                <a:lnTo>
                  <a:pt x="264" y="32"/>
                </a:lnTo>
                <a:lnTo>
                  <a:pt x="275" y="30"/>
                </a:lnTo>
                <a:lnTo>
                  <a:pt x="288" y="26"/>
                </a:lnTo>
                <a:lnTo>
                  <a:pt x="301" y="17"/>
                </a:lnTo>
                <a:lnTo>
                  <a:pt x="312" y="13"/>
                </a:lnTo>
                <a:lnTo>
                  <a:pt x="323" y="7"/>
                </a:lnTo>
                <a:lnTo>
                  <a:pt x="336" y="2"/>
                </a:lnTo>
                <a:lnTo>
                  <a:pt x="349" y="0"/>
                </a:lnTo>
                <a:lnTo>
                  <a:pt x="338" y="0"/>
                </a:lnTo>
                <a:lnTo>
                  <a:pt x="331" y="0"/>
                </a:lnTo>
                <a:lnTo>
                  <a:pt x="321" y="4"/>
                </a:lnTo>
                <a:lnTo>
                  <a:pt x="312" y="7"/>
                </a:lnTo>
                <a:lnTo>
                  <a:pt x="301" y="13"/>
                </a:lnTo>
                <a:lnTo>
                  <a:pt x="290" y="17"/>
                </a:lnTo>
                <a:lnTo>
                  <a:pt x="277" y="24"/>
                </a:lnTo>
                <a:lnTo>
                  <a:pt x="264" y="26"/>
                </a:lnTo>
                <a:lnTo>
                  <a:pt x="256" y="26"/>
                </a:lnTo>
                <a:lnTo>
                  <a:pt x="247" y="26"/>
                </a:lnTo>
                <a:lnTo>
                  <a:pt x="240" y="26"/>
                </a:lnTo>
                <a:lnTo>
                  <a:pt x="232" y="24"/>
                </a:lnTo>
                <a:lnTo>
                  <a:pt x="223" y="24"/>
                </a:lnTo>
                <a:lnTo>
                  <a:pt x="212" y="24"/>
                </a:lnTo>
                <a:lnTo>
                  <a:pt x="201" y="24"/>
                </a:lnTo>
                <a:lnTo>
                  <a:pt x="188" y="26"/>
                </a:lnTo>
                <a:lnTo>
                  <a:pt x="178" y="30"/>
                </a:lnTo>
                <a:lnTo>
                  <a:pt x="169" y="32"/>
                </a:lnTo>
                <a:lnTo>
                  <a:pt x="160" y="39"/>
                </a:lnTo>
                <a:lnTo>
                  <a:pt x="154" y="43"/>
                </a:lnTo>
                <a:lnTo>
                  <a:pt x="147" y="47"/>
                </a:lnTo>
                <a:lnTo>
                  <a:pt x="141" y="49"/>
                </a:lnTo>
                <a:lnTo>
                  <a:pt x="134" y="49"/>
                </a:lnTo>
                <a:lnTo>
                  <a:pt x="130" y="51"/>
                </a:lnTo>
                <a:lnTo>
                  <a:pt x="119" y="49"/>
                </a:lnTo>
                <a:lnTo>
                  <a:pt x="110" y="51"/>
                </a:lnTo>
                <a:lnTo>
                  <a:pt x="106" y="53"/>
                </a:lnTo>
                <a:lnTo>
                  <a:pt x="102" y="58"/>
                </a:lnTo>
                <a:lnTo>
                  <a:pt x="97" y="64"/>
                </a:lnTo>
                <a:lnTo>
                  <a:pt x="95" y="68"/>
                </a:lnTo>
                <a:lnTo>
                  <a:pt x="93" y="75"/>
                </a:lnTo>
                <a:lnTo>
                  <a:pt x="91" y="81"/>
                </a:lnTo>
                <a:lnTo>
                  <a:pt x="84" y="75"/>
                </a:lnTo>
                <a:lnTo>
                  <a:pt x="80" y="71"/>
                </a:lnTo>
                <a:lnTo>
                  <a:pt x="76" y="66"/>
                </a:lnTo>
                <a:lnTo>
                  <a:pt x="71" y="62"/>
                </a:lnTo>
                <a:lnTo>
                  <a:pt x="65" y="60"/>
                </a:lnTo>
                <a:lnTo>
                  <a:pt x="61" y="58"/>
                </a:lnTo>
                <a:lnTo>
                  <a:pt x="54" y="53"/>
                </a:lnTo>
                <a:lnTo>
                  <a:pt x="47" y="51"/>
                </a:lnTo>
                <a:lnTo>
                  <a:pt x="43" y="49"/>
                </a:lnTo>
                <a:lnTo>
                  <a:pt x="34" y="49"/>
                </a:lnTo>
                <a:lnTo>
                  <a:pt x="30" y="49"/>
                </a:lnTo>
                <a:lnTo>
                  <a:pt x="17" y="49"/>
                </a:lnTo>
                <a:lnTo>
                  <a:pt x="0" y="47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5" name="Freeform 2075"/>
          <p:cNvSpPr>
            <a:spLocks/>
          </p:cNvSpPr>
          <p:nvPr/>
        </p:nvSpPr>
        <p:spPr bwMode="auto">
          <a:xfrm>
            <a:off x="4598988" y="2374900"/>
            <a:ext cx="87312" cy="76200"/>
          </a:xfrm>
          <a:custGeom>
            <a:avLst/>
            <a:gdLst/>
            <a:ahLst/>
            <a:cxnLst>
              <a:cxn ang="0">
                <a:pos x="71" y="2"/>
              </a:cxn>
              <a:cxn ang="0">
                <a:pos x="65" y="0"/>
              </a:cxn>
              <a:cxn ang="0">
                <a:pos x="56" y="0"/>
              </a:cxn>
              <a:cxn ang="0">
                <a:pos x="48" y="5"/>
              </a:cxn>
              <a:cxn ang="0">
                <a:pos x="39" y="7"/>
              </a:cxn>
              <a:cxn ang="0">
                <a:pos x="30" y="11"/>
              </a:cxn>
              <a:cxn ang="0">
                <a:pos x="19" y="15"/>
              </a:cxn>
              <a:cxn ang="0">
                <a:pos x="11" y="17"/>
              </a:cxn>
              <a:cxn ang="0">
                <a:pos x="0" y="17"/>
              </a:cxn>
              <a:cxn ang="0">
                <a:pos x="11" y="17"/>
              </a:cxn>
              <a:cxn ang="0">
                <a:pos x="17" y="22"/>
              </a:cxn>
              <a:cxn ang="0">
                <a:pos x="24" y="26"/>
              </a:cxn>
              <a:cxn ang="0">
                <a:pos x="30" y="32"/>
              </a:cxn>
              <a:cxn ang="0">
                <a:pos x="32" y="39"/>
              </a:cxn>
              <a:cxn ang="0">
                <a:pos x="37" y="45"/>
              </a:cxn>
              <a:cxn ang="0">
                <a:pos x="37" y="51"/>
              </a:cxn>
              <a:cxn ang="0">
                <a:pos x="39" y="60"/>
              </a:cxn>
            </a:cxnLst>
            <a:rect l="0" t="0" r="r" b="b"/>
            <a:pathLst>
              <a:path w="71" h="60">
                <a:moveTo>
                  <a:pt x="71" y="2"/>
                </a:moveTo>
                <a:lnTo>
                  <a:pt x="65" y="0"/>
                </a:lnTo>
                <a:lnTo>
                  <a:pt x="56" y="0"/>
                </a:lnTo>
                <a:lnTo>
                  <a:pt x="48" y="5"/>
                </a:lnTo>
                <a:lnTo>
                  <a:pt x="39" y="7"/>
                </a:lnTo>
                <a:lnTo>
                  <a:pt x="30" y="11"/>
                </a:lnTo>
                <a:lnTo>
                  <a:pt x="19" y="15"/>
                </a:lnTo>
                <a:lnTo>
                  <a:pt x="11" y="17"/>
                </a:lnTo>
                <a:lnTo>
                  <a:pt x="0" y="17"/>
                </a:lnTo>
                <a:lnTo>
                  <a:pt x="11" y="17"/>
                </a:lnTo>
                <a:lnTo>
                  <a:pt x="17" y="22"/>
                </a:lnTo>
                <a:lnTo>
                  <a:pt x="24" y="26"/>
                </a:lnTo>
                <a:lnTo>
                  <a:pt x="30" y="32"/>
                </a:lnTo>
                <a:lnTo>
                  <a:pt x="32" y="39"/>
                </a:lnTo>
                <a:lnTo>
                  <a:pt x="37" y="45"/>
                </a:lnTo>
                <a:lnTo>
                  <a:pt x="37" y="51"/>
                </a:lnTo>
                <a:lnTo>
                  <a:pt x="39" y="6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6" name="Freeform 2076"/>
          <p:cNvSpPr>
            <a:spLocks/>
          </p:cNvSpPr>
          <p:nvPr/>
        </p:nvSpPr>
        <p:spPr bwMode="auto">
          <a:xfrm>
            <a:off x="5637213" y="3030538"/>
            <a:ext cx="138112" cy="103187"/>
          </a:xfrm>
          <a:custGeom>
            <a:avLst/>
            <a:gdLst/>
            <a:ahLst/>
            <a:cxnLst>
              <a:cxn ang="0">
                <a:pos x="0" y="75"/>
              </a:cxn>
              <a:cxn ang="0">
                <a:pos x="11" y="77"/>
              </a:cxn>
              <a:cxn ang="0">
                <a:pos x="20" y="79"/>
              </a:cxn>
              <a:cxn ang="0">
                <a:pos x="28" y="81"/>
              </a:cxn>
              <a:cxn ang="0">
                <a:pos x="37" y="81"/>
              </a:cxn>
              <a:cxn ang="0">
                <a:pos x="46" y="79"/>
              </a:cxn>
              <a:cxn ang="0">
                <a:pos x="50" y="77"/>
              </a:cxn>
              <a:cxn ang="0">
                <a:pos x="56" y="73"/>
              </a:cxn>
              <a:cxn ang="0">
                <a:pos x="63" y="68"/>
              </a:cxn>
              <a:cxn ang="0">
                <a:pos x="69" y="62"/>
              </a:cxn>
              <a:cxn ang="0">
                <a:pos x="74" y="56"/>
              </a:cxn>
              <a:cxn ang="0">
                <a:pos x="80" y="49"/>
              </a:cxn>
              <a:cxn ang="0">
                <a:pos x="87" y="41"/>
              </a:cxn>
              <a:cxn ang="0">
                <a:pos x="91" y="32"/>
              </a:cxn>
              <a:cxn ang="0">
                <a:pos x="98" y="21"/>
              </a:cxn>
              <a:cxn ang="0">
                <a:pos x="104" y="11"/>
              </a:cxn>
              <a:cxn ang="0">
                <a:pos x="113" y="0"/>
              </a:cxn>
            </a:cxnLst>
            <a:rect l="0" t="0" r="r" b="b"/>
            <a:pathLst>
              <a:path w="113" h="81">
                <a:moveTo>
                  <a:pt x="0" y="75"/>
                </a:moveTo>
                <a:lnTo>
                  <a:pt x="11" y="77"/>
                </a:lnTo>
                <a:lnTo>
                  <a:pt x="20" y="79"/>
                </a:lnTo>
                <a:lnTo>
                  <a:pt x="28" y="81"/>
                </a:lnTo>
                <a:lnTo>
                  <a:pt x="37" y="81"/>
                </a:lnTo>
                <a:lnTo>
                  <a:pt x="46" y="79"/>
                </a:lnTo>
                <a:lnTo>
                  <a:pt x="50" y="77"/>
                </a:lnTo>
                <a:lnTo>
                  <a:pt x="56" y="73"/>
                </a:lnTo>
                <a:lnTo>
                  <a:pt x="63" y="68"/>
                </a:lnTo>
                <a:lnTo>
                  <a:pt x="69" y="62"/>
                </a:lnTo>
                <a:lnTo>
                  <a:pt x="74" y="56"/>
                </a:lnTo>
                <a:lnTo>
                  <a:pt x="80" y="49"/>
                </a:lnTo>
                <a:lnTo>
                  <a:pt x="87" y="41"/>
                </a:lnTo>
                <a:lnTo>
                  <a:pt x="91" y="32"/>
                </a:lnTo>
                <a:lnTo>
                  <a:pt x="98" y="21"/>
                </a:lnTo>
                <a:lnTo>
                  <a:pt x="104" y="11"/>
                </a:lnTo>
                <a:lnTo>
                  <a:pt x="113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7" name="Freeform 2077"/>
          <p:cNvSpPr>
            <a:spLocks/>
          </p:cNvSpPr>
          <p:nvPr/>
        </p:nvSpPr>
        <p:spPr bwMode="auto">
          <a:xfrm>
            <a:off x="5264150" y="2744788"/>
            <a:ext cx="87313" cy="227012"/>
          </a:xfrm>
          <a:custGeom>
            <a:avLst/>
            <a:gdLst/>
            <a:ahLst/>
            <a:cxnLst>
              <a:cxn ang="0">
                <a:pos x="45" y="177"/>
              </a:cxn>
              <a:cxn ang="0">
                <a:pos x="41" y="165"/>
              </a:cxn>
              <a:cxn ang="0">
                <a:pos x="39" y="154"/>
              </a:cxn>
              <a:cxn ang="0">
                <a:pos x="41" y="143"/>
              </a:cxn>
              <a:cxn ang="0">
                <a:pos x="45" y="135"/>
              </a:cxn>
              <a:cxn ang="0">
                <a:pos x="50" y="128"/>
              </a:cxn>
              <a:cxn ang="0">
                <a:pos x="56" y="122"/>
              </a:cxn>
              <a:cxn ang="0">
                <a:pos x="63" y="120"/>
              </a:cxn>
              <a:cxn ang="0">
                <a:pos x="65" y="115"/>
              </a:cxn>
              <a:cxn ang="0">
                <a:pos x="71" y="113"/>
              </a:cxn>
              <a:cxn ang="0">
                <a:pos x="63" y="111"/>
              </a:cxn>
              <a:cxn ang="0">
                <a:pos x="54" y="107"/>
              </a:cxn>
              <a:cxn ang="0">
                <a:pos x="47" y="101"/>
              </a:cxn>
              <a:cxn ang="0">
                <a:pos x="41" y="96"/>
              </a:cxn>
              <a:cxn ang="0">
                <a:pos x="34" y="92"/>
              </a:cxn>
              <a:cxn ang="0">
                <a:pos x="28" y="86"/>
              </a:cxn>
              <a:cxn ang="0">
                <a:pos x="24" y="77"/>
              </a:cxn>
              <a:cxn ang="0">
                <a:pos x="17" y="71"/>
              </a:cxn>
              <a:cxn ang="0">
                <a:pos x="13" y="66"/>
              </a:cxn>
              <a:cxn ang="0">
                <a:pos x="11" y="58"/>
              </a:cxn>
              <a:cxn ang="0">
                <a:pos x="6" y="49"/>
              </a:cxn>
              <a:cxn ang="0">
                <a:pos x="4" y="41"/>
              </a:cxn>
              <a:cxn ang="0">
                <a:pos x="2" y="32"/>
              </a:cxn>
              <a:cxn ang="0">
                <a:pos x="2" y="22"/>
              </a:cxn>
              <a:cxn ang="0">
                <a:pos x="0" y="11"/>
              </a:cxn>
              <a:cxn ang="0">
                <a:pos x="0" y="0"/>
              </a:cxn>
            </a:cxnLst>
            <a:rect l="0" t="0" r="r" b="b"/>
            <a:pathLst>
              <a:path w="71" h="177">
                <a:moveTo>
                  <a:pt x="45" y="177"/>
                </a:moveTo>
                <a:lnTo>
                  <a:pt x="41" y="165"/>
                </a:lnTo>
                <a:lnTo>
                  <a:pt x="39" y="154"/>
                </a:lnTo>
                <a:lnTo>
                  <a:pt x="41" y="143"/>
                </a:lnTo>
                <a:lnTo>
                  <a:pt x="45" y="135"/>
                </a:lnTo>
                <a:lnTo>
                  <a:pt x="50" y="128"/>
                </a:lnTo>
                <a:lnTo>
                  <a:pt x="56" y="122"/>
                </a:lnTo>
                <a:lnTo>
                  <a:pt x="63" y="120"/>
                </a:lnTo>
                <a:lnTo>
                  <a:pt x="65" y="115"/>
                </a:lnTo>
                <a:lnTo>
                  <a:pt x="71" y="113"/>
                </a:lnTo>
                <a:lnTo>
                  <a:pt x="63" y="111"/>
                </a:lnTo>
                <a:lnTo>
                  <a:pt x="54" y="107"/>
                </a:lnTo>
                <a:lnTo>
                  <a:pt x="47" y="101"/>
                </a:lnTo>
                <a:lnTo>
                  <a:pt x="41" y="96"/>
                </a:lnTo>
                <a:lnTo>
                  <a:pt x="34" y="92"/>
                </a:lnTo>
                <a:lnTo>
                  <a:pt x="28" y="86"/>
                </a:lnTo>
                <a:lnTo>
                  <a:pt x="24" y="77"/>
                </a:lnTo>
                <a:lnTo>
                  <a:pt x="17" y="71"/>
                </a:lnTo>
                <a:lnTo>
                  <a:pt x="13" y="66"/>
                </a:lnTo>
                <a:lnTo>
                  <a:pt x="11" y="58"/>
                </a:lnTo>
                <a:lnTo>
                  <a:pt x="6" y="49"/>
                </a:lnTo>
                <a:lnTo>
                  <a:pt x="4" y="41"/>
                </a:lnTo>
                <a:lnTo>
                  <a:pt x="2" y="32"/>
                </a:lnTo>
                <a:lnTo>
                  <a:pt x="2" y="22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8" name="Freeform 2078"/>
          <p:cNvSpPr>
            <a:spLocks/>
          </p:cNvSpPr>
          <p:nvPr/>
        </p:nvSpPr>
        <p:spPr bwMode="auto">
          <a:xfrm>
            <a:off x="5351463" y="2884488"/>
            <a:ext cx="123825" cy="19050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11" y="9"/>
              </a:cxn>
              <a:cxn ang="0">
                <a:pos x="24" y="11"/>
              </a:cxn>
              <a:cxn ang="0">
                <a:pos x="37" y="13"/>
              </a:cxn>
              <a:cxn ang="0">
                <a:pos x="52" y="15"/>
              </a:cxn>
              <a:cxn ang="0">
                <a:pos x="65" y="15"/>
              </a:cxn>
              <a:cxn ang="0">
                <a:pos x="78" y="11"/>
              </a:cxn>
              <a:cxn ang="0">
                <a:pos x="89" y="6"/>
              </a:cxn>
              <a:cxn ang="0">
                <a:pos x="100" y="0"/>
              </a:cxn>
            </a:cxnLst>
            <a:rect l="0" t="0" r="r" b="b"/>
            <a:pathLst>
              <a:path w="100" h="15">
                <a:moveTo>
                  <a:pt x="0" y="4"/>
                </a:moveTo>
                <a:lnTo>
                  <a:pt x="11" y="9"/>
                </a:lnTo>
                <a:lnTo>
                  <a:pt x="24" y="11"/>
                </a:lnTo>
                <a:lnTo>
                  <a:pt x="37" y="13"/>
                </a:lnTo>
                <a:lnTo>
                  <a:pt x="52" y="15"/>
                </a:lnTo>
                <a:lnTo>
                  <a:pt x="65" y="15"/>
                </a:lnTo>
                <a:lnTo>
                  <a:pt x="78" y="11"/>
                </a:lnTo>
                <a:lnTo>
                  <a:pt x="89" y="6"/>
                </a:lnTo>
                <a:lnTo>
                  <a:pt x="10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799" name="Freeform 2079"/>
          <p:cNvSpPr>
            <a:spLocks/>
          </p:cNvSpPr>
          <p:nvPr/>
        </p:nvSpPr>
        <p:spPr bwMode="auto">
          <a:xfrm>
            <a:off x="5094288" y="2782888"/>
            <a:ext cx="66675" cy="150812"/>
          </a:xfrm>
          <a:custGeom>
            <a:avLst/>
            <a:gdLst/>
            <a:ahLst/>
            <a:cxnLst>
              <a:cxn ang="0">
                <a:pos x="54" y="117"/>
              </a:cxn>
              <a:cxn ang="0">
                <a:pos x="45" y="111"/>
              </a:cxn>
              <a:cxn ang="0">
                <a:pos x="39" y="105"/>
              </a:cxn>
              <a:cxn ang="0">
                <a:pos x="30" y="98"/>
              </a:cxn>
              <a:cxn ang="0">
                <a:pos x="26" y="92"/>
              </a:cxn>
              <a:cxn ang="0">
                <a:pos x="22" y="88"/>
              </a:cxn>
              <a:cxn ang="0">
                <a:pos x="15" y="81"/>
              </a:cxn>
              <a:cxn ang="0">
                <a:pos x="13" y="73"/>
              </a:cxn>
              <a:cxn ang="0">
                <a:pos x="11" y="66"/>
              </a:cxn>
              <a:cxn ang="0">
                <a:pos x="9" y="60"/>
              </a:cxn>
              <a:cxn ang="0">
                <a:pos x="6" y="53"/>
              </a:cxn>
              <a:cxn ang="0">
                <a:pos x="4" y="47"/>
              </a:cxn>
              <a:cxn ang="0">
                <a:pos x="2" y="36"/>
              </a:cxn>
              <a:cxn ang="0">
                <a:pos x="2" y="30"/>
              </a:cxn>
              <a:cxn ang="0">
                <a:pos x="2" y="19"/>
              </a:cxn>
              <a:cxn ang="0">
                <a:pos x="2" y="13"/>
              </a:cxn>
              <a:cxn ang="0">
                <a:pos x="0" y="0"/>
              </a:cxn>
            </a:cxnLst>
            <a:rect l="0" t="0" r="r" b="b"/>
            <a:pathLst>
              <a:path w="54" h="117">
                <a:moveTo>
                  <a:pt x="54" y="117"/>
                </a:moveTo>
                <a:lnTo>
                  <a:pt x="45" y="111"/>
                </a:lnTo>
                <a:lnTo>
                  <a:pt x="39" y="105"/>
                </a:lnTo>
                <a:lnTo>
                  <a:pt x="30" y="98"/>
                </a:lnTo>
                <a:lnTo>
                  <a:pt x="26" y="92"/>
                </a:lnTo>
                <a:lnTo>
                  <a:pt x="22" y="88"/>
                </a:lnTo>
                <a:lnTo>
                  <a:pt x="15" y="81"/>
                </a:lnTo>
                <a:lnTo>
                  <a:pt x="13" y="73"/>
                </a:lnTo>
                <a:lnTo>
                  <a:pt x="11" y="66"/>
                </a:lnTo>
                <a:lnTo>
                  <a:pt x="9" y="60"/>
                </a:lnTo>
                <a:lnTo>
                  <a:pt x="6" y="53"/>
                </a:lnTo>
                <a:lnTo>
                  <a:pt x="4" y="47"/>
                </a:lnTo>
                <a:lnTo>
                  <a:pt x="2" y="36"/>
                </a:lnTo>
                <a:lnTo>
                  <a:pt x="2" y="30"/>
                </a:lnTo>
                <a:lnTo>
                  <a:pt x="2" y="19"/>
                </a:lnTo>
                <a:lnTo>
                  <a:pt x="2" y="13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0" name="Freeform 2080"/>
          <p:cNvSpPr>
            <a:spLocks/>
          </p:cNvSpPr>
          <p:nvPr/>
        </p:nvSpPr>
        <p:spPr bwMode="auto">
          <a:xfrm>
            <a:off x="4745038" y="2506663"/>
            <a:ext cx="276225" cy="114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0"/>
              </a:cxn>
              <a:cxn ang="0">
                <a:pos x="17" y="2"/>
              </a:cxn>
              <a:cxn ang="0">
                <a:pos x="24" y="2"/>
              </a:cxn>
              <a:cxn ang="0">
                <a:pos x="33" y="4"/>
              </a:cxn>
              <a:cxn ang="0">
                <a:pos x="37" y="6"/>
              </a:cxn>
              <a:cxn ang="0">
                <a:pos x="46" y="8"/>
              </a:cxn>
              <a:cxn ang="0">
                <a:pos x="52" y="12"/>
              </a:cxn>
              <a:cxn ang="0">
                <a:pos x="56" y="17"/>
              </a:cxn>
              <a:cxn ang="0">
                <a:pos x="63" y="19"/>
              </a:cxn>
              <a:cxn ang="0">
                <a:pos x="69" y="25"/>
              </a:cxn>
              <a:cxn ang="0">
                <a:pos x="74" y="30"/>
              </a:cxn>
              <a:cxn ang="0">
                <a:pos x="80" y="34"/>
              </a:cxn>
              <a:cxn ang="0">
                <a:pos x="85" y="38"/>
              </a:cxn>
              <a:cxn ang="0">
                <a:pos x="91" y="42"/>
              </a:cxn>
              <a:cxn ang="0">
                <a:pos x="98" y="47"/>
              </a:cxn>
              <a:cxn ang="0">
                <a:pos x="104" y="53"/>
              </a:cxn>
              <a:cxn ang="0">
                <a:pos x="111" y="55"/>
              </a:cxn>
              <a:cxn ang="0">
                <a:pos x="117" y="59"/>
              </a:cxn>
              <a:cxn ang="0">
                <a:pos x="124" y="64"/>
              </a:cxn>
              <a:cxn ang="0">
                <a:pos x="130" y="66"/>
              </a:cxn>
              <a:cxn ang="0">
                <a:pos x="139" y="68"/>
              </a:cxn>
              <a:cxn ang="0">
                <a:pos x="145" y="72"/>
              </a:cxn>
              <a:cxn ang="0">
                <a:pos x="154" y="74"/>
              </a:cxn>
              <a:cxn ang="0">
                <a:pos x="163" y="76"/>
              </a:cxn>
              <a:cxn ang="0">
                <a:pos x="169" y="79"/>
              </a:cxn>
              <a:cxn ang="0">
                <a:pos x="178" y="81"/>
              </a:cxn>
              <a:cxn ang="0">
                <a:pos x="186" y="83"/>
              </a:cxn>
              <a:cxn ang="0">
                <a:pos x="195" y="85"/>
              </a:cxn>
              <a:cxn ang="0">
                <a:pos x="202" y="85"/>
              </a:cxn>
              <a:cxn ang="0">
                <a:pos x="210" y="87"/>
              </a:cxn>
              <a:cxn ang="0">
                <a:pos x="217" y="87"/>
              </a:cxn>
              <a:cxn ang="0">
                <a:pos x="225" y="89"/>
              </a:cxn>
            </a:cxnLst>
            <a:rect l="0" t="0" r="r" b="b"/>
            <a:pathLst>
              <a:path w="225" h="89">
                <a:moveTo>
                  <a:pt x="0" y="0"/>
                </a:moveTo>
                <a:lnTo>
                  <a:pt x="9" y="0"/>
                </a:lnTo>
                <a:lnTo>
                  <a:pt x="17" y="2"/>
                </a:lnTo>
                <a:lnTo>
                  <a:pt x="24" y="2"/>
                </a:lnTo>
                <a:lnTo>
                  <a:pt x="33" y="4"/>
                </a:lnTo>
                <a:lnTo>
                  <a:pt x="37" y="6"/>
                </a:lnTo>
                <a:lnTo>
                  <a:pt x="46" y="8"/>
                </a:lnTo>
                <a:lnTo>
                  <a:pt x="52" y="12"/>
                </a:lnTo>
                <a:lnTo>
                  <a:pt x="56" y="17"/>
                </a:lnTo>
                <a:lnTo>
                  <a:pt x="63" y="19"/>
                </a:lnTo>
                <a:lnTo>
                  <a:pt x="69" y="25"/>
                </a:lnTo>
                <a:lnTo>
                  <a:pt x="74" y="30"/>
                </a:lnTo>
                <a:lnTo>
                  <a:pt x="80" y="34"/>
                </a:lnTo>
                <a:lnTo>
                  <a:pt x="85" y="38"/>
                </a:lnTo>
                <a:lnTo>
                  <a:pt x="91" y="42"/>
                </a:lnTo>
                <a:lnTo>
                  <a:pt x="98" y="47"/>
                </a:lnTo>
                <a:lnTo>
                  <a:pt x="104" y="53"/>
                </a:lnTo>
                <a:lnTo>
                  <a:pt x="111" y="55"/>
                </a:lnTo>
                <a:lnTo>
                  <a:pt x="117" y="59"/>
                </a:lnTo>
                <a:lnTo>
                  <a:pt x="124" y="64"/>
                </a:lnTo>
                <a:lnTo>
                  <a:pt x="130" y="66"/>
                </a:lnTo>
                <a:lnTo>
                  <a:pt x="139" y="68"/>
                </a:lnTo>
                <a:lnTo>
                  <a:pt x="145" y="72"/>
                </a:lnTo>
                <a:lnTo>
                  <a:pt x="154" y="74"/>
                </a:lnTo>
                <a:lnTo>
                  <a:pt x="163" y="76"/>
                </a:lnTo>
                <a:lnTo>
                  <a:pt x="169" y="79"/>
                </a:lnTo>
                <a:lnTo>
                  <a:pt x="178" y="81"/>
                </a:lnTo>
                <a:lnTo>
                  <a:pt x="186" y="83"/>
                </a:lnTo>
                <a:lnTo>
                  <a:pt x="195" y="85"/>
                </a:lnTo>
                <a:lnTo>
                  <a:pt x="202" y="85"/>
                </a:lnTo>
                <a:lnTo>
                  <a:pt x="210" y="87"/>
                </a:lnTo>
                <a:lnTo>
                  <a:pt x="217" y="87"/>
                </a:lnTo>
                <a:lnTo>
                  <a:pt x="225" y="89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1" name="Freeform 2081"/>
          <p:cNvSpPr>
            <a:spLocks/>
          </p:cNvSpPr>
          <p:nvPr/>
        </p:nvSpPr>
        <p:spPr bwMode="auto">
          <a:xfrm>
            <a:off x="4827588" y="2476500"/>
            <a:ext cx="47625" cy="101600"/>
          </a:xfrm>
          <a:custGeom>
            <a:avLst/>
            <a:gdLst/>
            <a:ahLst/>
            <a:cxnLst>
              <a:cxn ang="0">
                <a:pos x="39" y="79"/>
              </a:cxn>
              <a:cxn ang="0">
                <a:pos x="37" y="68"/>
              </a:cxn>
              <a:cxn ang="0">
                <a:pos x="33" y="58"/>
              </a:cxn>
              <a:cxn ang="0">
                <a:pos x="28" y="49"/>
              </a:cxn>
              <a:cxn ang="0">
                <a:pos x="24" y="36"/>
              </a:cxn>
              <a:cxn ang="0">
                <a:pos x="20" y="28"/>
              </a:cxn>
              <a:cxn ang="0">
                <a:pos x="15" y="17"/>
              </a:cxn>
              <a:cxn ang="0">
                <a:pos x="9" y="9"/>
              </a:cxn>
              <a:cxn ang="0">
                <a:pos x="0" y="0"/>
              </a:cxn>
            </a:cxnLst>
            <a:rect l="0" t="0" r="r" b="b"/>
            <a:pathLst>
              <a:path w="39" h="79">
                <a:moveTo>
                  <a:pt x="39" y="79"/>
                </a:moveTo>
                <a:lnTo>
                  <a:pt x="37" y="68"/>
                </a:lnTo>
                <a:lnTo>
                  <a:pt x="33" y="58"/>
                </a:lnTo>
                <a:lnTo>
                  <a:pt x="28" y="49"/>
                </a:lnTo>
                <a:lnTo>
                  <a:pt x="24" y="36"/>
                </a:lnTo>
                <a:lnTo>
                  <a:pt x="20" y="28"/>
                </a:lnTo>
                <a:lnTo>
                  <a:pt x="15" y="17"/>
                </a:lnTo>
                <a:lnTo>
                  <a:pt x="9" y="9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2" name="Freeform 2082"/>
          <p:cNvSpPr>
            <a:spLocks/>
          </p:cNvSpPr>
          <p:nvPr/>
        </p:nvSpPr>
        <p:spPr bwMode="auto">
          <a:xfrm>
            <a:off x="5137150" y="2613025"/>
            <a:ext cx="638175" cy="3730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" y="2"/>
              </a:cxn>
              <a:cxn ang="0">
                <a:pos x="30" y="4"/>
              </a:cxn>
              <a:cxn ang="0">
                <a:pos x="45" y="4"/>
              </a:cxn>
              <a:cxn ang="0">
                <a:pos x="60" y="6"/>
              </a:cxn>
              <a:cxn ang="0">
                <a:pos x="75" y="6"/>
              </a:cxn>
              <a:cxn ang="0">
                <a:pos x="91" y="6"/>
              </a:cxn>
              <a:cxn ang="0">
                <a:pos x="106" y="6"/>
              </a:cxn>
              <a:cxn ang="0">
                <a:pos x="121" y="6"/>
              </a:cxn>
              <a:cxn ang="0">
                <a:pos x="132" y="6"/>
              </a:cxn>
              <a:cxn ang="0">
                <a:pos x="147" y="11"/>
              </a:cxn>
              <a:cxn ang="0">
                <a:pos x="154" y="13"/>
              </a:cxn>
              <a:cxn ang="0">
                <a:pos x="162" y="15"/>
              </a:cxn>
              <a:cxn ang="0">
                <a:pos x="169" y="17"/>
              </a:cxn>
              <a:cxn ang="0">
                <a:pos x="180" y="21"/>
              </a:cxn>
              <a:cxn ang="0">
                <a:pos x="186" y="25"/>
              </a:cxn>
              <a:cxn ang="0">
                <a:pos x="193" y="32"/>
              </a:cxn>
              <a:cxn ang="0">
                <a:pos x="199" y="34"/>
              </a:cxn>
              <a:cxn ang="0">
                <a:pos x="206" y="40"/>
              </a:cxn>
              <a:cxn ang="0">
                <a:pos x="210" y="45"/>
              </a:cxn>
              <a:cxn ang="0">
                <a:pos x="214" y="51"/>
              </a:cxn>
              <a:cxn ang="0">
                <a:pos x="216" y="57"/>
              </a:cxn>
              <a:cxn ang="0">
                <a:pos x="219" y="66"/>
              </a:cxn>
              <a:cxn ang="0">
                <a:pos x="227" y="60"/>
              </a:cxn>
              <a:cxn ang="0">
                <a:pos x="238" y="53"/>
              </a:cxn>
              <a:cxn ang="0">
                <a:pos x="251" y="51"/>
              </a:cxn>
              <a:cxn ang="0">
                <a:pos x="266" y="51"/>
              </a:cxn>
              <a:cxn ang="0">
                <a:pos x="279" y="51"/>
              </a:cxn>
              <a:cxn ang="0">
                <a:pos x="294" y="51"/>
              </a:cxn>
              <a:cxn ang="0">
                <a:pos x="310" y="53"/>
              </a:cxn>
              <a:cxn ang="0">
                <a:pos x="325" y="57"/>
              </a:cxn>
              <a:cxn ang="0">
                <a:pos x="340" y="62"/>
              </a:cxn>
              <a:cxn ang="0">
                <a:pos x="355" y="66"/>
              </a:cxn>
              <a:cxn ang="0">
                <a:pos x="368" y="72"/>
              </a:cxn>
              <a:cxn ang="0">
                <a:pos x="381" y="81"/>
              </a:cxn>
              <a:cxn ang="0">
                <a:pos x="392" y="87"/>
              </a:cxn>
              <a:cxn ang="0">
                <a:pos x="403" y="96"/>
              </a:cxn>
              <a:cxn ang="0">
                <a:pos x="411" y="104"/>
              </a:cxn>
              <a:cxn ang="0">
                <a:pos x="420" y="113"/>
              </a:cxn>
              <a:cxn ang="0">
                <a:pos x="429" y="117"/>
              </a:cxn>
              <a:cxn ang="0">
                <a:pos x="440" y="119"/>
              </a:cxn>
              <a:cxn ang="0">
                <a:pos x="448" y="126"/>
              </a:cxn>
              <a:cxn ang="0">
                <a:pos x="457" y="132"/>
              </a:cxn>
              <a:cxn ang="0">
                <a:pos x="466" y="139"/>
              </a:cxn>
              <a:cxn ang="0">
                <a:pos x="472" y="145"/>
              </a:cxn>
              <a:cxn ang="0">
                <a:pos x="481" y="156"/>
              </a:cxn>
              <a:cxn ang="0">
                <a:pos x="487" y="162"/>
              </a:cxn>
              <a:cxn ang="0">
                <a:pos x="494" y="173"/>
              </a:cxn>
              <a:cxn ang="0">
                <a:pos x="500" y="179"/>
              </a:cxn>
              <a:cxn ang="0">
                <a:pos x="507" y="190"/>
              </a:cxn>
              <a:cxn ang="0">
                <a:pos x="515" y="207"/>
              </a:cxn>
              <a:cxn ang="0">
                <a:pos x="518" y="220"/>
              </a:cxn>
              <a:cxn ang="0">
                <a:pos x="520" y="230"/>
              </a:cxn>
              <a:cxn ang="0">
                <a:pos x="518" y="241"/>
              </a:cxn>
              <a:cxn ang="0">
                <a:pos x="515" y="249"/>
              </a:cxn>
              <a:cxn ang="0">
                <a:pos x="513" y="260"/>
              </a:cxn>
              <a:cxn ang="0">
                <a:pos x="509" y="269"/>
              </a:cxn>
              <a:cxn ang="0">
                <a:pos x="505" y="277"/>
              </a:cxn>
              <a:cxn ang="0">
                <a:pos x="500" y="286"/>
              </a:cxn>
              <a:cxn ang="0">
                <a:pos x="496" y="290"/>
              </a:cxn>
            </a:cxnLst>
            <a:rect l="0" t="0" r="r" b="b"/>
            <a:pathLst>
              <a:path w="520" h="290">
                <a:moveTo>
                  <a:pt x="0" y="0"/>
                </a:moveTo>
                <a:lnTo>
                  <a:pt x="15" y="2"/>
                </a:lnTo>
                <a:lnTo>
                  <a:pt x="30" y="4"/>
                </a:lnTo>
                <a:lnTo>
                  <a:pt x="45" y="4"/>
                </a:lnTo>
                <a:lnTo>
                  <a:pt x="60" y="6"/>
                </a:lnTo>
                <a:lnTo>
                  <a:pt x="75" y="6"/>
                </a:lnTo>
                <a:lnTo>
                  <a:pt x="91" y="6"/>
                </a:lnTo>
                <a:lnTo>
                  <a:pt x="106" y="6"/>
                </a:lnTo>
                <a:lnTo>
                  <a:pt x="121" y="6"/>
                </a:lnTo>
                <a:lnTo>
                  <a:pt x="132" y="6"/>
                </a:lnTo>
                <a:lnTo>
                  <a:pt x="147" y="11"/>
                </a:lnTo>
                <a:lnTo>
                  <a:pt x="154" y="13"/>
                </a:lnTo>
                <a:lnTo>
                  <a:pt x="162" y="15"/>
                </a:lnTo>
                <a:lnTo>
                  <a:pt x="169" y="17"/>
                </a:lnTo>
                <a:lnTo>
                  <a:pt x="180" y="21"/>
                </a:lnTo>
                <a:lnTo>
                  <a:pt x="186" y="25"/>
                </a:lnTo>
                <a:lnTo>
                  <a:pt x="193" y="32"/>
                </a:lnTo>
                <a:lnTo>
                  <a:pt x="199" y="34"/>
                </a:lnTo>
                <a:lnTo>
                  <a:pt x="206" y="40"/>
                </a:lnTo>
                <a:lnTo>
                  <a:pt x="210" y="45"/>
                </a:lnTo>
                <a:lnTo>
                  <a:pt x="214" y="51"/>
                </a:lnTo>
                <a:lnTo>
                  <a:pt x="216" y="57"/>
                </a:lnTo>
                <a:lnTo>
                  <a:pt x="219" y="66"/>
                </a:lnTo>
                <a:lnTo>
                  <a:pt x="227" y="60"/>
                </a:lnTo>
                <a:lnTo>
                  <a:pt x="238" y="53"/>
                </a:lnTo>
                <a:lnTo>
                  <a:pt x="251" y="51"/>
                </a:lnTo>
                <a:lnTo>
                  <a:pt x="266" y="51"/>
                </a:lnTo>
                <a:lnTo>
                  <a:pt x="279" y="51"/>
                </a:lnTo>
                <a:lnTo>
                  <a:pt x="294" y="51"/>
                </a:lnTo>
                <a:lnTo>
                  <a:pt x="310" y="53"/>
                </a:lnTo>
                <a:lnTo>
                  <a:pt x="325" y="57"/>
                </a:lnTo>
                <a:lnTo>
                  <a:pt x="340" y="62"/>
                </a:lnTo>
                <a:lnTo>
                  <a:pt x="355" y="66"/>
                </a:lnTo>
                <a:lnTo>
                  <a:pt x="368" y="72"/>
                </a:lnTo>
                <a:lnTo>
                  <a:pt x="381" y="81"/>
                </a:lnTo>
                <a:lnTo>
                  <a:pt x="392" y="87"/>
                </a:lnTo>
                <a:lnTo>
                  <a:pt x="403" y="96"/>
                </a:lnTo>
                <a:lnTo>
                  <a:pt x="411" y="104"/>
                </a:lnTo>
                <a:lnTo>
                  <a:pt x="420" y="113"/>
                </a:lnTo>
                <a:lnTo>
                  <a:pt x="429" y="117"/>
                </a:lnTo>
                <a:lnTo>
                  <a:pt x="440" y="119"/>
                </a:lnTo>
                <a:lnTo>
                  <a:pt x="448" y="126"/>
                </a:lnTo>
                <a:lnTo>
                  <a:pt x="457" y="132"/>
                </a:lnTo>
                <a:lnTo>
                  <a:pt x="466" y="139"/>
                </a:lnTo>
                <a:lnTo>
                  <a:pt x="472" y="145"/>
                </a:lnTo>
                <a:lnTo>
                  <a:pt x="481" y="156"/>
                </a:lnTo>
                <a:lnTo>
                  <a:pt x="487" y="162"/>
                </a:lnTo>
                <a:lnTo>
                  <a:pt x="494" y="173"/>
                </a:lnTo>
                <a:lnTo>
                  <a:pt x="500" y="179"/>
                </a:lnTo>
                <a:lnTo>
                  <a:pt x="507" y="190"/>
                </a:lnTo>
                <a:lnTo>
                  <a:pt x="515" y="207"/>
                </a:lnTo>
                <a:lnTo>
                  <a:pt x="518" y="220"/>
                </a:lnTo>
                <a:lnTo>
                  <a:pt x="520" y="230"/>
                </a:lnTo>
                <a:lnTo>
                  <a:pt x="518" y="241"/>
                </a:lnTo>
                <a:lnTo>
                  <a:pt x="515" y="249"/>
                </a:lnTo>
                <a:lnTo>
                  <a:pt x="513" y="260"/>
                </a:lnTo>
                <a:lnTo>
                  <a:pt x="509" y="269"/>
                </a:lnTo>
                <a:lnTo>
                  <a:pt x="505" y="277"/>
                </a:lnTo>
                <a:lnTo>
                  <a:pt x="500" y="286"/>
                </a:lnTo>
                <a:lnTo>
                  <a:pt x="496" y="29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3" name="Freeform 2083"/>
          <p:cNvSpPr>
            <a:spLocks/>
          </p:cNvSpPr>
          <p:nvPr/>
        </p:nvSpPr>
        <p:spPr bwMode="auto">
          <a:xfrm>
            <a:off x="5429250" y="2574925"/>
            <a:ext cx="149225" cy="22225"/>
          </a:xfrm>
          <a:custGeom>
            <a:avLst/>
            <a:gdLst/>
            <a:ahLst/>
            <a:cxnLst>
              <a:cxn ang="0">
                <a:pos x="121" y="9"/>
              </a:cxn>
              <a:cxn ang="0">
                <a:pos x="113" y="6"/>
              </a:cxn>
              <a:cxn ang="0">
                <a:pos x="102" y="2"/>
              </a:cxn>
              <a:cxn ang="0">
                <a:pos x="91" y="2"/>
              </a:cxn>
              <a:cxn ang="0">
                <a:pos x="78" y="0"/>
              </a:cxn>
              <a:cxn ang="0">
                <a:pos x="69" y="4"/>
              </a:cxn>
              <a:cxn ang="0">
                <a:pos x="59" y="6"/>
              </a:cxn>
              <a:cxn ang="0">
                <a:pos x="48" y="11"/>
              </a:cxn>
              <a:cxn ang="0">
                <a:pos x="39" y="17"/>
              </a:cxn>
              <a:cxn ang="0">
                <a:pos x="35" y="13"/>
              </a:cxn>
              <a:cxn ang="0">
                <a:pos x="30" y="9"/>
              </a:cxn>
              <a:cxn ang="0">
                <a:pos x="26" y="6"/>
              </a:cxn>
              <a:cxn ang="0">
                <a:pos x="22" y="4"/>
              </a:cxn>
              <a:cxn ang="0">
                <a:pos x="17" y="4"/>
              </a:cxn>
              <a:cxn ang="0">
                <a:pos x="11" y="2"/>
              </a:cxn>
              <a:cxn ang="0">
                <a:pos x="7" y="2"/>
              </a:cxn>
              <a:cxn ang="0">
                <a:pos x="0" y="2"/>
              </a:cxn>
            </a:cxnLst>
            <a:rect l="0" t="0" r="r" b="b"/>
            <a:pathLst>
              <a:path w="121" h="17">
                <a:moveTo>
                  <a:pt x="121" y="9"/>
                </a:moveTo>
                <a:lnTo>
                  <a:pt x="113" y="6"/>
                </a:lnTo>
                <a:lnTo>
                  <a:pt x="102" y="2"/>
                </a:lnTo>
                <a:lnTo>
                  <a:pt x="91" y="2"/>
                </a:lnTo>
                <a:lnTo>
                  <a:pt x="78" y="0"/>
                </a:lnTo>
                <a:lnTo>
                  <a:pt x="69" y="4"/>
                </a:lnTo>
                <a:lnTo>
                  <a:pt x="59" y="6"/>
                </a:lnTo>
                <a:lnTo>
                  <a:pt x="48" y="11"/>
                </a:lnTo>
                <a:lnTo>
                  <a:pt x="39" y="17"/>
                </a:lnTo>
                <a:lnTo>
                  <a:pt x="35" y="13"/>
                </a:lnTo>
                <a:lnTo>
                  <a:pt x="30" y="9"/>
                </a:lnTo>
                <a:lnTo>
                  <a:pt x="26" y="6"/>
                </a:lnTo>
                <a:lnTo>
                  <a:pt x="22" y="4"/>
                </a:lnTo>
                <a:lnTo>
                  <a:pt x="17" y="4"/>
                </a:lnTo>
                <a:lnTo>
                  <a:pt x="11" y="2"/>
                </a:lnTo>
                <a:lnTo>
                  <a:pt x="7" y="2"/>
                </a:lnTo>
                <a:lnTo>
                  <a:pt x="0" y="2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4" name="Freeform 2084"/>
          <p:cNvSpPr>
            <a:spLocks/>
          </p:cNvSpPr>
          <p:nvPr/>
        </p:nvSpPr>
        <p:spPr bwMode="auto">
          <a:xfrm>
            <a:off x="5189538" y="2476500"/>
            <a:ext cx="193675" cy="65088"/>
          </a:xfrm>
          <a:custGeom>
            <a:avLst/>
            <a:gdLst/>
            <a:ahLst/>
            <a:cxnLst>
              <a:cxn ang="0">
                <a:pos x="158" y="0"/>
              </a:cxn>
              <a:cxn ang="0">
                <a:pos x="150" y="0"/>
              </a:cxn>
              <a:cxn ang="0">
                <a:pos x="139" y="0"/>
              </a:cxn>
              <a:cxn ang="0">
                <a:pos x="132" y="0"/>
              </a:cxn>
              <a:cxn ang="0">
                <a:pos x="124" y="2"/>
              </a:cxn>
              <a:cxn ang="0">
                <a:pos x="117" y="4"/>
              </a:cxn>
              <a:cxn ang="0">
                <a:pos x="111" y="7"/>
              </a:cxn>
              <a:cxn ang="0">
                <a:pos x="106" y="11"/>
              </a:cxn>
              <a:cxn ang="0">
                <a:pos x="100" y="15"/>
              </a:cxn>
              <a:cxn ang="0">
                <a:pos x="95" y="17"/>
              </a:cxn>
              <a:cxn ang="0">
                <a:pos x="91" y="24"/>
              </a:cxn>
              <a:cxn ang="0">
                <a:pos x="87" y="28"/>
              </a:cxn>
              <a:cxn ang="0">
                <a:pos x="82" y="32"/>
              </a:cxn>
              <a:cxn ang="0">
                <a:pos x="80" y="36"/>
              </a:cxn>
              <a:cxn ang="0">
                <a:pos x="74" y="41"/>
              </a:cxn>
              <a:cxn ang="0">
                <a:pos x="72" y="47"/>
              </a:cxn>
              <a:cxn ang="0">
                <a:pos x="67" y="51"/>
              </a:cxn>
              <a:cxn ang="0">
                <a:pos x="63" y="47"/>
              </a:cxn>
              <a:cxn ang="0">
                <a:pos x="58" y="43"/>
              </a:cxn>
              <a:cxn ang="0">
                <a:pos x="54" y="39"/>
              </a:cxn>
              <a:cxn ang="0">
                <a:pos x="50" y="34"/>
              </a:cxn>
              <a:cxn ang="0">
                <a:pos x="45" y="32"/>
              </a:cxn>
              <a:cxn ang="0">
                <a:pos x="41" y="30"/>
              </a:cxn>
              <a:cxn ang="0">
                <a:pos x="37" y="28"/>
              </a:cxn>
              <a:cxn ang="0">
                <a:pos x="30" y="28"/>
              </a:cxn>
              <a:cxn ang="0">
                <a:pos x="26" y="28"/>
              </a:cxn>
              <a:cxn ang="0">
                <a:pos x="19" y="28"/>
              </a:cxn>
              <a:cxn ang="0">
                <a:pos x="13" y="30"/>
              </a:cxn>
              <a:cxn ang="0">
                <a:pos x="6" y="32"/>
              </a:cxn>
              <a:cxn ang="0">
                <a:pos x="0" y="39"/>
              </a:cxn>
            </a:cxnLst>
            <a:rect l="0" t="0" r="r" b="b"/>
            <a:pathLst>
              <a:path w="158" h="51">
                <a:moveTo>
                  <a:pt x="158" y="0"/>
                </a:moveTo>
                <a:lnTo>
                  <a:pt x="150" y="0"/>
                </a:lnTo>
                <a:lnTo>
                  <a:pt x="139" y="0"/>
                </a:lnTo>
                <a:lnTo>
                  <a:pt x="132" y="0"/>
                </a:lnTo>
                <a:lnTo>
                  <a:pt x="124" y="2"/>
                </a:lnTo>
                <a:lnTo>
                  <a:pt x="117" y="4"/>
                </a:lnTo>
                <a:lnTo>
                  <a:pt x="111" y="7"/>
                </a:lnTo>
                <a:lnTo>
                  <a:pt x="106" y="11"/>
                </a:lnTo>
                <a:lnTo>
                  <a:pt x="100" y="15"/>
                </a:lnTo>
                <a:lnTo>
                  <a:pt x="95" y="17"/>
                </a:lnTo>
                <a:lnTo>
                  <a:pt x="91" y="24"/>
                </a:lnTo>
                <a:lnTo>
                  <a:pt x="87" y="28"/>
                </a:lnTo>
                <a:lnTo>
                  <a:pt x="82" y="32"/>
                </a:lnTo>
                <a:lnTo>
                  <a:pt x="80" y="36"/>
                </a:lnTo>
                <a:lnTo>
                  <a:pt x="74" y="41"/>
                </a:lnTo>
                <a:lnTo>
                  <a:pt x="72" y="47"/>
                </a:lnTo>
                <a:lnTo>
                  <a:pt x="67" y="51"/>
                </a:lnTo>
                <a:lnTo>
                  <a:pt x="63" y="47"/>
                </a:lnTo>
                <a:lnTo>
                  <a:pt x="58" y="43"/>
                </a:lnTo>
                <a:lnTo>
                  <a:pt x="54" y="39"/>
                </a:lnTo>
                <a:lnTo>
                  <a:pt x="50" y="34"/>
                </a:lnTo>
                <a:lnTo>
                  <a:pt x="45" y="32"/>
                </a:lnTo>
                <a:lnTo>
                  <a:pt x="41" y="30"/>
                </a:lnTo>
                <a:lnTo>
                  <a:pt x="37" y="28"/>
                </a:lnTo>
                <a:lnTo>
                  <a:pt x="30" y="28"/>
                </a:lnTo>
                <a:lnTo>
                  <a:pt x="26" y="28"/>
                </a:lnTo>
                <a:lnTo>
                  <a:pt x="19" y="28"/>
                </a:lnTo>
                <a:lnTo>
                  <a:pt x="13" y="30"/>
                </a:lnTo>
                <a:lnTo>
                  <a:pt x="6" y="32"/>
                </a:lnTo>
                <a:lnTo>
                  <a:pt x="0" y="39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5" name="Freeform 2085"/>
          <p:cNvSpPr>
            <a:spLocks/>
          </p:cNvSpPr>
          <p:nvPr/>
        </p:nvSpPr>
        <p:spPr bwMode="auto">
          <a:xfrm>
            <a:off x="4827588" y="2239963"/>
            <a:ext cx="263525" cy="41275"/>
          </a:xfrm>
          <a:custGeom>
            <a:avLst/>
            <a:gdLst/>
            <a:ahLst/>
            <a:cxnLst>
              <a:cxn ang="0">
                <a:pos x="215" y="32"/>
              </a:cxn>
              <a:cxn ang="0">
                <a:pos x="187" y="30"/>
              </a:cxn>
              <a:cxn ang="0">
                <a:pos x="182" y="27"/>
              </a:cxn>
              <a:cxn ang="0">
                <a:pos x="174" y="25"/>
              </a:cxn>
              <a:cxn ang="0">
                <a:pos x="167" y="23"/>
              </a:cxn>
              <a:cxn ang="0">
                <a:pos x="158" y="21"/>
              </a:cxn>
              <a:cxn ang="0">
                <a:pos x="152" y="21"/>
              </a:cxn>
              <a:cxn ang="0">
                <a:pos x="145" y="19"/>
              </a:cxn>
              <a:cxn ang="0">
                <a:pos x="139" y="15"/>
              </a:cxn>
              <a:cxn ang="0">
                <a:pos x="132" y="13"/>
              </a:cxn>
              <a:cxn ang="0">
                <a:pos x="126" y="13"/>
              </a:cxn>
              <a:cxn ang="0">
                <a:pos x="119" y="10"/>
              </a:cxn>
              <a:cxn ang="0">
                <a:pos x="111" y="6"/>
              </a:cxn>
              <a:cxn ang="0">
                <a:pos x="104" y="6"/>
              </a:cxn>
              <a:cxn ang="0">
                <a:pos x="98" y="4"/>
              </a:cxn>
              <a:cxn ang="0">
                <a:pos x="91" y="2"/>
              </a:cxn>
              <a:cxn ang="0">
                <a:pos x="85" y="2"/>
              </a:cxn>
              <a:cxn ang="0">
                <a:pos x="76" y="0"/>
              </a:cxn>
              <a:cxn ang="0">
                <a:pos x="72" y="0"/>
              </a:cxn>
              <a:cxn ang="0">
                <a:pos x="65" y="0"/>
              </a:cxn>
              <a:cxn ang="0">
                <a:pos x="59" y="0"/>
              </a:cxn>
              <a:cxn ang="0">
                <a:pos x="50" y="0"/>
              </a:cxn>
              <a:cxn ang="0">
                <a:pos x="46" y="2"/>
              </a:cxn>
              <a:cxn ang="0">
                <a:pos x="39" y="4"/>
              </a:cxn>
              <a:cxn ang="0">
                <a:pos x="31" y="6"/>
              </a:cxn>
              <a:cxn ang="0">
                <a:pos x="24" y="10"/>
              </a:cxn>
              <a:cxn ang="0">
                <a:pos x="20" y="13"/>
              </a:cxn>
              <a:cxn ang="0">
                <a:pos x="0" y="27"/>
              </a:cxn>
              <a:cxn ang="0">
                <a:pos x="9" y="21"/>
              </a:cxn>
              <a:cxn ang="0">
                <a:pos x="18" y="17"/>
              </a:cxn>
              <a:cxn ang="0">
                <a:pos x="26" y="15"/>
              </a:cxn>
              <a:cxn ang="0">
                <a:pos x="33" y="13"/>
              </a:cxn>
              <a:cxn ang="0">
                <a:pos x="39" y="13"/>
              </a:cxn>
              <a:cxn ang="0">
                <a:pos x="46" y="10"/>
              </a:cxn>
              <a:cxn ang="0">
                <a:pos x="52" y="13"/>
              </a:cxn>
              <a:cxn ang="0">
                <a:pos x="61" y="13"/>
              </a:cxn>
              <a:cxn ang="0">
                <a:pos x="67" y="13"/>
              </a:cxn>
              <a:cxn ang="0">
                <a:pos x="76" y="13"/>
              </a:cxn>
              <a:cxn ang="0">
                <a:pos x="83" y="13"/>
              </a:cxn>
              <a:cxn ang="0">
                <a:pos x="91" y="15"/>
              </a:cxn>
              <a:cxn ang="0">
                <a:pos x="100" y="15"/>
              </a:cxn>
              <a:cxn ang="0">
                <a:pos x="106" y="15"/>
              </a:cxn>
              <a:cxn ang="0">
                <a:pos x="115" y="17"/>
              </a:cxn>
              <a:cxn ang="0">
                <a:pos x="122" y="19"/>
              </a:cxn>
              <a:cxn ang="0">
                <a:pos x="130" y="21"/>
              </a:cxn>
              <a:cxn ang="0">
                <a:pos x="139" y="21"/>
              </a:cxn>
              <a:cxn ang="0">
                <a:pos x="145" y="23"/>
              </a:cxn>
              <a:cxn ang="0">
                <a:pos x="152" y="25"/>
              </a:cxn>
              <a:cxn ang="0">
                <a:pos x="161" y="27"/>
              </a:cxn>
              <a:cxn ang="0">
                <a:pos x="167" y="27"/>
              </a:cxn>
              <a:cxn ang="0">
                <a:pos x="176" y="30"/>
              </a:cxn>
              <a:cxn ang="0">
                <a:pos x="182" y="30"/>
              </a:cxn>
              <a:cxn ang="0">
                <a:pos x="193" y="32"/>
              </a:cxn>
              <a:cxn ang="0">
                <a:pos x="215" y="32"/>
              </a:cxn>
            </a:cxnLst>
            <a:rect l="0" t="0" r="r" b="b"/>
            <a:pathLst>
              <a:path w="215" h="32">
                <a:moveTo>
                  <a:pt x="215" y="32"/>
                </a:moveTo>
                <a:lnTo>
                  <a:pt x="187" y="30"/>
                </a:lnTo>
                <a:lnTo>
                  <a:pt x="182" y="27"/>
                </a:lnTo>
                <a:lnTo>
                  <a:pt x="174" y="25"/>
                </a:lnTo>
                <a:lnTo>
                  <a:pt x="167" y="23"/>
                </a:lnTo>
                <a:lnTo>
                  <a:pt x="158" y="21"/>
                </a:lnTo>
                <a:lnTo>
                  <a:pt x="152" y="21"/>
                </a:lnTo>
                <a:lnTo>
                  <a:pt x="145" y="19"/>
                </a:lnTo>
                <a:lnTo>
                  <a:pt x="139" y="15"/>
                </a:lnTo>
                <a:lnTo>
                  <a:pt x="132" y="13"/>
                </a:lnTo>
                <a:lnTo>
                  <a:pt x="126" y="13"/>
                </a:lnTo>
                <a:lnTo>
                  <a:pt x="119" y="10"/>
                </a:lnTo>
                <a:lnTo>
                  <a:pt x="111" y="6"/>
                </a:lnTo>
                <a:lnTo>
                  <a:pt x="104" y="6"/>
                </a:lnTo>
                <a:lnTo>
                  <a:pt x="98" y="4"/>
                </a:lnTo>
                <a:lnTo>
                  <a:pt x="91" y="2"/>
                </a:lnTo>
                <a:lnTo>
                  <a:pt x="85" y="2"/>
                </a:lnTo>
                <a:lnTo>
                  <a:pt x="76" y="0"/>
                </a:lnTo>
                <a:lnTo>
                  <a:pt x="72" y="0"/>
                </a:lnTo>
                <a:lnTo>
                  <a:pt x="65" y="0"/>
                </a:lnTo>
                <a:lnTo>
                  <a:pt x="59" y="0"/>
                </a:lnTo>
                <a:lnTo>
                  <a:pt x="50" y="0"/>
                </a:lnTo>
                <a:lnTo>
                  <a:pt x="46" y="2"/>
                </a:lnTo>
                <a:lnTo>
                  <a:pt x="39" y="4"/>
                </a:lnTo>
                <a:lnTo>
                  <a:pt x="31" y="6"/>
                </a:lnTo>
                <a:lnTo>
                  <a:pt x="24" y="10"/>
                </a:lnTo>
                <a:lnTo>
                  <a:pt x="20" y="13"/>
                </a:lnTo>
                <a:lnTo>
                  <a:pt x="0" y="27"/>
                </a:lnTo>
                <a:lnTo>
                  <a:pt x="9" y="21"/>
                </a:lnTo>
                <a:lnTo>
                  <a:pt x="18" y="17"/>
                </a:lnTo>
                <a:lnTo>
                  <a:pt x="26" y="15"/>
                </a:lnTo>
                <a:lnTo>
                  <a:pt x="33" y="13"/>
                </a:lnTo>
                <a:lnTo>
                  <a:pt x="39" y="13"/>
                </a:lnTo>
                <a:lnTo>
                  <a:pt x="46" y="10"/>
                </a:lnTo>
                <a:lnTo>
                  <a:pt x="52" y="13"/>
                </a:lnTo>
                <a:lnTo>
                  <a:pt x="61" y="13"/>
                </a:lnTo>
                <a:lnTo>
                  <a:pt x="67" y="13"/>
                </a:lnTo>
                <a:lnTo>
                  <a:pt x="76" y="13"/>
                </a:lnTo>
                <a:lnTo>
                  <a:pt x="83" y="13"/>
                </a:lnTo>
                <a:lnTo>
                  <a:pt x="91" y="15"/>
                </a:lnTo>
                <a:lnTo>
                  <a:pt x="100" y="15"/>
                </a:lnTo>
                <a:lnTo>
                  <a:pt x="106" y="15"/>
                </a:lnTo>
                <a:lnTo>
                  <a:pt x="115" y="17"/>
                </a:lnTo>
                <a:lnTo>
                  <a:pt x="122" y="19"/>
                </a:lnTo>
                <a:lnTo>
                  <a:pt x="130" y="21"/>
                </a:lnTo>
                <a:lnTo>
                  <a:pt x="139" y="21"/>
                </a:lnTo>
                <a:lnTo>
                  <a:pt x="145" y="23"/>
                </a:lnTo>
                <a:lnTo>
                  <a:pt x="152" y="25"/>
                </a:lnTo>
                <a:lnTo>
                  <a:pt x="161" y="27"/>
                </a:lnTo>
                <a:lnTo>
                  <a:pt x="167" y="27"/>
                </a:lnTo>
                <a:lnTo>
                  <a:pt x="176" y="30"/>
                </a:lnTo>
                <a:lnTo>
                  <a:pt x="182" y="30"/>
                </a:lnTo>
                <a:lnTo>
                  <a:pt x="193" y="32"/>
                </a:lnTo>
                <a:lnTo>
                  <a:pt x="215" y="32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6" name="Freeform 2086"/>
          <p:cNvSpPr>
            <a:spLocks/>
          </p:cNvSpPr>
          <p:nvPr/>
        </p:nvSpPr>
        <p:spPr bwMode="auto">
          <a:xfrm>
            <a:off x="4843463" y="2330450"/>
            <a:ext cx="392112" cy="93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" y="2"/>
              </a:cxn>
              <a:cxn ang="0">
                <a:pos x="28" y="4"/>
              </a:cxn>
              <a:cxn ang="0">
                <a:pos x="41" y="4"/>
              </a:cxn>
              <a:cxn ang="0">
                <a:pos x="54" y="7"/>
              </a:cxn>
              <a:cxn ang="0">
                <a:pos x="67" y="7"/>
              </a:cxn>
              <a:cxn ang="0">
                <a:pos x="80" y="9"/>
              </a:cxn>
              <a:cxn ang="0">
                <a:pos x="91" y="15"/>
              </a:cxn>
              <a:cxn ang="0">
                <a:pos x="102" y="24"/>
              </a:cxn>
              <a:cxn ang="0">
                <a:pos x="117" y="17"/>
              </a:cxn>
              <a:cxn ang="0">
                <a:pos x="135" y="17"/>
              </a:cxn>
              <a:cxn ang="0">
                <a:pos x="152" y="17"/>
              </a:cxn>
              <a:cxn ang="0">
                <a:pos x="171" y="17"/>
              </a:cxn>
              <a:cxn ang="0">
                <a:pos x="191" y="21"/>
              </a:cxn>
              <a:cxn ang="0">
                <a:pos x="206" y="28"/>
              </a:cxn>
              <a:cxn ang="0">
                <a:pos x="219" y="36"/>
              </a:cxn>
              <a:cxn ang="0">
                <a:pos x="230" y="47"/>
              </a:cxn>
              <a:cxn ang="0">
                <a:pos x="241" y="47"/>
              </a:cxn>
              <a:cxn ang="0">
                <a:pos x="252" y="49"/>
              </a:cxn>
              <a:cxn ang="0">
                <a:pos x="265" y="49"/>
              </a:cxn>
              <a:cxn ang="0">
                <a:pos x="278" y="53"/>
              </a:cxn>
              <a:cxn ang="0">
                <a:pos x="288" y="56"/>
              </a:cxn>
              <a:cxn ang="0">
                <a:pos x="301" y="60"/>
              </a:cxn>
              <a:cxn ang="0">
                <a:pos x="310" y="66"/>
              </a:cxn>
              <a:cxn ang="0">
                <a:pos x="319" y="73"/>
              </a:cxn>
            </a:cxnLst>
            <a:rect l="0" t="0" r="r" b="b"/>
            <a:pathLst>
              <a:path w="319" h="73">
                <a:moveTo>
                  <a:pt x="0" y="0"/>
                </a:moveTo>
                <a:lnTo>
                  <a:pt x="13" y="2"/>
                </a:lnTo>
                <a:lnTo>
                  <a:pt x="28" y="4"/>
                </a:lnTo>
                <a:lnTo>
                  <a:pt x="41" y="4"/>
                </a:lnTo>
                <a:lnTo>
                  <a:pt x="54" y="7"/>
                </a:lnTo>
                <a:lnTo>
                  <a:pt x="67" y="7"/>
                </a:lnTo>
                <a:lnTo>
                  <a:pt x="80" y="9"/>
                </a:lnTo>
                <a:lnTo>
                  <a:pt x="91" y="15"/>
                </a:lnTo>
                <a:lnTo>
                  <a:pt x="102" y="24"/>
                </a:lnTo>
                <a:lnTo>
                  <a:pt x="117" y="17"/>
                </a:lnTo>
                <a:lnTo>
                  <a:pt x="135" y="17"/>
                </a:lnTo>
                <a:lnTo>
                  <a:pt x="152" y="17"/>
                </a:lnTo>
                <a:lnTo>
                  <a:pt x="171" y="17"/>
                </a:lnTo>
                <a:lnTo>
                  <a:pt x="191" y="21"/>
                </a:lnTo>
                <a:lnTo>
                  <a:pt x="206" y="28"/>
                </a:lnTo>
                <a:lnTo>
                  <a:pt x="219" y="36"/>
                </a:lnTo>
                <a:lnTo>
                  <a:pt x="230" y="47"/>
                </a:lnTo>
                <a:lnTo>
                  <a:pt x="241" y="47"/>
                </a:lnTo>
                <a:lnTo>
                  <a:pt x="252" y="49"/>
                </a:lnTo>
                <a:lnTo>
                  <a:pt x="265" y="49"/>
                </a:lnTo>
                <a:lnTo>
                  <a:pt x="278" y="53"/>
                </a:lnTo>
                <a:lnTo>
                  <a:pt x="288" y="56"/>
                </a:lnTo>
                <a:lnTo>
                  <a:pt x="301" y="60"/>
                </a:lnTo>
                <a:lnTo>
                  <a:pt x="310" y="66"/>
                </a:lnTo>
                <a:lnTo>
                  <a:pt x="319" y="73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7" name="Freeform 2087"/>
          <p:cNvSpPr>
            <a:spLocks/>
          </p:cNvSpPr>
          <p:nvPr/>
        </p:nvSpPr>
        <p:spPr bwMode="auto">
          <a:xfrm>
            <a:off x="3725863" y="3575050"/>
            <a:ext cx="125412" cy="74613"/>
          </a:xfrm>
          <a:custGeom>
            <a:avLst/>
            <a:gdLst/>
            <a:ahLst/>
            <a:cxnLst>
              <a:cxn ang="0">
                <a:pos x="102" y="59"/>
              </a:cxn>
              <a:cxn ang="0">
                <a:pos x="80" y="49"/>
              </a:cxn>
              <a:cxn ang="0">
                <a:pos x="59" y="36"/>
              </a:cxn>
              <a:cxn ang="0">
                <a:pos x="39" y="25"/>
              </a:cxn>
              <a:cxn ang="0">
                <a:pos x="20" y="12"/>
              </a:cxn>
              <a:cxn ang="0">
                <a:pos x="0" y="0"/>
              </a:cxn>
            </a:cxnLst>
            <a:rect l="0" t="0" r="r" b="b"/>
            <a:pathLst>
              <a:path w="102" h="59">
                <a:moveTo>
                  <a:pt x="102" y="59"/>
                </a:moveTo>
                <a:lnTo>
                  <a:pt x="80" y="49"/>
                </a:lnTo>
                <a:lnTo>
                  <a:pt x="59" y="36"/>
                </a:lnTo>
                <a:lnTo>
                  <a:pt x="39" y="25"/>
                </a:lnTo>
                <a:lnTo>
                  <a:pt x="20" y="12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8" name="Freeform 2088"/>
          <p:cNvSpPr>
            <a:spLocks/>
          </p:cNvSpPr>
          <p:nvPr/>
        </p:nvSpPr>
        <p:spPr bwMode="auto">
          <a:xfrm>
            <a:off x="3648075" y="2517775"/>
            <a:ext cx="322263" cy="1066800"/>
          </a:xfrm>
          <a:custGeom>
            <a:avLst/>
            <a:gdLst/>
            <a:ahLst/>
            <a:cxnLst>
              <a:cxn ang="0">
                <a:pos x="171" y="822"/>
              </a:cxn>
              <a:cxn ang="0">
                <a:pos x="150" y="802"/>
              </a:cxn>
              <a:cxn ang="0">
                <a:pos x="128" y="781"/>
              </a:cxn>
              <a:cxn ang="0">
                <a:pos x="111" y="758"/>
              </a:cxn>
              <a:cxn ang="0">
                <a:pos x="100" y="736"/>
              </a:cxn>
              <a:cxn ang="0">
                <a:pos x="93" y="717"/>
              </a:cxn>
              <a:cxn ang="0">
                <a:pos x="91" y="696"/>
              </a:cxn>
              <a:cxn ang="0">
                <a:pos x="96" y="672"/>
              </a:cxn>
              <a:cxn ang="0">
                <a:pos x="80" y="649"/>
              </a:cxn>
              <a:cxn ang="0">
                <a:pos x="52" y="617"/>
              </a:cxn>
              <a:cxn ang="0">
                <a:pos x="39" y="585"/>
              </a:cxn>
              <a:cxn ang="0">
                <a:pos x="48" y="555"/>
              </a:cxn>
              <a:cxn ang="0">
                <a:pos x="48" y="538"/>
              </a:cxn>
              <a:cxn ang="0">
                <a:pos x="24" y="510"/>
              </a:cxn>
              <a:cxn ang="0">
                <a:pos x="11" y="472"/>
              </a:cxn>
              <a:cxn ang="0">
                <a:pos x="5" y="431"/>
              </a:cxn>
              <a:cxn ang="0">
                <a:pos x="0" y="403"/>
              </a:cxn>
              <a:cxn ang="0">
                <a:pos x="7" y="376"/>
              </a:cxn>
              <a:cxn ang="0">
                <a:pos x="18" y="350"/>
              </a:cxn>
              <a:cxn ang="0">
                <a:pos x="35" y="331"/>
              </a:cxn>
              <a:cxn ang="0">
                <a:pos x="39" y="316"/>
              </a:cxn>
              <a:cxn ang="0">
                <a:pos x="44" y="290"/>
              </a:cxn>
              <a:cxn ang="0">
                <a:pos x="63" y="265"/>
              </a:cxn>
              <a:cxn ang="0">
                <a:pos x="80" y="237"/>
              </a:cxn>
              <a:cxn ang="0">
                <a:pos x="85" y="211"/>
              </a:cxn>
              <a:cxn ang="0">
                <a:pos x="96" y="173"/>
              </a:cxn>
              <a:cxn ang="0">
                <a:pos x="119" y="132"/>
              </a:cxn>
              <a:cxn ang="0">
                <a:pos x="154" y="100"/>
              </a:cxn>
              <a:cxn ang="0">
                <a:pos x="176" y="81"/>
              </a:cxn>
              <a:cxn ang="0">
                <a:pos x="189" y="51"/>
              </a:cxn>
              <a:cxn ang="0">
                <a:pos x="215" y="24"/>
              </a:cxn>
              <a:cxn ang="0">
                <a:pos x="247" y="4"/>
              </a:cxn>
            </a:cxnLst>
            <a:rect l="0" t="0" r="r" b="b"/>
            <a:pathLst>
              <a:path w="262" h="830">
                <a:moveTo>
                  <a:pt x="180" y="830"/>
                </a:moveTo>
                <a:lnTo>
                  <a:pt x="171" y="822"/>
                </a:lnTo>
                <a:lnTo>
                  <a:pt x="158" y="811"/>
                </a:lnTo>
                <a:lnTo>
                  <a:pt x="150" y="802"/>
                </a:lnTo>
                <a:lnTo>
                  <a:pt x="137" y="792"/>
                </a:lnTo>
                <a:lnTo>
                  <a:pt x="128" y="781"/>
                </a:lnTo>
                <a:lnTo>
                  <a:pt x="119" y="770"/>
                </a:lnTo>
                <a:lnTo>
                  <a:pt x="111" y="758"/>
                </a:lnTo>
                <a:lnTo>
                  <a:pt x="104" y="745"/>
                </a:lnTo>
                <a:lnTo>
                  <a:pt x="100" y="736"/>
                </a:lnTo>
                <a:lnTo>
                  <a:pt x="96" y="728"/>
                </a:lnTo>
                <a:lnTo>
                  <a:pt x="93" y="717"/>
                </a:lnTo>
                <a:lnTo>
                  <a:pt x="91" y="704"/>
                </a:lnTo>
                <a:lnTo>
                  <a:pt x="91" y="696"/>
                </a:lnTo>
                <a:lnTo>
                  <a:pt x="93" y="683"/>
                </a:lnTo>
                <a:lnTo>
                  <a:pt x="96" y="672"/>
                </a:lnTo>
                <a:lnTo>
                  <a:pt x="100" y="662"/>
                </a:lnTo>
                <a:lnTo>
                  <a:pt x="80" y="649"/>
                </a:lnTo>
                <a:lnTo>
                  <a:pt x="65" y="634"/>
                </a:lnTo>
                <a:lnTo>
                  <a:pt x="52" y="617"/>
                </a:lnTo>
                <a:lnTo>
                  <a:pt x="44" y="600"/>
                </a:lnTo>
                <a:lnTo>
                  <a:pt x="39" y="585"/>
                </a:lnTo>
                <a:lnTo>
                  <a:pt x="41" y="568"/>
                </a:lnTo>
                <a:lnTo>
                  <a:pt x="48" y="555"/>
                </a:lnTo>
                <a:lnTo>
                  <a:pt x="63" y="544"/>
                </a:lnTo>
                <a:lnTo>
                  <a:pt x="48" y="538"/>
                </a:lnTo>
                <a:lnTo>
                  <a:pt x="35" y="525"/>
                </a:lnTo>
                <a:lnTo>
                  <a:pt x="24" y="510"/>
                </a:lnTo>
                <a:lnTo>
                  <a:pt x="18" y="491"/>
                </a:lnTo>
                <a:lnTo>
                  <a:pt x="11" y="472"/>
                </a:lnTo>
                <a:lnTo>
                  <a:pt x="7" y="450"/>
                </a:lnTo>
                <a:lnTo>
                  <a:pt x="5" y="431"/>
                </a:lnTo>
                <a:lnTo>
                  <a:pt x="0" y="414"/>
                </a:lnTo>
                <a:lnTo>
                  <a:pt x="0" y="403"/>
                </a:lnTo>
                <a:lnTo>
                  <a:pt x="2" y="388"/>
                </a:lnTo>
                <a:lnTo>
                  <a:pt x="7" y="376"/>
                </a:lnTo>
                <a:lnTo>
                  <a:pt x="11" y="361"/>
                </a:lnTo>
                <a:lnTo>
                  <a:pt x="18" y="350"/>
                </a:lnTo>
                <a:lnTo>
                  <a:pt x="26" y="337"/>
                </a:lnTo>
                <a:lnTo>
                  <a:pt x="35" y="331"/>
                </a:lnTo>
                <a:lnTo>
                  <a:pt x="48" y="329"/>
                </a:lnTo>
                <a:lnTo>
                  <a:pt x="39" y="316"/>
                </a:lnTo>
                <a:lnTo>
                  <a:pt x="39" y="303"/>
                </a:lnTo>
                <a:lnTo>
                  <a:pt x="44" y="290"/>
                </a:lnTo>
                <a:lnTo>
                  <a:pt x="52" y="278"/>
                </a:lnTo>
                <a:lnTo>
                  <a:pt x="63" y="265"/>
                </a:lnTo>
                <a:lnTo>
                  <a:pt x="72" y="252"/>
                </a:lnTo>
                <a:lnTo>
                  <a:pt x="80" y="237"/>
                </a:lnTo>
                <a:lnTo>
                  <a:pt x="83" y="222"/>
                </a:lnTo>
                <a:lnTo>
                  <a:pt x="85" y="211"/>
                </a:lnTo>
                <a:lnTo>
                  <a:pt x="87" y="192"/>
                </a:lnTo>
                <a:lnTo>
                  <a:pt x="96" y="173"/>
                </a:lnTo>
                <a:lnTo>
                  <a:pt x="104" y="152"/>
                </a:lnTo>
                <a:lnTo>
                  <a:pt x="119" y="132"/>
                </a:lnTo>
                <a:lnTo>
                  <a:pt x="135" y="115"/>
                </a:lnTo>
                <a:lnTo>
                  <a:pt x="154" y="100"/>
                </a:lnTo>
                <a:lnTo>
                  <a:pt x="178" y="94"/>
                </a:lnTo>
                <a:lnTo>
                  <a:pt x="176" y="81"/>
                </a:lnTo>
                <a:lnTo>
                  <a:pt x="180" y="66"/>
                </a:lnTo>
                <a:lnTo>
                  <a:pt x="189" y="51"/>
                </a:lnTo>
                <a:lnTo>
                  <a:pt x="202" y="34"/>
                </a:lnTo>
                <a:lnTo>
                  <a:pt x="215" y="24"/>
                </a:lnTo>
                <a:lnTo>
                  <a:pt x="232" y="11"/>
                </a:lnTo>
                <a:lnTo>
                  <a:pt x="247" y="4"/>
                </a:lnTo>
                <a:lnTo>
                  <a:pt x="262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09" name="Freeform 2089"/>
          <p:cNvSpPr>
            <a:spLocks/>
          </p:cNvSpPr>
          <p:nvPr/>
        </p:nvSpPr>
        <p:spPr bwMode="auto">
          <a:xfrm>
            <a:off x="3606800" y="3276600"/>
            <a:ext cx="119063" cy="2524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" y="28"/>
              </a:cxn>
              <a:cxn ang="0">
                <a:pos x="17" y="51"/>
              </a:cxn>
              <a:cxn ang="0">
                <a:pos x="19" y="60"/>
              </a:cxn>
              <a:cxn ang="0">
                <a:pos x="23" y="68"/>
              </a:cxn>
              <a:cxn ang="0">
                <a:pos x="28" y="75"/>
              </a:cxn>
              <a:cxn ang="0">
                <a:pos x="34" y="81"/>
              </a:cxn>
              <a:cxn ang="0">
                <a:pos x="43" y="90"/>
              </a:cxn>
              <a:cxn ang="0">
                <a:pos x="49" y="94"/>
              </a:cxn>
              <a:cxn ang="0">
                <a:pos x="56" y="98"/>
              </a:cxn>
              <a:cxn ang="0">
                <a:pos x="65" y="100"/>
              </a:cxn>
              <a:cxn ang="0">
                <a:pos x="73" y="100"/>
              </a:cxn>
              <a:cxn ang="0">
                <a:pos x="84" y="103"/>
              </a:cxn>
              <a:cxn ang="0">
                <a:pos x="97" y="103"/>
              </a:cxn>
              <a:cxn ang="0">
                <a:pos x="91" y="105"/>
              </a:cxn>
              <a:cxn ang="0">
                <a:pos x="84" y="109"/>
              </a:cxn>
              <a:cxn ang="0">
                <a:pos x="73" y="113"/>
              </a:cxn>
              <a:cxn ang="0">
                <a:pos x="65" y="120"/>
              </a:cxn>
              <a:cxn ang="0">
                <a:pos x="58" y="126"/>
              </a:cxn>
              <a:cxn ang="0">
                <a:pos x="54" y="137"/>
              </a:cxn>
              <a:cxn ang="0">
                <a:pos x="56" y="149"/>
              </a:cxn>
              <a:cxn ang="0">
                <a:pos x="60" y="158"/>
              </a:cxn>
              <a:cxn ang="0">
                <a:pos x="65" y="169"/>
              </a:cxn>
              <a:cxn ang="0">
                <a:pos x="71" y="181"/>
              </a:cxn>
              <a:cxn ang="0">
                <a:pos x="82" y="196"/>
              </a:cxn>
              <a:cxn ang="0">
                <a:pos x="69" y="181"/>
              </a:cxn>
              <a:cxn ang="0">
                <a:pos x="56" y="169"/>
              </a:cxn>
              <a:cxn ang="0">
                <a:pos x="47" y="154"/>
              </a:cxn>
              <a:cxn ang="0">
                <a:pos x="43" y="143"/>
              </a:cxn>
              <a:cxn ang="0">
                <a:pos x="41" y="132"/>
              </a:cxn>
              <a:cxn ang="0">
                <a:pos x="43" y="124"/>
              </a:cxn>
              <a:cxn ang="0">
                <a:pos x="47" y="117"/>
              </a:cxn>
              <a:cxn ang="0">
                <a:pos x="56" y="111"/>
              </a:cxn>
              <a:cxn ang="0">
                <a:pos x="47" y="105"/>
              </a:cxn>
              <a:cxn ang="0">
                <a:pos x="41" y="103"/>
              </a:cxn>
              <a:cxn ang="0">
                <a:pos x="34" y="100"/>
              </a:cxn>
              <a:cxn ang="0">
                <a:pos x="28" y="96"/>
              </a:cxn>
              <a:cxn ang="0">
                <a:pos x="21" y="92"/>
              </a:cxn>
              <a:cxn ang="0">
                <a:pos x="17" y="85"/>
              </a:cxn>
              <a:cxn ang="0">
                <a:pos x="10" y="75"/>
              </a:cxn>
              <a:cxn ang="0">
                <a:pos x="8" y="60"/>
              </a:cxn>
              <a:cxn ang="0">
                <a:pos x="8" y="53"/>
              </a:cxn>
              <a:cxn ang="0">
                <a:pos x="6" y="45"/>
              </a:cxn>
              <a:cxn ang="0">
                <a:pos x="6" y="36"/>
              </a:cxn>
              <a:cxn ang="0">
                <a:pos x="6" y="28"/>
              </a:cxn>
              <a:cxn ang="0">
                <a:pos x="4" y="19"/>
              </a:cxn>
              <a:cxn ang="0">
                <a:pos x="2" y="11"/>
              </a:cxn>
              <a:cxn ang="0">
                <a:pos x="2" y="7"/>
              </a:cxn>
              <a:cxn ang="0">
                <a:pos x="0" y="0"/>
              </a:cxn>
            </a:cxnLst>
            <a:rect l="0" t="0" r="r" b="b"/>
            <a:pathLst>
              <a:path w="97" h="196">
                <a:moveTo>
                  <a:pt x="0" y="0"/>
                </a:moveTo>
                <a:lnTo>
                  <a:pt x="8" y="28"/>
                </a:lnTo>
                <a:lnTo>
                  <a:pt x="17" y="51"/>
                </a:lnTo>
                <a:lnTo>
                  <a:pt x="19" y="60"/>
                </a:lnTo>
                <a:lnTo>
                  <a:pt x="23" y="68"/>
                </a:lnTo>
                <a:lnTo>
                  <a:pt x="28" y="75"/>
                </a:lnTo>
                <a:lnTo>
                  <a:pt x="34" y="81"/>
                </a:lnTo>
                <a:lnTo>
                  <a:pt x="43" y="90"/>
                </a:lnTo>
                <a:lnTo>
                  <a:pt x="49" y="94"/>
                </a:lnTo>
                <a:lnTo>
                  <a:pt x="56" y="98"/>
                </a:lnTo>
                <a:lnTo>
                  <a:pt x="65" y="100"/>
                </a:lnTo>
                <a:lnTo>
                  <a:pt x="73" y="100"/>
                </a:lnTo>
                <a:lnTo>
                  <a:pt x="84" y="103"/>
                </a:lnTo>
                <a:lnTo>
                  <a:pt x="97" y="103"/>
                </a:lnTo>
                <a:lnTo>
                  <a:pt x="91" y="105"/>
                </a:lnTo>
                <a:lnTo>
                  <a:pt x="84" y="109"/>
                </a:lnTo>
                <a:lnTo>
                  <a:pt x="73" y="113"/>
                </a:lnTo>
                <a:lnTo>
                  <a:pt x="65" y="120"/>
                </a:lnTo>
                <a:lnTo>
                  <a:pt x="58" y="126"/>
                </a:lnTo>
                <a:lnTo>
                  <a:pt x="54" y="137"/>
                </a:lnTo>
                <a:lnTo>
                  <a:pt x="56" y="149"/>
                </a:lnTo>
                <a:lnTo>
                  <a:pt x="60" y="158"/>
                </a:lnTo>
                <a:lnTo>
                  <a:pt x="65" y="169"/>
                </a:lnTo>
                <a:lnTo>
                  <a:pt x="71" y="181"/>
                </a:lnTo>
                <a:lnTo>
                  <a:pt x="82" y="196"/>
                </a:lnTo>
                <a:lnTo>
                  <a:pt x="69" y="181"/>
                </a:lnTo>
                <a:lnTo>
                  <a:pt x="56" y="169"/>
                </a:lnTo>
                <a:lnTo>
                  <a:pt x="47" y="154"/>
                </a:lnTo>
                <a:lnTo>
                  <a:pt x="43" y="143"/>
                </a:lnTo>
                <a:lnTo>
                  <a:pt x="41" y="132"/>
                </a:lnTo>
                <a:lnTo>
                  <a:pt x="43" y="124"/>
                </a:lnTo>
                <a:lnTo>
                  <a:pt x="47" y="117"/>
                </a:lnTo>
                <a:lnTo>
                  <a:pt x="56" y="111"/>
                </a:lnTo>
                <a:lnTo>
                  <a:pt x="47" y="105"/>
                </a:lnTo>
                <a:lnTo>
                  <a:pt x="41" y="103"/>
                </a:lnTo>
                <a:lnTo>
                  <a:pt x="34" y="100"/>
                </a:lnTo>
                <a:lnTo>
                  <a:pt x="28" y="96"/>
                </a:lnTo>
                <a:lnTo>
                  <a:pt x="21" y="92"/>
                </a:lnTo>
                <a:lnTo>
                  <a:pt x="17" y="85"/>
                </a:lnTo>
                <a:lnTo>
                  <a:pt x="10" y="75"/>
                </a:lnTo>
                <a:lnTo>
                  <a:pt x="8" y="60"/>
                </a:lnTo>
                <a:lnTo>
                  <a:pt x="8" y="53"/>
                </a:lnTo>
                <a:lnTo>
                  <a:pt x="6" y="45"/>
                </a:lnTo>
                <a:lnTo>
                  <a:pt x="6" y="36"/>
                </a:lnTo>
                <a:lnTo>
                  <a:pt x="6" y="28"/>
                </a:lnTo>
                <a:lnTo>
                  <a:pt x="4" y="19"/>
                </a:lnTo>
                <a:lnTo>
                  <a:pt x="2" y="11"/>
                </a:lnTo>
                <a:lnTo>
                  <a:pt x="2" y="7"/>
                </a:lnTo>
                <a:lnTo>
                  <a:pt x="0" y="0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0" name="Freeform 2090"/>
          <p:cNvSpPr>
            <a:spLocks/>
          </p:cNvSpPr>
          <p:nvPr/>
        </p:nvSpPr>
        <p:spPr bwMode="auto">
          <a:xfrm>
            <a:off x="3590925" y="3071813"/>
            <a:ext cx="73025" cy="873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" y="4"/>
              </a:cxn>
              <a:cxn ang="0">
                <a:pos x="4" y="11"/>
              </a:cxn>
              <a:cxn ang="0">
                <a:pos x="4" y="15"/>
              </a:cxn>
              <a:cxn ang="0">
                <a:pos x="8" y="21"/>
              </a:cxn>
              <a:cxn ang="0">
                <a:pos x="10" y="28"/>
              </a:cxn>
              <a:cxn ang="0">
                <a:pos x="13" y="34"/>
              </a:cxn>
              <a:cxn ang="0">
                <a:pos x="15" y="39"/>
              </a:cxn>
              <a:cxn ang="0">
                <a:pos x="19" y="45"/>
              </a:cxn>
              <a:cxn ang="0">
                <a:pos x="23" y="49"/>
              </a:cxn>
              <a:cxn ang="0">
                <a:pos x="28" y="51"/>
              </a:cxn>
              <a:cxn ang="0">
                <a:pos x="32" y="56"/>
              </a:cxn>
              <a:cxn ang="0">
                <a:pos x="36" y="58"/>
              </a:cxn>
              <a:cxn ang="0">
                <a:pos x="41" y="60"/>
              </a:cxn>
              <a:cxn ang="0">
                <a:pos x="47" y="60"/>
              </a:cxn>
              <a:cxn ang="0">
                <a:pos x="52" y="60"/>
              </a:cxn>
              <a:cxn ang="0">
                <a:pos x="60" y="60"/>
              </a:cxn>
              <a:cxn ang="0">
                <a:pos x="52" y="64"/>
              </a:cxn>
              <a:cxn ang="0">
                <a:pos x="45" y="68"/>
              </a:cxn>
              <a:cxn ang="0">
                <a:pos x="39" y="68"/>
              </a:cxn>
              <a:cxn ang="0">
                <a:pos x="32" y="68"/>
              </a:cxn>
              <a:cxn ang="0">
                <a:pos x="28" y="66"/>
              </a:cxn>
              <a:cxn ang="0">
                <a:pos x="23" y="64"/>
              </a:cxn>
              <a:cxn ang="0">
                <a:pos x="19" y="60"/>
              </a:cxn>
              <a:cxn ang="0">
                <a:pos x="15" y="53"/>
              </a:cxn>
              <a:cxn ang="0">
                <a:pos x="10" y="49"/>
              </a:cxn>
              <a:cxn ang="0">
                <a:pos x="8" y="41"/>
              </a:cxn>
              <a:cxn ang="0">
                <a:pos x="6" y="34"/>
              </a:cxn>
              <a:cxn ang="0">
                <a:pos x="4" y="28"/>
              </a:cxn>
              <a:cxn ang="0">
                <a:pos x="2" y="19"/>
              </a:cxn>
              <a:cxn ang="0">
                <a:pos x="2" y="13"/>
              </a:cxn>
              <a:cxn ang="0">
                <a:pos x="0" y="7"/>
              </a:cxn>
              <a:cxn ang="0">
                <a:pos x="0" y="0"/>
              </a:cxn>
            </a:cxnLst>
            <a:rect l="0" t="0" r="r" b="b"/>
            <a:pathLst>
              <a:path w="60" h="68">
                <a:moveTo>
                  <a:pt x="0" y="0"/>
                </a:moveTo>
                <a:lnTo>
                  <a:pt x="2" y="4"/>
                </a:lnTo>
                <a:lnTo>
                  <a:pt x="4" y="11"/>
                </a:lnTo>
                <a:lnTo>
                  <a:pt x="4" y="15"/>
                </a:lnTo>
                <a:lnTo>
                  <a:pt x="8" y="21"/>
                </a:lnTo>
                <a:lnTo>
                  <a:pt x="10" y="28"/>
                </a:lnTo>
                <a:lnTo>
                  <a:pt x="13" y="34"/>
                </a:lnTo>
                <a:lnTo>
                  <a:pt x="15" y="39"/>
                </a:lnTo>
                <a:lnTo>
                  <a:pt x="19" y="45"/>
                </a:lnTo>
                <a:lnTo>
                  <a:pt x="23" y="49"/>
                </a:lnTo>
                <a:lnTo>
                  <a:pt x="28" y="51"/>
                </a:lnTo>
                <a:lnTo>
                  <a:pt x="32" y="56"/>
                </a:lnTo>
                <a:lnTo>
                  <a:pt x="36" y="58"/>
                </a:lnTo>
                <a:lnTo>
                  <a:pt x="41" y="60"/>
                </a:lnTo>
                <a:lnTo>
                  <a:pt x="47" y="60"/>
                </a:lnTo>
                <a:lnTo>
                  <a:pt x="52" y="60"/>
                </a:lnTo>
                <a:lnTo>
                  <a:pt x="60" y="60"/>
                </a:lnTo>
                <a:lnTo>
                  <a:pt x="52" y="64"/>
                </a:lnTo>
                <a:lnTo>
                  <a:pt x="45" y="68"/>
                </a:lnTo>
                <a:lnTo>
                  <a:pt x="39" y="68"/>
                </a:lnTo>
                <a:lnTo>
                  <a:pt x="32" y="68"/>
                </a:lnTo>
                <a:lnTo>
                  <a:pt x="28" y="66"/>
                </a:lnTo>
                <a:lnTo>
                  <a:pt x="23" y="64"/>
                </a:lnTo>
                <a:lnTo>
                  <a:pt x="19" y="60"/>
                </a:lnTo>
                <a:lnTo>
                  <a:pt x="15" y="53"/>
                </a:lnTo>
                <a:lnTo>
                  <a:pt x="10" y="49"/>
                </a:lnTo>
                <a:lnTo>
                  <a:pt x="8" y="41"/>
                </a:lnTo>
                <a:lnTo>
                  <a:pt x="6" y="34"/>
                </a:lnTo>
                <a:lnTo>
                  <a:pt x="4" y="28"/>
                </a:lnTo>
                <a:lnTo>
                  <a:pt x="2" y="19"/>
                </a:lnTo>
                <a:lnTo>
                  <a:pt x="2" y="13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1" name="Freeform 2091"/>
          <p:cNvSpPr>
            <a:spLocks/>
          </p:cNvSpPr>
          <p:nvPr/>
        </p:nvSpPr>
        <p:spPr bwMode="auto">
          <a:xfrm>
            <a:off x="3702050" y="2789238"/>
            <a:ext cx="25400" cy="34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5"/>
              </a:cxn>
              <a:cxn ang="0">
                <a:pos x="6" y="22"/>
              </a:cxn>
              <a:cxn ang="0">
                <a:pos x="15" y="24"/>
              </a:cxn>
              <a:cxn ang="0">
                <a:pos x="21" y="28"/>
              </a:cxn>
            </a:cxnLst>
            <a:rect l="0" t="0" r="r" b="b"/>
            <a:pathLst>
              <a:path w="21" h="28">
                <a:moveTo>
                  <a:pt x="0" y="0"/>
                </a:moveTo>
                <a:lnTo>
                  <a:pt x="0" y="15"/>
                </a:lnTo>
                <a:lnTo>
                  <a:pt x="6" y="22"/>
                </a:lnTo>
                <a:lnTo>
                  <a:pt x="15" y="24"/>
                </a:lnTo>
                <a:lnTo>
                  <a:pt x="21" y="28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2" name="Freeform 2092"/>
          <p:cNvSpPr>
            <a:spLocks/>
          </p:cNvSpPr>
          <p:nvPr/>
        </p:nvSpPr>
        <p:spPr bwMode="auto">
          <a:xfrm>
            <a:off x="3868738" y="2633663"/>
            <a:ext cx="336550" cy="292100"/>
          </a:xfrm>
          <a:custGeom>
            <a:avLst/>
            <a:gdLst/>
            <a:ahLst/>
            <a:cxnLst>
              <a:cxn ang="0">
                <a:pos x="4" y="4"/>
              </a:cxn>
              <a:cxn ang="0">
                <a:pos x="20" y="4"/>
              </a:cxn>
              <a:cxn ang="0">
                <a:pos x="33" y="4"/>
              </a:cxn>
              <a:cxn ang="0">
                <a:pos x="46" y="10"/>
              </a:cxn>
              <a:cxn ang="0">
                <a:pos x="56" y="28"/>
              </a:cxn>
              <a:cxn ang="0">
                <a:pos x="72" y="55"/>
              </a:cxn>
              <a:cxn ang="0">
                <a:pos x="89" y="89"/>
              </a:cxn>
              <a:cxn ang="0">
                <a:pos x="113" y="117"/>
              </a:cxn>
              <a:cxn ang="0">
                <a:pos x="147" y="134"/>
              </a:cxn>
              <a:cxn ang="0">
                <a:pos x="173" y="145"/>
              </a:cxn>
              <a:cxn ang="0">
                <a:pos x="184" y="162"/>
              </a:cxn>
              <a:cxn ang="0">
                <a:pos x="189" y="181"/>
              </a:cxn>
              <a:cxn ang="0">
                <a:pos x="186" y="200"/>
              </a:cxn>
              <a:cxn ang="0">
                <a:pos x="195" y="209"/>
              </a:cxn>
              <a:cxn ang="0">
                <a:pos x="215" y="202"/>
              </a:cxn>
              <a:cxn ang="0">
                <a:pos x="236" y="202"/>
              </a:cxn>
              <a:cxn ang="0">
                <a:pos x="262" y="215"/>
              </a:cxn>
              <a:cxn ang="0">
                <a:pos x="264" y="213"/>
              </a:cxn>
              <a:cxn ang="0">
                <a:pos x="247" y="200"/>
              </a:cxn>
              <a:cxn ang="0">
                <a:pos x="225" y="198"/>
              </a:cxn>
              <a:cxn ang="0">
                <a:pos x="206" y="198"/>
              </a:cxn>
              <a:cxn ang="0">
                <a:pos x="195" y="188"/>
              </a:cxn>
              <a:cxn ang="0">
                <a:pos x="186" y="156"/>
              </a:cxn>
              <a:cxn ang="0">
                <a:pos x="171" y="136"/>
              </a:cxn>
              <a:cxn ang="0">
                <a:pos x="152" y="130"/>
              </a:cxn>
              <a:cxn ang="0">
                <a:pos x="126" y="121"/>
              </a:cxn>
              <a:cxn ang="0">
                <a:pos x="108" y="111"/>
              </a:cxn>
              <a:cxn ang="0">
                <a:pos x="98" y="96"/>
              </a:cxn>
              <a:cxn ang="0">
                <a:pos x="91" y="77"/>
              </a:cxn>
              <a:cxn ang="0">
                <a:pos x="80" y="51"/>
              </a:cxn>
              <a:cxn ang="0">
                <a:pos x="65" y="23"/>
              </a:cxn>
              <a:cxn ang="0">
                <a:pos x="48" y="6"/>
              </a:cxn>
              <a:cxn ang="0">
                <a:pos x="26" y="0"/>
              </a:cxn>
              <a:cxn ang="0">
                <a:pos x="0" y="4"/>
              </a:cxn>
            </a:cxnLst>
            <a:rect l="0" t="0" r="r" b="b"/>
            <a:pathLst>
              <a:path w="273" h="228">
                <a:moveTo>
                  <a:pt x="0" y="4"/>
                </a:moveTo>
                <a:lnTo>
                  <a:pt x="4" y="4"/>
                </a:lnTo>
                <a:lnTo>
                  <a:pt x="13" y="4"/>
                </a:lnTo>
                <a:lnTo>
                  <a:pt x="20" y="4"/>
                </a:lnTo>
                <a:lnTo>
                  <a:pt x="26" y="4"/>
                </a:lnTo>
                <a:lnTo>
                  <a:pt x="33" y="4"/>
                </a:lnTo>
                <a:lnTo>
                  <a:pt x="39" y="8"/>
                </a:lnTo>
                <a:lnTo>
                  <a:pt x="46" y="10"/>
                </a:lnTo>
                <a:lnTo>
                  <a:pt x="50" y="17"/>
                </a:lnTo>
                <a:lnTo>
                  <a:pt x="56" y="28"/>
                </a:lnTo>
                <a:lnTo>
                  <a:pt x="63" y="36"/>
                </a:lnTo>
                <a:lnTo>
                  <a:pt x="72" y="55"/>
                </a:lnTo>
                <a:lnTo>
                  <a:pt x="80" y="74"/>
                </a:lnTo>
                <a:lnTo>
                  <a:pt x="89" y="89"/>
                </a:lnTo>
                <a:lnTo>
                  <a:pt x="100" y="104"/>
                </a:lnTo>
                <a:lnTo>
                  <a:pt x="113" y="117"/>
                </a:lnTo>
                <a:lnTo>
                  <a:pt x="134" y="130"/>
                </a:lnTo>
                <a:lnTo>
                  <a:pt x="147" y="134"/>
                </a:lnTo>
                <a:lnTo>
                  <a:pt x="163" y="141"/>
                </a:lnTo>
                <a:lnTo>
                  <a:pt x="173" y="145"/>
                </a:lnTo>
                <a:lnTo>
                  <a:pt x="180" y="153"/>
                </a:lnTo>
                <a:lnTo>
                  <a:pt x="184" y="162"/>
                </a:lnTo>
                <a:lnTo>
                  <a:pt x="189" y="173"/>
                </a:lnTo>
                <a:lnTo>
                  <a:pt x="189" y="181"/>
                </a:lnTo>
                <a:lnTo>
                  <a:pt x="189" y="192"/>
                </a:lnTo>
                <a:lnTo>
                  <a:pt x="186" y="200"/>
                </a:lnTo>
                <a:lnTo>
                  <a:pt x="186" y="209"/>
                </a:lnTo>
                <a:lnTo>
                  <a:pt x="195" y="209"/>
                </a:lnTo>
                <a:lnTo>
                  <a:pt x="204" y="207"/>
                </a:lnTo>
                <a:lnTo>
                  <a:pt x="215" y="202"/>
                </a:lnTo>
                <a:lnTo>
                  <a:pt x="225" y="202"/>
                </a:lnTo>
                <a:lnTo>
                  <a:pt x="236" y="202"/>
                </a:lnTo>
                <a:lnTo>
                  <a:pt x="249" y="207"/>
                </a:lnTo>
                <a:lnTo>
                  <a:pt x="262" y="215"/>
                </a:lnTo>
                <a:lnTo>
                  <a:pt x="273" y="228"/>
                </a:lnTo>
                <a:lnTo>
                  <a:pt x="264" y="213"/>
                </a:lnTo>
                <a:lnTo>
                  <a:pt x="258" y="205"/>
                </a:lnTo>
                <a:lnTo>
                  <a:pt x="247" y="200"/>
                </a:lnTo>
                <a:lnTo>
                  <a:pt x="236" y="198"/>
                </a:lnTo>
                <a:lnTo>
                  <a:pt x="225" y="198"/>
                </a:lnTo>
                <a:lnTo>
                  <a:pt x="217" y="198"/>
                </a:lnTo>
                <a:lnTo>
                  <a:pt x="206" y="198"/>
                </a:lnTo>
                <a:lnTo>
                  <a:pt x="197" y="198"/>
                </a:lnTo>
                <a:lnTo>
                  <a:pt x="195" y="188"/>
                </a:lnTo>
                <a:lnTo>
                  <a:pt x="193" y="173"/>
                </a:lnTo>
                <a:lnTo>
                  <a:pt x="186" y="156"/>
                </a:lnTo>
                <a:lnTo>
                  <a:pt x="180" y="143"/>
                </a:lnTo>
                <a:lnTo>
                  <a:pt x="171" y="136"/>
                </a:lnTo>
                <a:lnTo>
                  <a:pt x="163" y="132"/>
                </a:lnTo>
                <a:lnTo>
                  <a:pt x="152" y="130"/>
                </a:lnTo>
                <a:lnTo>
                  <a:pt x="139" y="126"/>
                </a:lnTo>
                <a:lnTo>
                  <a:pt x="126" y="121"/>
                </a:lnTo>
                <a:lnTo>
                  <a:pt x="117" y="117"/>
                </a:lnTo>
                <a:lnTo>
                  <a:pt x="108" y="111"/>
                </a:lnTo>
                <a:lnTo>
                  <a:pt x="102" y="104"/>
                </a:lnTo>
                <a:lnTo>
                  <a:pt x="98" y="96"/>
                </a:lnTo>
                <a:lnTo>
                  <a:pt x="93" y="85"/>
                </a:lnTo>
                <a:lnTo>
                  <a:pt x="91" y="77"/>
                </a:lnTo>
                <a:lnTo>
                  <a:pt x="85" y="64"/>
                </a:lnTo>
                <a:lnTo>
                  <a:pt x="80" y="51"/>
                </a:lnTo>
                <a:lnTo>
                  <a:pt x="74" y="36"/>
                </a:lnTo>
                <a:lnTo>
                  <a:pt x="65" y="23"/>
                </a:lnTo>
                <a:lnTo>
                  <a:pt x="56" y="13"/>
                </a:lnTo>
                <a:lnTo>
                  <a:pt x="48" y="6"/>
                </a:lnTo>
                <a:lnTo>
                  <a:pt x="37" y="2"/>
                </a:lnTo>
                <a:lnTo>
                  <a:pt x="26" y="0"/>
                </a:lnTo>
                <a:lnTo>
                  <a:pt x="13" y="2"/>
                </a:lnTo>
                <a:lnTo>
                  <a:pt x="0" y="4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3" name="Freeform 2093"/>
          <p:cNvSpPr>
            <a:spLocks/>
          </p:cNvSpPr>
          <p:nvPr/>
        </p:nvSpPr>
        <p:spPr bwMode="auto">
          <a:xfrm>
            <a:off x="3709988" y="2940050"/>
            <a:ext cx="158750" cy="301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" y="4"/>
              </a:cxn>
              <a:cxn ang="0">
                <a:pos x="15" y="6"/>
              </a:cxn>
              <a:cxn ang="0">
                <a:pos x="24" y="8"/>
              </a:cxn>
              <a:cxn ang="0">
                <a:pos x="33" y="8"/>
              </a:cxn>
              <a:cxn ang="0">
                <a:pos x="41" y="8"/>
              </a:cxn>
              <a:cxn ang="0">
                <a:pos x="52" y="8"/>
              </a:cxn>
              <a:cxn ang="0">
                <a:pos x="61" y="8"/>
              </a:cxn>
              <a:cxn ang="0">
                <a:pos x="69" y="8"/>
              </a:cxn>
              <a:cxn ang="0">
                <a:pos x="80" y="6"/>
              </a:cxn>
              <a:cxn ang="0">
                <a:pos x="89" y="6"/>
              </a:cxn>
              <a:cxn ang="0">
                <a:pos x="95" y="6"/>
              </a:cxn>
              <a:cxn ang="0">
                <a:pos x="104" y="6"/>
              </a:cxn>
              <a:cxn ang="0">
                <a:pos x="111" y="8"/>
              </a:cxn>
              <a:cxn ang="0">
                <a:pos x="119" y="13"/>
              </a:cxn>
              <a:cxn ang="0">
                <a:pos x="126" y="17"/>
              </a:cxn>
              <a:cxn ang="0">
                <a:pos x="130" y="23"/>
              </a:cxn>
            </a:cxnLst>
            <a:rect l="0" t="0" r="r" b="b"/>
            <a:pathLst>
              <a:path w="130" h="23">
                <a:moveTo>
                  <a:pt x="0" y="0"/>
                </a:moveTo>
                <a:lnTo>
                  <a:pt x="7" y="4"/>
                </a:lnTo>
                <a:lnTo>
                  <a:pt x="15" y="6"/>
                </a:lnTo>
                <a:lnTo>
                  <a:pt x="24" y="8"/>
                </a:lnTo>
                <a:lnTo>
                  <a:pt x="33" y="8"/>
                </a:lnTo>
                <a:lnTo>
                  <a:pt x="41" y="8"/>
                </a:lnTo>
                <a:lnTo>
                  <a:pt x="52" y="8"/>
                </a:lnTo>
                <a:lnTo>
                  <a:pt x="61" y="8"/>
                </a:lnTo>
                <a:lnTo>
                  <a:pt x="69" y="8"/>
                </a:lnTo>
                <a:lnTo>
                  <a:pt x="80" y="6"/>
                </a:lnTo>
                <a:lnTo>
                  <a:pt x="89" y="6"/>
                </a:lnTo>
                <a:lnTo>
                  <a:pt x="95" y="6"/>
                </a:lnTo>
                <a:lnTo>
                  <a:pt x="104" y="6"/>
                </a:lnTo>
                <a:lnTo>
                  <a:pt x="111" y="8"/>
                </a:lnTo>
                <a:lnTo>
                  <a:pt x="119" y="13"/>
                </a:lnTo>
                <a:lnTo>
                  <a:pt x="126" y="17"/>
                </a:lnTo>
                <a:lnTo>
                  <a:pt x="130" y="23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4" name="Freeform 2094"/>
          <p:cNvSpPr>
            <a:spLocks/>
          </p:cNvSpPr>
          <p:nvPr/>
        </p:nvSpPr>
        <p:spPr bwMode="auto">
          <a:xfrm>
            <a:off x="3778250" y="3151188"/>
            <a:ext cx="168275" cy="36512"/>
          </a:xfrm>
          <a:custGeom>
            <a:avLst/>
            <a:gdLst/>
            <a:ahLst/>
            <a:cxnLst>
              <a:cxn ang="0">
                <a:pos x="0" y="28"/>
              </a:cxn>
              <a:cxn ang="0">
                <a:pos x="20" y="26"/>
              </a:cxn>
              <a:cxn ang="0">
                <a:pos x="31" y="23"/>
              </a:cxn>
              <a:cxn ang="0">
                <a:pos x="42" y="23"/>
              </a:cxn>
              <a:cxn ang="0">
                <a:pos x="50" y="17"/>
              </a:cxn>
              <a:cxn ang="0">
                <a:pos x="59" y="15"/>
              </a:cxn>
              <a:cxn ang="0">
                <a:pos x="68" y="11"/>
              </a:cxn>
              <a:cxn ang="0">
                <a:pos x="76" y="6"/>
              </a:cxn>
              <a:cxn ang="0">
                <a:pos x="85" y="4"/>
              </a:cxn>
              <a:cxn ang="0">
                <a:pos x="94" y="2"/>
              </a:cxn>
              <a:cxn ang="0">
                <a:pos x="100" y="0"/>
              </a:cxn>
              <a:cxn ang="0">
                <a:pos x="109" y="0"/>
              </a:cxn>
              <a:cxn ang="0">
                <a:pos x="115" y="0"/>
              </a:cxn>
              <a:cxn ang="0">
                <a:pos x="122" y="4"/>
              </a:cxn>
              <a:cxn ang="0">
                <a:pos x="130" y="11"/>
              </a:cxn>
              <a:cxn ang="0">
                <a:pos x="137" y="19"/>
              </a:cxn>
              <a:cxn ang="0">
                <a:pos x="128" y="15"/>
              </a:cxn>
              <a:cxn ang="0">
                <a:pos x="122" y="15"/>
              </a:cxn>
              <a:cxn ang="0">
                <a:pos x="113" y="13"/>
              </a:cxn>
              <a:cxn ang="0">
                <a:pos x="104" y="13"/>
              </a:cxn>
              <a:cxn ang="0">
                <a:pos x="98" y="13"/>
              </a:cxn>
              <a:cxn ang="0">
                <a:pos x="89" y="15"/>
              </a:cxn>
              <a:cxn ang="0">
                <a:pos x="78" y="17"/>
              </a:cxn>
              <a:cxn ang="0">
                <a:pos x="68" y="19"/>
              </a:cxn>
              <a:cxn ang="0">
                <a:pos x="55" y="23"/>
              </a:cxn>
              <a:cxn ang="0">
                <a:pos x="42" y="23"/>
              </a:cxn>
              <a:cxn ang="0">
                <a:pos x="31" y="26"/>
              </a:cxn>
              <a:cxn ang="0">
                <a:pos x="0" y="28"/>
              </a:cxn>
            </a:cxnLst>
            <a:rect l="0" t="0" r="r" b="b"/>
            <a:pathLst>
              <a:path w="137" h="28">
                <a:moveTo>
                  <a:pt x="0" y="28"/>
                </a:moveTo>
                <a:lnTo>
                  <a:pt x="20" y="26"/>
                </a:lnTo>
                <a:lnTo>
                  <a:pt x="31" y="23"/>
                </a:lnTo>
                <a:lnTo>
                  <a:pt x="42" y="23"/>
                </a:lnTo>
                <a:lnTo>
                  <a:pt x="50" y="17"/>
                </a:lnTo>
                <a:lnTo>
                  <a:pt x="59" y="15"/>
                </a:lnTo>
                <a:lnTo>
                  <a:pt x="68" y="11"/>
                </a:lnTo>
                <a:lnTo>
                  <a:pt x="76" y="6"/>
                </a:lnTo>
                <a:lnTo>
                  <a:pt x="85" y="4"/>
                </a:lnTo>
                <a:lnTo>
                  <a:pt x="94" y="2"/>
                </a:lnTo>
                <a:lnTo>
                  <a:pt x="100" y="0"/>
                </a:lnTo>
                <a:lnTo>
                  <a:pt x="109" y="0"/>
                </a:lnTo>
                <a:lnTo>
                  <a:pt x="115" y="0"/>
                </a:lnTo>
                <a:lnTo>
                  <a:pt x="122" y="4"/>
                </a:lnTo>
                <a:lnTo>
                  <a:pt x="130" y="11"/>
                </a:lnTo>
                <a:lnTo>
                  <a:pt x="137" y="19"/>
                </a:lnTo>
                <a:lnTo>
                  <a:pt x="128" y="15"/>
                </a:lnTo>
                <a:lnTo>
                  <a:pt x="122" y="15"/>
                </a:lnTo>
                <a:lnTo>
                  <a:pt x="113" y="13"/>
                </a:lnTo>
                <a:lnTo>
                  <a:pt x="104" y="13"/>
                </a:lnTo>
                <a:lnTo>
                  <a:pt x="98" y="13"/>
                </a:lnTo>
                <a:lnTo>
                  <a:pt x="89" y="15"/>
                </a:lnTo>
                <a:lnTo>
                  <a:pt x="78" y="17"/>
                </a:lnTo>
                <a:lnTo>
                  <a:pt x="68" y="19"/>
                </a:lnTo>
                <a:lnTo>
                  <a:pt x="55" y="23"/>
                </a:lnTo>
                <a:lnTo>
                  <a:pt x="42" y="23"/>
                </a:lnTo>
                <a:lnTo>
                  <a:pt x="31" y="26"/>
                </a:lnTo>
                <a:lnTo>
                  <a:pt x="0" y="28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5" name="Freeform 2095"/>
          <p:cNvSpPr>
            <a:spLocks/>
          </p:cNvSpPr>
          <p:nvPr/>
        </p:nvSpPr>
        <p:spPr bwMode="auto">
          <a:xfrm>
            <a:off x="3983038" y="3327400"/>
            <a:ext cx="96837" cy="320675"/>
          </a:xfrm>
          <a:custGeom>
            <a:avLst/>
            <a:gdLst/>
            <a:ahLst/>
            <a:cxnLst>
              <a:cxn ang="0">
                <a:pos x="0" y="249"/>
              </a:cxn>
              <a:cxn ang="0">
                <a:pos x="18" y="238"/>
              </a:cxn>
              <a:cxn ang="0">
                <a:pos x="26" y="224"/>
              </a:cxn>
              <a:cxn ang="0">
                <a:pos x="28" y="206"/>
              </a:cxn>
              <a:cxn ang="0">
                <a:pos x="28" y="185"/>
              </a:cxn>
              <a:cxn ang="0">
                <a:pos x="26" y="166"/>
              </a:cxn>
              <a:cxn ang="0">
                <a:pos x="26" y="145"/>
              </a:cxn>
              <a:cxn ang="0">
                <a:pos x="28" y="125"/>
              </a:cxn>
              <a:cxn ang="0">
                <a:pos x="37" y="110"/>
              </a:cxn>
              <a:cxn ang="0">
                <a:pos x="52" y="98"/>
              </a:cxn>
              <a:cxn ang="0">
                <a:pos x="63" y="83"/>
              </a:cxn>
              <a:cxn ang="0">
                <a:pos x="72" y="68"/>
              </a:cxn>
              <a:cxn ang="0">
                <a:pos x="78" y="55"/>
              </a:cxn>
              <a:cxn ang="0">
                <a:pos x="78" y="42"/>
              </a:cxn>
              <a:cxn ang="0">
                <a:pos x="78" y="27"/>
              </a:cxn>
              <a:cxn ang="0">
                <a:pos x="72" y="14"/>
              </a:cxn>
              <a:cxn ang="0">
                <a:pos x="61" y="0"/>
              </a:cxn>
            </a:cxnLst>
            <a:rect l="0" t="0" r="r" b="b"/>
            <a:pathLst>
              <a:path w="78" h="249">
                <a:moveTo>
                  <a:pt x="0" y="249"/>
                </a:moveTo>
                <a:lnTo>
                  <a:pt x="18" y="238"/>
                </a:lnTo>
                <a:lnTo>
                  <a:pt x="26" y="224"/>
                </a:lnTo>
                <a:lnTo>
                  <a:pt x="28" y="206"/>
                </a:lnTo>
                <a:lnTo>
                  <a:pt x="28" y="185"/>
                </a:lnTo>
                <a:lnTo>
                  <a:pt x="26" y="166"/>
                </a:lnTo>
                <a:lnTo>
                  <a:pt x="26" y="145"/>
                </a:lnTo>
                <a:lnTo>
                  <a:pt x="28" y="125"/>
                </a:lnTo>
                <a:lnTo>
                  <a:pt x="37" y="110"/>
                </a:lnTo>
                <a:lnTo>
                  <a:pt x="52" y="98"/>
                </a:lnTo>
                <a:lnTo>
                  <a:pt x="63" y="83"/>
                </a:lnTo>
                <a:lnTo>
                  <a:pt x="72" y="68"/>
                </a:lnTo>
                <a:lnTo>
                  <a:pt x="78" y="55"/>
                </a:lnTo>
                <a:lnTo>
                  <a:pt x="78" y="42"/>
                </a:lnTo>
                <a:lnTo>
                  <a:pt x="78" y="27"/>
                </a:lnTo>
                <a:lnTo>
                  <a:pt x="72" y="14"/>
                </a:lnTo>
                <a:lnTo>
                  <a:pt x="61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6" name="Freeform 2096"/>
          <p:cNvSpPr>
            <a:spLocks/>
          </p:cNvSpPr>
          <p:nvPr/>
        </p:nvSpPr>
        <p:spPr bwMode="auto">
          <a:xfrm>
            <a:off x="3994150" y="2478088"/>
            <a:ext cx="777875" cy="379412"/>
          </a:xfrm>
          <a:custGeom>
            <a:avLst/>
            <a:gdLst/>
            <a:ahLst/>
            <a:cxnLst>
              <a:cxn ang="0">
                <a:pos x="35" y="13"/>
              </a:cxn>
              <a:cxn ang="0">
                <a:pos x="26" y="34"/>
              </a:cxn>
              <a:cxn ang="0">
                <a:pos x="0" y="45"/>
              </a:cxn>
              <a:cxn ang="0">
                <a:pos x="52" y="60"/>
              </a:cxn>
              <a:cxn ang="0">
                <a:pos x="106" y="92"/>
              </a:cxn>
              <a:cxn ang="0">
                <a:pos x="119" y="113"/>
              </a:cxn>
              <a:cxn ang="0">
                <a:pos x="141" y="120"/>
              </a:cxn>
              <a:cxn ang="0">
                <a:pos x="178" y="130"/>
              </a:cxn>
              <a:cxn ang="0">
                <a:pos x="234" y="165"/>
              </a:cxn>
              <a:cxn ang="0">
                <a:pos x="290" y="207"/>
              </a:cxn>
              <a:cxn ang="0">
                <a:pos x="351" y="231"/>
              </a:cxn>
              <a:cxn ang="0">
                <a:pos x="392" y="235"/>
              </a:cxn>
              <a:cxn ang="0">
                <a:pos x="423" y="246"/>
              </a:cxn>
              <a:cxn ang="0">
                <a:pos x="459" y="271"/>
              </a:cxn>
              <a:cxn ang="0">
                <a:pos x="494" y="290"/>
              </a:cxn>
              <a:cxn ang="0">
                <a:pos x="529" y="295"/>
              </a:cxn>
              <a:cxn ang="0">
                <a:pos x="568" y="286"/>
              </a:cxn>
              <a:cxn ang="0">
                <a:pos x="605" y="278"/>
              </a:cxn>
              <a:cxn ang="0">
                <a:pos x="622" y="271"/>
              </a:cxn>
              <a:cxn ang="0">
                <a:pos x="579" y="276"/>
              </a:cxn>
              <a:cxn ang="0">
                <a:pos x="518" y="288"/>
              </a:cxn>
              <a:cxn ang="0">
                <a:pos x="485" y="282"/>
              </a:cxn>
              <a:cxn ang="0">
                <a:pos x="442" y="250"/>
              </a:cxn>
              <a:cxn ang="0">
                <a:pos x="403" y="222"/>
              </a:cxn>
              <a:cxn ang="0">
                <a:pos x="358" y="220"/>
              </a:cxn>
              <a:cxn ang="0">
                <a:pos x="342" y="203"/>
              </a:cxn>
              <a:cxn ang="0">
                <a:pos x="362" y="182"/>
              </a:cxn>
              <a:cxn ang="0">
                <a:pos x="403" y="162"/>
              </a:cxn>
              <a:cxn ang="0">
                <a:pos x="362" y="173"/>
              </a:cxn>
              <a:cxn ang="0">
                <a:pos x="334" y="192"/>
              </a:cxn>
              <a:cxn ang="0">
                <a:pos x="303" y="203"/>
              </a:cxn>
              <a:cxn ang="0">
                <a:pos x="275" y="182"/>
              </a:cxn>
              <a:cxn ang="0">
                <a:pos x="243" y="150"/>
              </a:cxn>
              <a:cxn ang="0">
                <a:pos x="206" y="130"/>
              </a:cxn>
              <a:cxn ang="0">
                <a:pos x="173" y="118"/>
              </a:cxn>
              <a:cxn ang="0">
                <a:pos x="141" y="113"/>
              </a:cxn>
              <a:cxn ang="0">
                <a:pos x="143" y="92"/>
              </a:cxn>
              <a:cxn ang="0">
                <a:pos x="167" y="75"/>
              </a:cxn>
              <a:cxn ang="0">
                <a:pos x="136" y="90"/>
              </a:cxn>
              <a:cxn ang="0">
                <a:pos x="117" y="86"/>
              </a:cxn>
              <a:cxn ang="0">
                <a:pos x="95" y="69"/>
              </a:cxn>
              <a:cxn ang="0">
                <a:pos x="69" y="58"/>
              </a:cxn>
              <a:cxn ang="0">
                <a:pos x="50" y="43"/>
              </a:cxn>
              <a:cxn ang="0">
                <a:pos x="41" y="15"/>
              </a:cxn>
            </a:cxnLst>
            <a:rect l="0" t="0" r="r" b="b"/>
            <a:pathLst>
              <a:path w="633" h="295">
                <a:moveTo>
                  <a:pt x="43" y="0"/>
                </a:moveTo>
                <a:lnTo>
                  <a:pt x="37" y="9"/>
                </a:lnTo>
                <a:lnTo>
                  <a:pt x="35" y="13"/>
                </a:lnTo>
                <a:lnTo>
                  <a:pt x="30" y="22"/>
                </a:lnTo>
                <a:lnTo>
                  <a:pt x="28" y="28"/>
                </a:lnTo>
                <a:lnTo>
                  <a:pt x="26" y="34"/>
                </a:lnTo>
                <a:lnTo>
                  <a:pt x="19" y="39"/>
                </a:lnTo>
                <a:lnTo>
                  <a:pt x="13" y="43"/>
                </a:lnTo>
                <a:lnTo>
                  <a:pt x="0" y="45"/>
                </a:lnTo>
                <a:lnTo>
                  <a:pt x="15" y="47"/>
                </a:lnTo>
                <a:lnTo>
                  <a:pt x="32" y="52"/>
                </a:lnTo>
                <a:lnTo>
                  <a:pt x="52" y="60"/>
                </a:lnTo>
                <a:lnTo>
                  <a:pt x="71" y="69"/>
                </a:lnTo>
                <a:lnTo>
                  <a:pt x="91" y="79"/>
                </a:lnTo>
                <a:lnTo>
                  <a:pt x="106" y="92"/>
                </a:lnTo>
                <a:lnTo>
                  <a:pt x="113" y="98"/>
                </a:lnTo>
                <a:lnTo>
                  <a:pt x="117" y="107"/>
                </a:lnTo>
                <a:lnTo>
                  <a:pt x="119" y="113"/>
                </a:lnTo>
                <a:lnTo>
                  <a:pt x="123" y="120"/>
                </a:lnTo>
                <a:lnTo>
                  <a:pt x="132" y="120"/>
                </a:lnTo>
                <a:lnTo>
                  <a:pt x="141" y="120"/>
                </a:lnTo>
                <a:lnTo>
                  <a:pt x="152" y="122"/>
                </a:lnTo>
                <a:lnTo>
                  <a:pt x="165" y="124"/>
                </a:lnTo>
                <a:lnTo>
                  <a:pt x="178" y="130"/>
                </a:lnTo>
                <a:lnTo>
                  <a:pt x="195" y="139"/>
                </a:lnTo>
                <a:lnTo>
                  <a:pt x="214" y="152"/>
                </a:lnTo>
                <a:lnTo>
                  <a:pt x="234" y="165"/>
                </a:lnTo>
                <a:lnTo>
                  <a:pt x="251" y="180"/>
                </a:lnTo>
                <a:lnTo>
                  <a:pt x="271" y="194"/>
                </a:lnTo>
                <a:lnTo>
                  <a:pt x="290" y="207"/>
                </a:lnTo>
                <a:lnTo>
                  <a:pt x="308" y="218"/>
                </a:lnTo>
                <a:lnTo>
                  <a:pt x="329" y="224"/>
                </a:lnTo>
                <a:lnTo>
                  <a:pt x="351" y="231"/>
                </a:lnTo>
                <a:lnTo>
                  <a:pt x="368" y="233"/>
                </a:lnTo>
                <a:lnTo>
                  <a:pt x="379" y="233"/>
                </a:lnTo>
                <a:lnTo>
                  <a:pt x="392" y="235"/>
                </a:lnTo>
                <a:lnTo>
                  <a:pt x="403" y="237"/>
                </a:lnTo>
                <a:lnTo>
                  <a:pt x="414" y="241"/>
                </a:lnTo>
                <a:lnTo>
                  <a:pt x="423" y="246"/>
                </a:lnTo>
                <a:lnTo>
                  <a:pt x="436" y="252"/>
                </a:lnTo>
                <a:lnTo>
                  <a:pt x="446" y="263"/>
                </a:lnTo>
                <a:lnTo>
                  <a:pt x="459" y="271"/>
                </a:lnTo>
                <a:lnTo>
                  <a:pt x="470" y="280"/>
                </a:lnTo>
                <a:lnTo>
                  <a:pt x="483" y="284"/>
                </a:lnTo>
                <a:lnTo>
                  <a:pt x="494" y="290"/>
                </a:lnTo>
                <a:lnTo>
                  <a:pt x="507" y="295"/>
                </a:lnTo>
                <a:lnTo>
                  <a:pt x="518" y="295"/>
                </a:lnTo>
                <a:lnTo>
                  <a:pt x="529" y="295"/>
                </a:lnTo>
                <a:lnTo>
                  <a:pt x="542" y="293"/>
                </a:lnTo>
                <a:lnTo>
                  <a:pt x="555" y="290"/>
                </a:lnTo>
                <a:lnTo>
                  <a:pt x="568" y="286"/>
                </a:lnTo>
                <a:lnTo>
                  <a:pt x="581" y="284"/>
                </a:lnTo>
                <a:lnTo>
                  <a:pt x="594" y="280"/>
                </a:lnTo>
                <a:lnTo>
                  <a:pt x="605" y="278"/>
                </a:lnTo>
                <a:lnTo>
                  <a:pt x="620" y="276"/>
                </a:lnTo>
                <a:lnTo>
                  <a:pt x="633" y="273"/>
                </a:lnTo>
                <a:lnTo>
                  <a:pt x="622" y="271"/>
                </a:lnTo>
                <a:lnTo>
                  <a:pt x="611" y="271"/>
                </a:lnTo>
                <a:lnTo>
                  <a:pt x="598" y="273"/>
                </a:lnTo>
                <a:lnTo>
                  <a:pt x="579" y="276"/>
                </a:lnTo>
                <a:lnTo>
                  <a:pt x="557" y="282"/>
                </a:lnTo>
                <a:lnTo>
                  <a:pt x="537" y="284"/>
                </a:lnTo>
                <a:lnTo>
                  <a:pt x="518" y="288"/>
                </a:lnTo>
                <a:lnTo>
                  <a:pt x="505" y="288"/>
                </a:lnTo>
                <a:lnTo>
                  <a:pt x="494" y="284"/>
                </a:lnTo>
                <a:lnTo>
                  <a:pt x="485" y="282"/>
                </a:lnTo>
                <a:lnTo>
                  <a:pt x="470" y="273"/>
                </a:lnTo>
                <a:lnTo>
                  <a:pt x="457" y="261"/>
                </a:lnTo>
                <a:lnTo>
                  <a:pt x="442" y="250"/>
                </a:lnTo>
                <a:lnTo>
                  <a:pt x="429" y="237"/>
                </a:lnTo>
                <a:lnTo>
                  <a:pt x="414" y="226"/>
                </a:lnTo>
                <a:lnTo>
                  <a:pt x="403" y="222"/>
                </a:lnTo>
                <a:lnTo>
                  <a:pt x="392" y="220"/>
                </a:lnTo>
                <a:lnTo>
                  <a:pt x="377" y="218"/>
                </a:lnTo>
                <a:lnTo>
                  <a:pt x="358" y="220"/>
                </a:lnTo>
                <a:lnTo>
                  <a:pt x="349" y="218"/>
                </a:lnTo>
                <a:lnTo>
                  <a:pt x="345" y="212"/>
                </a:lnTo>
                <a:lnTo>
                  <a:pt x="342" y="203"/>
                </a:lnTo>
                <a:lnTo>
                  <a:pt x="347" y="194"/>
                </a:lnTo>
                <a:lnTo>
                  <a:pt x="353" y="188"/>
                </a:lnTo>
                <a:lnTo>
                  <a:pt x="362" y="182"/>
                </a:lnTo>
                <a:lnTo>
                  <a:pt x="375" y="173"/>
                </a:lnTo>
                <a:lnTo>
                  <a:pt x="388" y="167"/>
                </a:lnTo>
                <a:lnTo>
                  <a:pt x="403" y="162"/>
                </a:lnTo>
                <a:lnTo>
                  <a:pt x="388" y="165"/>
                </a:lnTo>
                <a:lnTo>
                  <a:pt x="375" y="169"/>
                </a:lnTo>
                <a:lnTo>
                  <a:pt x="362" y="173"/>
                </a:lnTo>
                <a:lnTo>
                  <a:pt x="351" y="180"/>
                </a:lnTo>
                <a:lnTo>
                  <a:pt x="342" y="186"/>
                </a:lnTo>
                <a:lnTo>
                  <a:pt x="334" y="192"/>
                </a:lnTo>
                <a:lnTo>
                  <a:pt x="325" y="199"/>
                </a:lnTo>
                <a:lnTo>
                  <a:pt x="314" y="207"/>
                </a:lnTo>
                <a:lnTo>
                  <a:pt x="303" y="203"/>
                </a:lnTo>
                <a:lnTo>
                  <a:pt x="293" y="197"/>
                </a:lnTo>
                <a:lnTo>
                  <a:pt x="284" y="190"/>
                </a:lnTo>
                <a:lnTo>
                  <a:pt x="275" y="182"/>
                </a:lnTo>
                <a:lnTo>
                  <a:pt x="267" y="171"/>
                </a:lnTo>
                <a:lnTo>
                  <a:pt x="258" y="158"/>
                </a:lnTo>
                <a:lnTo>
                  <a:pt x="243" y="150"/>
                </a:lnTo>
                <a:lnTo>
                  <a:pt x="225" y="139"/>
                </a:lnTo>
                <a:lnTo>
                  <a:pt x="217" y="135"/>
                </a:lnTo>
                <a:lnTo>
                  <a:pt x="206" y="130"/>
                </a:lnTo>
                <a:lnTo>
                  <a:pt x="195" y="126"/>
                </a:lnTo>
                <a:lnTo>
                  <a:pt x="184" y="122"/>
                </a:lnTo>
                <a:lnTo>
                  <a:pt x="173" y="118"/>
                </a:lnTo>
                <a:lnTo>
                  <a:pt x="162" y="116"/>
                </a:lnTo>
                <a:lnTo>
                  <a:pt x="149" y="113"/>
                </a:lnTo>
                <a:lnTo>
                  <a:pt x="141" y="113"/>
                </a:lnTo>
                <a:lnTo>
                  <a:pt x="141" y="107"/>
                </a:lnTo>
                <a:lnTo>
                  <a:pt x="141" y="101"/>
                </a:lnTo>
                <a:lnTo>
                  <a:pt x="143" y="92"/>
                </a:lnTo>
                <a:lnTo>
                  <a:pt x="152" y="84"/>
                </a:lnTo>
                <a:lnTo>
                  <a:pt x="158" y="79"/>
                </a:lnTo>
                <a:lnTo>
                  <a:pt x="167" y="75"/>
                </a:lnTo>
                <a:lnTo>
                  <a:pt x="156" y="77"/>
                </a:lnTo>
                <a:lnTo>
                  <a:pt x="145" y="81"/>
                </a:lnTo>
                <a:lnTo>
                  <a:pt x="136" y="90"/>
                </a:lnTo>
                <a:lnTo>
                  <a:pt x="128" y="98"/>
                </a:lnTo>
                <a:lnTo>
                  <a:pt x="123" y="92"/>
                </a:lnTo>
                <a:lnTo>
                  <a:pt x="117" y="86"/>
                </a:lnTo>
                <a:lnTo>
                  <a:pt x="108" y="79"/>
                </a:lnTo>
                <a:lnTo>
                  <a:pt x="102" y="75"/>
                </a:lnTo>
                <a:lnTo>
                  <a:pt x="95" y="69"/>
                </a:lnTo>
                <a:lnTo>
                  <a:pt x="84" y="66"/>
                </a:lnTo>
                <a:lnTo>
                  <a:pt x="78" y="64"/>
                </a:lnTo>
                <a:lnTo>
                  <a:pt x="69" y="58"/>
                </a:lnTo>
                <a:lnTo>
                  <a:pt x="63" y="54"/>
                </a:lnTo>
                <a:lnTo>
                  <a:pt x="56" y="47"/>
                </a:lnTo>
                <a:lnTo>
                  <a:pt x="50" y="43"/>
                </a:lnTo>
                <a:lnTo>
                  <a:pt x="45" y="34"/>
                </a:lnTo>
                <a:lnTo>
                  <a:pt x="41" y="26"/>
                </a:lnTo>
                <a:lnTo>
                  <a:pt x="41" y="15"/>
                </a:lnTo>
                <a:lnTo>
                  <a:pt x="43" y="0"/>
                </a:lnTo>
                <a:close/>
              </a:path>
            </a:pathLst>
          </a:custGeom>
          <a:solidFill>
            <a:srgbClr val="FF3399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7" name="Freeform 2097"/>
          <p:cNvSpPr>
            <a:spLocks/>
          </p:cNvSpPr>
          <p:nvPr/>
        </p:nvSpPr>
        <p:spPr bwMode="auto">
          <a:xfrm>
            <a:off x="4033838" y="2992438"/>
            <a:ext cx="204787" cy="379412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0" y="37"/>
              </a:cxn>
              <a:cxn ang="0">
                <a:pos x="0" y="60"/>
              </a:cxn>
              <a:cxn ang="0">
                <a:pos x="3" y="81"/>
              </a:cxn>
              <a:cxn ang="0">
                <a:pos x="7" y="103"/>
              </a:cxn>
              <a:cxn ang="0">
                <a:pos x="13" y="122"/>
              </a:cxn>
              <a:cxn ang="0">
                <a:pos x="20" y="137"/>
              </a:cxn>
              <a:cxn ang="0">
                <a:pos x="29" y="152"/>
              </a:cxn>
              <a:cxn ang="0">
                <a:pos x="37" y="165"/>
              </a:cxn>
              <a:cxn ang="0">
                <a:pos x="48" y="175"/>
              </a:cxn>
              <a:cxn ang="0">
                <a:pos x="59" y="182"/>
              </a:cxn>
              <a:cxn ang="0">
                <a:pos x="72" y="188"/>
              </a:cxn>
              <a:cxn ang="0">
                <a:pos x="85" y="194"/>
              </a:cxn>
              <a:cxn ang="0">
                <a:pos x="100" y="199"/>
              </a:cxn>
              <a:cxn ang="0">
                <a:pos x="115" y="201"/>
              </a:cxn>
              <a:cxn ang="0">
                <a:pos x="130" y="203"/>
              </a:cxn>
              <a:cxn ang="0">
                <a:pos x="148" y="205"/>
              </a:cxn>
              <a:cxn ang="0">
                <a:pos x="167" y="205"/>
              </a:cxn>
              <a:cxn ang="0">
                <a:pos x="152" y="220"/>
              </a:cxn>
              <a:cxn ang="0">
                <a:pos x="146" y="229"/>
              </a:cxn>
              <a:cxn ang="0">
                <a:pos x="139" y="239"/>
              </a:cxn>
              <a:cxn ang="0">
                <a:pos x="137" y="254"/>
              </a:cxn>
              <a:cxn ang="0">
                <a:pos x="141" y="267"/>
              </a:cxn>
              <a:cxn ang="0">
                <a:pos x="148" y="275"/>
              </a:cxn>
              <a:cxn ang="0">
                <a:pos x="165" y="295"/>
              </a:cxn>
            </a:cxnLst>
            <a:rect l="0" t="0" r="r" b="b"/>
            <a:pathLst>
              <a:path w="167" h="295">
                <a:moveTo>
                  <a:pt x="7" y="0"/>
                </a:moveTo>
                <a:lnTo>
                  <a:pt x="0" y="37"/>
                </a:lnTo>
                <a:lnTo>
                  <a:pt x="0" y="60"/>
                </a:lnTo>
                <a:lnTo>
                  <a:pt x="3" y="81"/>
                </a:lnTo>
                <a:lnTo>
                  <a:pt x="7" y="103"/>
                </a:lnTo>
                <a:lnTo>
                  <a:pt x="13" y="122"/>
                </a:lnTo>
                <a:lnTo>
                  <a:pt x="20" y="137"/>
                </a:lnTo>
                <a:lnTo>
                  <a:pt x="29" y="152"/>
                </a:lnTo>
                <a:lnTo>
                  <a:pt x="37" y="165"/>
                </a:lnTo>
                <a:lnTo>
                  <a:pt x="48" y="175"/>
                </a:lnTo>
                <a:lnTo>
                  <a:pt x="59" y="182"/>
                </a:lnTo>
                <a:lnTo>
                  <a:pt x="72" y="188"/>
                </a:lnTo>
                <a:lnTo>
                  <a:pt x="85" y="194"/>
                </a:lnTo>
                <a:lnTo>
                  <a:pt x="100" y="199"/>
                </a:lnTo>
                <a:lnTo>
                  <a:pt x="115" y="201"/>
                </a:lnTo>
                <a:lnTo>
                  <a:pt x="130" y="203"/>
                </a:lnTo>
                <a:lnTo>
                  <a:pt x="148" y="205"/>
                </a:lnTo>
                <a:lnTo>
                  <a:pt x="167" y="205"/>
                </a:lnTo>
                <a:lnTo>
                  <a:pt x="152" y="220"/>
                </a:lnTo>
                <a:lnTo>
                  <a:pt x="146" y="229"/>
                </a:lnTo>
                <a:lnTo>
                  <a:pt x="139" y="239"/>
                </a:lnTo>
                <a:lnTo>
                  <a:pt x="137" y="254"/>
                </a:lnTo>
                <a:lnTo>
                  <a:pt x="141" y="267"/>
                </a:lnTo>
                <a:lnTo>
                  <a:pt x="148" y="275"/>
                </a:lnTo>
                <a:lnTo>
                  <a:pt x="165" y="295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8" name="Freeform 2098"/>
          <p:cNvSpPr>
            <a:spLocks/>
          </p:cNvSpPr>
          <p:nvPr/>
        </p:nvSpPr>
        <p:spPr bwMode="auto">
          <a:xfrm>
            <a:off x="4002088" y="2432050"/>
            <a:ext cx="1631950" cy="752475"/>
          </a:xfrm>
          <a:custGeom>
            <a:avLst/>
            <a:gdLst/>
            <a:ahLst/>
            <a:cxnLst>
              <a:cxn ang="0">
                <a:pos x="1325" y="561"/>
              </a:cxn>
              <a:cxn ang="0">
                <a:pos x="1296" y="523"/>
              </a:cxn>
              <a:cxn ang="0">
                <a:pos x="1253" y="493"/>
              </a:cxn>
              <a:cxn ang="0">
                <a:pos x="1203" y="478"/>
              </a:cxn>
              <a:cxn ang="0">
                <a:pos x="1179" y="474"/>
              </a:cxn>
              <a:cxn ang="0">
                <a:pos x="1145" y="446"/>
              </a:cxn>
              <a:cxn ang="0">
                <a:pos x="1121" y="429"/>
              </a:cxn>
              <a:cxn ang="0">
                <a:pos x="1097" y="425"/>
              </a:cxn>
              <a:cxn ang="0">
                <a:pos x="1075" y="422"/>
              </a:cxn>
              <a:cxn ang="0">
                <a:pos x="1054" y="425"/>
              </a:cxn>
              <a:cxn ang="0">
                <a:pos x="1028" y="422"/>
              </a:cxn>
              <a:cxn ang="0">
                <a:pos x="995" y="416"/>
              </a:cxn>
              <a:cxn ang="0">
                <a:pos x="956" y="399"/>
              </a:cxn>
              <a:cxn ang="0">
                <a:pos x="924" y="390"/>
              </a:cxn>
              <a:cxn ang="0">
                <a:pos x="876" y="386"/>
              </a:cxn>
              <a:cxn ang="0">
                <a:pos x="824" y="382"/>
              </a:cxn>
              <a:cxn ang="0">
                <a:pos x="765" y="369"/>
              </a:cxn>
              <a:cxn ang="0">
                <a:pos x="731" y="356"/>
              </a:cxn>
              <a:cxn ang="0">
                <a:pos x="707" y="335"/>
              </a:cxn>
              <a:cxn ang="0">
                <a:pos x="690" y="312"/>
              </a:cxn>
              <a:cxn ang="0">
                <a:pos x="679" y="275"/>
              </a:cxn>
              <a:cxn ang="0">
                <a:pos x="668" y="241"/>
              </a:cxn>
              <a:cxn ang="0">
                <a:pos x="653" y="213"/>
              </a:cxn>
              <a:cxn ang="0">
                <a:pos x="618" y="188"/>
              </a:cxn>
              <a:cxn ang="0">
                <a:pos x="586" y="179"/>
              </a:cxn>
              <a:cxn ang="0">
                <a:pos x="557" y="173"/>
              </a:cxn>
              <a:cxn ang="0">
                <a:pos x="525" y="154"/>
              </a:cxn>
              <a:cxn ang="0">
                <a:pos x="499" y="137"/>
              </a:cxn>
              <a:cxn ang="0">
                <a:pos x="471" y="137"/>
              </a:cxn>
              <a:cxn ang="0">
                <a:pos x="447" y="143"/>
              </a:cxn>
              <a:cxn ang="0">
                <a:pos x="425" y="139"/>
              </a:cxn>
              <a:cxn ang="0">
                <a:pos x="401" y="124"/>
              </a:cxn>
              <a:cxn ang="0">
                <a:pos x="369" y="102"/>
              </a:cxn>
              <a:cxn ang="0">
                <a:pos x="336" y="90"/>
              </a:cxn>
              <a:cxn ang="0">
                <a:pos x="306" y="90"/>
              </a:cxn>
              <a:cxn ang="0">
                <a:pos x="278" y="58"/>
              </a:cxn>
              <a:cxn ang="0">
                <a:pos x="234" y="41"/>
              </a:cxn>
              <a:cxn ang="0">
                <a:pos x="189" y="32"/>
              </a:cxn>
              <a:cxn ang="0">
                <a:pos x="143" y="30"/>
              </a:cxn>
              <a:cxn ang="0">
                <a:pos x="100" y="0"/>
              </a:cxn>
              <a:cxn ang="0">
                <a:pos x="52" y="6"/>
              </a:cxn>
              <a:cxn ang="0">
                <a:pos x="13" y="21"/>
              </a:cxn>
              <a:cxn ang="0">
                <a:pos x="0" y="13"/>
              </a:cxn>
            </a:cxnLst>
            <a:rect l="0" t="0" r="r" b="b"/>
            <a:pathLst>
              <a:path w="1329" h="585">
                <a:moveTo>
                  <a:pt x="1329" y="585"/>
                </a:moveTo>
                <a:lnTo>
                  <a:pt x="1325" y="561"/>
                </a:lnTo>
                <a:lnTo>
                  <a:pt x="1314" y="540"/>
                </a:lnTo>
                <a:lnTo>
                  <a:pt x="1296" y="523"/>
                </a:lnTo>
                <a:lnTo>
                  <a:pt x="1277" y="506"/>
                </a:lnTo>
                <a:lnTo>
                  <a:pt x="1253" y="493"/>
                </a:lnTo>
                <a:lnTo>
                  <a:pt x="1227" y="482"/>
                </a:lnTo>
                <a:lnTo>
                  <a:pt x="1203" y="478"/>
                </a:lnTo>
                <a:lnTo>
                  <a:pt x="1190" y="474"/>
                </a:lnTo>
                <a:lnTo>
                  <a:pt x="1179" y="474"/>
                </a:lnTo>
                <a:lnTo>
                  <a:pt x="1162" y="459"/>
                </a:lnTo>
                <a:lnTo>
                  <a:pt x="1145" y="446"/>
                </a:lnTo>
                <a:lnTo>
                  <a:pt x="1134" y="437"/>
                </a:lnTo>
                <a:lnTo>
                  <a:pt x="1121" y="429"/>
                </a:lnTo>
                <a:lnTo>
                  <a:pt x="1108" y="427"/>
                </a:lnTo>
                <a:lnTo>
                  <a:pt x="1097" y="425"/>
                </a:lnTo>
                <a:lnTo>
                  <a:pt x="1086" y="425"/>
                </a:lnTo>
                <a:lnTo>
                  <a:pt x="1075" y="422"/>
                </a:lnTo>
                <a:lnTo>
                  <a:pt x="1067" y="425"/>
                </a:lnTo>
                <a:lnTo>
                  <a:pt x="1054" y="425"/>
                </a:lnTo>
                <a:lnTo>
                  <a:pt x="1041" y="425"/>
                </a:lnTo>
                <a:lnTo>
                  <a:pt x="1028" y="422"/>
                </a:lnTo>
                <a:lnTo>
                  <a:pt x="1015" y="420"/>
                </a:lnTo>
                <a:lnTo>
                  <a:pt x="995" y="416"/>
                </a:lnTo>
                <a:lnTo>
                  <a:pt x="978" y="410"/>
                </a:lnTo>
                <a:lnTo>
                  <a:pt x="956" y="399"/>
                </a:lnTo>
                <a:lnTo>
                  <a:pt x="943" y="390"/>
                </a:lnTo>
                <a:lnTo>
                  <a:pt x="924" y="390"/>
                </a:lnTo>
                <a:lnTo>
                  <a:pt x="902" y="388"/>
                </a:lnTo>
                <a:lnTo>
                  <a:pt x="876" y="386"/>
                </a:lnTo>
                <a:lnTo>
                  <a:pt x="850" y="384"/>
                </a:lnTo>
                <a:lnTo>
                  <a:pt x="824" y="382"/>
                </a:lnTo>
                <a:lnTo>
                  <a:pt x="794" y="376"/>
                </a:lnTo>
                <a:lnTo>
                  <a:pt x="765" y="369"/>
                </a:lnTo>
                <a:lnTo>
                  <a:pt x="746" y="363"/>
                </a:lnTo>
                <a:lnTo>
                  <a:pt x="731" y="356"/>
                </a:lnTo>
                <a:lnTo>
                  <a:pt x="720" y="346"/>
                </a:lnTo>
                <a:lnTo>
                  <a:pt x="707" y="335"/>
                </a:lnTo>
                <a:lnTo>
                  <a:pt x="696" y="324"/>
                </a:lnTo>
                <a:lnTo>
                  <a:pt x="690" y="312"/>
                </a:lnTo>
                <a:lnTo>
                  <a:pt x="685" y="294"/>
                </a:lnTo>
                <a:lnTo>
                  <a:pt x="679" y="275"/>
                </a:lnTo>
                <a:lnTo>
                  <a:pt x="674" y="258"/>
                </a:lnTo>
                <a:lnTo>
                  <a:pt x="668" y="241"/>
                </a:lnTo>
                <a:lnTo>
                  <a:pt x="661" y="226"/>
                </a:lnTo>
                <a:lnTo>
                  <a:pt x="653" y="213"/>
                </a:lnTo>
                <a:lnTo>
                  <a:pt x="635" y="198"/>
                </a:lnTo>
                <a:lnTo>
                  <a:pt x="618" y="188"/>
                </a:lnTo>
                <a:lnTo>
                  <a:pt x="603" y="184"/>
                </a:lnTo>
                <a:lnTo>
                  <a:pt x="586" y="179"/>
                </a:lnTo>
                <a:lnTo>
                  <a:pt x="573" y="177"/>
                </a:lnTo>
                <a:lnTo>
                  <a:pt x="557" y="173"/>
                </a:lnTo>
                <a:lnTo>
                  <a:pt x="542" y="164"/>
                </a:lnTo>
                <a:lnTo>
                  <a:pt x="525" y="154"/>
                </a:lnTo>
                <a:lnTo>
                  <a:pt x="512" y="143"/>
                </a:lnTo>
                <a:lnTo>
                  <a:pt x="499" y="137"/>
                </a:lnTo>
                <a:lnTo>
                  <a:pt x="486" y="137"/>
                </a:lnTo>
                <a:lnTo>
                  <a:pt x="471" y="137"/>
                </a:lnTo>
                <a:lnTo>
                  <a:pt x="460" y="139"/>
                </a:lnTo>
                <a:lnTo>
                  <a:pt x="447" y="143"/>
                </a:lnTo>
                <a:lnTo>
                  <a:pt x="436" y="143"/>
                </a:lnTo>
                <a:lnTo>
                  <a:pt x="425" y="139"/>
                </a:lnTo>
                <a:lnTo>
                  <a:pt x="414" y="134"/>
                </a:lnTo>
                <a:lnTo>
                  <a:pt x="401" y="124"/>
                </a:lnTo>
                <a:lnTo>
                  <a:pt x="386" y="113"/>
                </a:lnTo>
                <a:lnTo>
                  <a:pt x="369" y="102"/>
                </a:lnTo>
                <a:lnTo>
                  <a:pt x="352" y="96"/>
                </a:lnTo>
                <a:lnTo>
                  <a:pt x="336" y="90"/>
                </a:lnTo>
                <a:lnTo>
                  <a:pt x="321" y="85"/>
                </a:lnTo>
                <a:lnTo>
                  <a:pt x="306" y="90"/>
                </a:lnTo>
                <a:lnTo>
                  <a:pt x="293" y="70"/>
                </a:lnTo>
                <a:lnTo>
                  <a:pt x="278" y="58"/>
                </a:lnTo>
                <a:lnTo>
                  <a:pt x="258" y="47"/>
                </a:lnTo>
                <a:lnTo>
                  <a:pt x="234" y="41"/>
                </a:lnTo>
                <a:lnTo>
                  <a:pt x="213" y="34"/>
                </a:lnTo>
                <a:lnTo>
                  <a:pt x="189" y="32"/>
                </a:lnTo>
                <a:lnTo>
                  <a:pt x="165" y="32"/>
                </a:lnTo>
                <a:lnTo>
                  <a:pt x="143" y="30"/>
                </a:lnTo>
                <a:lnTo>
                  <a:pt x="126" y="9"/>
                </a:lnTo>
                <a:lnTo>
                  <a:pt x="100" y="0"/>
                </a:lnTo>
                <a:lnTo>
                  <a:pt x="76" y="2"/>
                </a:lnTo>
                <a:lnTo>
                  <a:pt x="52" y="6"/>
                </a:lnTo>
                <a:lnTo>
                  <a:pt x="31" y="15"/>
                </a:lnTo>
                <a:lnTo>
                  <a:pt x="13" y="21"/>
                </a:lnTo>
                <a:lnTo>
                  <a:pt x="3" y="21"/>
                </a:lnTo>
                <a:lnTo>
                  <a:pt x="0" y="13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19" name="Freeform 2099"/>
          <p:cNvSpPr>
            <a:spLocks/>
          </p:cNvSpPr>
          <p:nvPr/>
        </p:nvSpPr>
        <p:spPr bwMode="auto">
          <a:xfrm>
            <a:off x="3754438" y="2819400"/>
            <a:ext cx="1663700" cy="336550"/>
          </a:xfrm>
          <a:custGeom>
            <a:avLst/>
            <a:gdLst/>
            <a:ahLst/>
            <a:cxnLst>
              <a:cxn ang="0">
                <a:pos x="6" y="4"/>
              </a:cxn>
              <a:cxn ang="0">
                <a:pos x="19" y="11"/>
              </a:cxn>
              <a:cxn ang="0">
                <a:pos x="32" y="19"/>
              </a:cxn>
              <a:cxn ang="0">
                <a:pos x="45" y="30"/>
              </a:cxn>
              <a:cxn ang="0">
                <a:pos x="58" y="40"/>
              </a:cxn>
              <a:cxn ang="0">
                <a:pos x="74" y="49"/>
              </a:cxn>
              <a:cxn ang="0">
                <a:pos x="89" y="53"/>
              </a:cxn>
              <a:cxn ang="0">
                <a:pos x="106" y="53"/>
              </a:cxn>
              <a:cxn ang="0">
                <a:pos x="115" y="68"/>
              </a:cxn>
              <a:cxn ang="0">
                <a:pos x="130" y="96"/>
              </a:cxn>
              <a:cxn ang="0">
                <a:pos x="160" y="109"/>
              </a:cxn>
              <a:cxn ang="0">
                <a:pos x="204" y="119"/>
              </a:cxn>
              <a:cxn ang="0">
                <a:pos x="245" y="158"/>
              </a:cxn>
              <a:cxn ang="0">
                <a:pos x="282" y="196"/>
              </a:cxn>
              <a:cxn ang="0">
                <a:pos x="340" y="217"/>
              </a:cxn>
              <a:cxn ang="0">
                <a:pos x="420" y="232"/>
              </a:cxn>
              <a:cxn ang="0">
                <a:pos x="494" y="241"/>
              </a:cxn>
              <a:cxn ang="0">
                <a:pos x="537" y="232"/>
              </a:cxn>
              <a:cxn ang="0">
                <a:pos x="581" y="222"/>
              </a:cxn>
              <a:cxn ang="0">
                <a:pos x="635" y="226"/>
              </a:cxn>
              <a:cxn ang="0">
                <a:pos x="687" y="224"/>
              </a:cxn>
              <a:cxn ang="0">
                <a:pos x="737" y="196"/>
              </a:cxn>
              <a:cxn ang="0">
                <a:pos x="795" y="183"/>
              </a:cxn>
              <a:cxn ang="0">
                <a:pos x="847" y="192"/>
              </a:cxn>
              <a:cxn ang="0">
                <a:pos x="888" y="213"/>
              </a:cxn>
              <a:cxn ang="0">
                <a:pos x="927" y="188"/>
              </a:cxn>
              <a:cxn ang="0">
                <a:pos x="966" y="179"/>
              </a:cxn>
              <a:cxn ang="0">
                <a:pos x="1044" y="181"/>
              </a:cxn>
              <a:cxn ang="0">
                <a:pos x="1135" y="194"/>
              </a:cxn>
              <a:cxn ang="0">
                <a:pos x="1211" y="196"/>
              </a:cxn>
              <a:cxn ang="0">
                <a:pos x="1263" y="211"/>
              </a:cxn>
              <a:cxn ang="0">
                <a:pos x="1276" y="262"/>
              </a:cxn>
              <a:cxn ang="0">
                <a:pos x="1315" y="239"/>
              </a:cxn>
              <a:cxn ang="0">
                <a:pos x="1354" y="215"/>
              </a:cxn>
            </a:cxnLst>
            <a:rect l="0" t="0" r="r" b="b"/>
            <a:pathLst>
              <a:path w="1354" h="262">
                <a:moveTo>
                  <a:pt x="0" y="0"/>
                </a:moveTo>
                <a:lnTo>
                  <a:pt x="6" y="4"/>
                </a:lnTo>
                <a:lnTo>
                  <a:pt x="13" y="6"/>
                </a:lnTo>
                <a:lnTo>
                  <a:pt x="19" y="11"/>
                </a:lnTo>
                <a:lnTo>
                  <a:pt x="26" y="15"/>
                </a:lnTo>
                <a:lnTo>
                  <a:pt x="32" y="19"/>
                </a:lnTo>
                <a:lnTo>
                  <a:pt x="39" y="23"/>
                </a:lnTo>
                <a:lnTo>
                  <a:pt x="45" y="30"/>
                </a:lnTo>
                <a:lnTo>
                  <a:pt x="52" y="34"/>
                </a:lnTo>
                <a:lnTo>
                  <a:pt x="58" y="40"/>
                </a:lnTo>
                <a:lnTo>
                  <a:pt x="67" y="45"/>
                </a:lnTo>
                <a:lnTo>
                  <a:pt x="74" y="49"/>
                </a:lnTo>
                <a:lnTo>
                  <a:pt x="82" y="53"/>
                </a:lnTo>
                <a:lnTo>
                  <a:pt x="89" y="53"/>
                </a:lnTo>
                <a:lnTo>
                  <a:pt x="97" y="53"/>
                </a:lnTo>
                <a:lnTo>
                  <a:pt x="106" y="53"/>
                </a:lnTo>
                <a:lnTo>
                  <a:pt x="115" y="49"/>
                </a:lnTo>
                <a:lnTo>
                  <a:pt x="115" y="68"/>
                </a:lnTo>
                <a:lnTo>
                  <a:pt x="121" y="85"/>
                </a:lnTo>
                <a:lnTo>
                  <a:pt x="130" y="96"/>
                </a:lnTo>
                <a:lnTo>
                  <a:pt x="145" y="102"/>
                </a:lnTo>
                <a:lnTo>
                  <a:pt x="160" y="109"/>
                </a:lnTo>
                <a:lnTo>
                  <a:pt x="180" y="113"/>
                </a:lnTo>
                <a:lnTo>
                  <a:pt x="204" y="119"/>
                </a:lnTo>
                <a:lnTo>
                  <a:pt x="234" y="128"/>
                </a:lnTo>
                <a:lnTo>
                  <a:pt x="245" y="158"/>
                </a:lnTo>
                <a:lnTo>
                  <a:pt x="262" y="179"/>
                </a:lnTo>
                <a:lnTo>
                  <a:pt x="282" y="196"/>
                </a:lnTo>
                <a:lnTo>
                  <a:pt x="310" y="209"/>
                </a:lnTo>
                <a:lnTo>
                  <a:pt x="340" y="217"/>
                </a:lnTo>
                <a:lnTo>
                  <a:pt x="377" y="226"/>
                </a:lnTo>
                <a:lnTo>
                  <a:pt x="420" y="232"/>
                </a:lnTo>
                <a:lnTo>
                  <a:pt x="472" y="241"/>
                </a:lnTo>
                <a:lnTo>
                  <a:pt x="494" y="241"/>
                </a:lnTo>
                <a:lnTo>
                  <a:pt x="516" y="237"/>
                </a:lnTo>
                <a:lnTo>
                  <a:pt x="537" y="232"/>
                </a:lnTo>
                <a:lnTo>
                  <a:pt x="559" y="226"/>
                </a:lnTo>
                <a:lnTo>
                  <a:pt x="581" y="222"/>
                </a:lnTo>
                <a:lnTo>
                  <a:pt x="607" y="222"/>
                </a:lnTo>
                <a:lnTo>
                  <a:pt x="635" y="226"/>
                </a:lnTo>
                <a:lnTo>
                  <a:pt x="667" y="241"/>
                </a:lnTo>
                <a:lnTo>
                  <a:pt x="687" y="224"/>
                </a:lnTo>
                <a:lnTo>
                  <a:pt x="711" y="207"/>
                </a:lnTo>
                <a:lnTo>
                  <a:pt x="737" y="196"/>
                </a:lnTo>
                <a:lnTo>
                  <a:pt x="765" y="188"/>
                </a:lnTo>
                <a:lnTo>
                  <a:pt x="795" y="183"/>
                </a:lnTo>
                <a:lnTo>
                  <a:pt x="826" y="185"/>
                </a:lnTo>
                <a:lnTo>
                  <a:pt x="847" y="192"/>
                </a:lnTo>
                <a:lnTo>
                  <a:pt x="867" y="200"/>
                </a:lnTo>
                <a:lnTo>
                  <a:pt x="888" y="213"/>
                </a:lnTo>
                <a:lnTo>
                  <a:pt x="912" y="196"/>
                </a:lnTo>
                <a:lnTo>
                  <a:pt x="927" y="188"/>
                </a:lnTo>
                <a:lnTo>
                  <a:pt x="947" y="181"/>
                </a:lnTo>
                <a:lnTo>
                  <a:pt x="966" y="179"/>
                </a:lnTo>
                <a:lnTo>
                  <a:pt x="999" y="179"/>
                </a:lnTo>
                <a:lnTo>
                  <a:pt x="1044" y="181"/>
                </a:lnTo>
                <a:lnTo>
                  <a:pt x="1090" y="188"/>
                </a:lnTo>
                <a:lnTo>
                  <a:pt x="1135" y="194"/>
                </a:lnTo>
                <a:lnTo>
                  <a:pt x="1174" y="196"/>
                </a:lnTo>
                <a:lnTo>
                  <a:pt x="1211" y="196"/>
                </a:lnTo>
                <a:lnTo>
                  <a:pt x="1242" y="198"/>
                </a:lnTo>
                <a:lnTo>
                  <a:pt x="1263" y="211"/>
                </a:lnTo>
                <a:lnTo>
                  <a:pt x="1274" y="232"/>
                </a:lnTo>
                <a:lnTo>
                  <a:pt x="1276" y="262"/>
                </a:lnTo>
                <a:lnTo>
                  <a:pt x="1296" y="249"/>
                </a:lnTo>
                <a:lnTo>
                  <a:pt x="1315" y="239"/>
                </a:lnTo>
                <a:lnTo>
                  <a:pt x="1335" y="226"/>
                </a:lnTo>
                <a:lnTo>
                  <a:pt x="1354" y="215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0" name="Freeform 2100"/>
          <p:cNvSpPr>
            <a:spLocks/>
          </p:cNvSpPr>
          <p:nvPr/>
        </p:nvSpPr>
        <p:spPr bwMode="auto">
          <a:xfrm>
            <a:off x="3640138" y="3519488"/>
            <a:ext cx="915987" cy="555625"/>
          </a:xfrm>
          <a:custGeom>
            <a:avLst/>
            <a:gdLst/>
            <a:ahLst/>
            <a:cxnLst>
              <a:cxn ang="0">
                <a:pos x="58" y="32"/>
              </a:cxn>
              <a:cxn ang="0">
                <a:pos x="171" y="92"/>
              </a:cxn>
              <a:cxn ang="0">
                <a:pos x="368" y="160"/>
              </a:cxn>
              <a:cxn ang="0">
                <a:pos x="552" y="151"/>
              </a:cxn>
              <a:cxn ang="0">
                <a:pos x="656" y="77"/>
              </a:cxn>
              <a:cxn ang="0">
                <a:pos x="719" y="83"/>
              </a:cxn>
              <a:cxn ang="0">
                <a:pos x="698" y="113"/>
              </a:cxn>
              <a:cxn ang="0">
                <a:pos x="669" y="134"/>
              </a:cxn>
              <a:cxn ang="0">
                <a:pos x="646" y="166"/>
              </a:cxn>
              <a:cxn ang="0">
                <a:pos x="637" y="194"/>
              </a:cxn>
              <a:cxn ang="0">
                <a:pos x="643" y="224"/>
              </a:cxn>
              <a:cxn ang="0">
                <a:pos x="648" y="254"/>
              </a:cxn>
              <a:cxn ang="0">
                <a:pos x="643" y="279"/>
              </a:cxn>
              <a:cxn ang="0">
                <a:pos x="615" y="324"/>
              </a:cxn>
              <a:cxn ang="0">
                <a:pos x="565" y="375"/>
              </a:cxn>
              <a:cxn ang="0">
                <a:pos x="511" y="409"/>
              </a:cxn>
              <a:cxn ang="0">
                <a:pos x="448" y="429"/>
              </a:cxn>
              <a:cxn ang="0">
                <a:pos x="385" y="433"/>
              </a:cxn>
              <a:cxn ang="0">
                <a:pos x="318" y="424"/>
              </a:cxn>
              <a:cxn ang="0">
                <a:pos x="253" y="401"/>
              </a:cxn>
              <a:cxn ang="0">
                <a:pos x="190" y="365"/>
              </a:cxn>
              <a:cxn ang="0">
                <a:pos x="149" y="331"/>
              </a:cxn>
              <a:cxn ang="0">
                <a:pos x="104" y="288"/>
              </a:cxn>
              <a:cxn ang="0">
                <a:pos x="43" y="217"/>
              </a:cxn>
              <a:cxn ang="0">
                <a:pos x="21" y="183"/>
              </a:cxn>
              <a:cxn ang="0">
                <a:pos x="11" y="151"/>
              </a:cxn>
              <a:cxn ang="0">
                <a:pos x="6" y="132"/>
              </a:cxn>
              <a:cxn ang="0">
                <a:pos x="4" y="115"/>
              </a:cxn>
              <a:cxn ang="0">
                <a:pos x="8" y="104"/>
              </a:cxn>
              <a:cxn ang="0">
                <a:pos x="6" y="89"/>
              </a:cxn>
              <a:cxn ang="0">
                <a:pos x="8" y="72"/>
              </a:cxn>
              <a:cxn ang="0">
                <a:pos x="13" y="60"/>
              </a:cxn>
              <a:cxn ang="0">
                <a:pos x="2" y="43"/>
              </a:cxn>
              <a:cxn ang="0">
                <a:pos x="0" y="21"/>
              </a:cxn>
              <a:cxn ang="0">
                <a:pos x="6" y="0"/>
              </a:cxn>
            </a:cxnLst>
            <a:rect l="0" t="0" r="r" b="b"/>
            <a:pathLst>
              <a:path w="745" h="433">
                <a:moveTo>
                  <a:pt x="6" y="0"/>
                </a:moveTo>
                <a:lnTo>
                  <a:pt x="58" y="32"/>
                </a:lnTo>
                <a:lnTo>
                  <a:pt x="108" y="38"/>
                </a:lnTo>
                <a:lnTo>
                  <a:pt x="171" y="92"/>
                </a:lnTo>
                <a:lnTo>
                  <a:pt x="242" y="132"/>
                </a:lnTo>
                <a:lnTo>
                  <a:pt x="368" y="160"/>
                </a:lnTo>
                <a:lnTo>
                  <a:pt x="468" y="164"/>
                </a:lnTo>
                <a:lnTo>
                  <a:pt x="552" y="151"/>
                </a:lnTo>
                <a:lnTo>
                  <a:pt x="611" y="121"/>
                </a:lnTo>
                <a:lnTo>
                  <a:pt x="656" y="77"/>
                </a:lnTo>
                <a:lnTo>
                  <a:pt x="745" y="60"/>
                </a:lnTo>
                <a:lnTo>
                  <a:pt x="719" y="83"/>
                </a:lnTo>
                <a:lnTo>
                  <a:pt x="711" y="96"/>
                </a:lnTo>
                <a:lnTo>
                  <a:pt x="698" y="113"/>
                </a:lnTo>
                <a:lnTo>
                  <a:pt x="682" y="121"/>
                </a:lnTo>
                <a:lnTo>
                  <a:pt x="669" y="134"/>
                </a:lnTo>
                <a:lnTo>
                  <a:pt x="654" y="153"/>
                </a:lnTo>
                <a:lnTo>
                  <a:pt x="646" y="166"/>
                </a:lnTo>
                <a:lnTo>
                  <a:pt x="637" y="177"/>
                </a:lnTo>
                <a:lnTo>
                  <a:pt x="637" y="194"/>
                </a:lnTo>
                <a:lnTo>
                  <a:pt x="639" y="211"/>
                </a:lnTo>
                <a:lnTo>
                  <a:pt x="643" y="224"/>
                </a:lnTo>
                <a:lnTo>
                  <a:pt x="646" y="239"/>
                </a:lnTo>
                <a:lnTo>
                  <a:pt x="648" y="254"/>
                </a:lnTo>
                <a:lnTo>
                  <a:pt x="648" y="267"/>
                </a:lnTo>
                <a:lnTo>
                  <a:pt x="643" y="279"/>
                </a:lnTo>
                <a:lnTo>
                  <a:pt x="637" y="294"/>
                </a:lnTo>
                <a:lnTo>
                  <a:pt x="615" y="324"/>
                </a:lnTo>
                <a:lnTo>
                  <a:pt x="591" y="352"/>
                </a:lnTo>
                <a:lnTo>
                  <a:pt x="565" y="375"/>
                </a:lnTo>
                <a:lnTo>
                  <a:pt x="537" y="395"/>
                </a:lnTo>
                <a:lnTo>
                  <a:pt x="511" y="409"/>
                </a:lnTo>
                <a:lnTo>
                  <a:pt x="479" y="420"/>
                </a:lnTo>
                <a:lnTo>
                  <a:pt x="448" y="429"/>
                </a:lnTo>
                <a:lnTo>
                  <a:pt x="416" y="433"/>
                </a:lnTo>
                <a:lnTo>
                  <a:pt x="385" y="433"/>
                </a:lnTo>
                <a:lnTo>
                  <a:pt x="351" y="431"/>
                </a:lnTo>
                <a:lnTo>
                  <a:pt x="318" y="424"/>
                </a:lnTo>
                <a:lnTo>
                  <a:pt x="286" y="414"/>
                </a:lnTo>
                <a:lnTo>
                  <a:pt x="253" y="401"/>
                </a:lnTo>
                <a:lnTo>
                  <a:pt x="223" y="384"/>
                </a:lnTo>
                <a:lnTo>
                  <a:pt x="190" y="365"/>
                </a:lnTo>
                <a:lnTo>
                  <a:pt x="169" y="348"/>
                </a:lnTo>
                <a:lnTo>
                  <a:pt x="149" y="331"/>
                </a:lnTo>
                <a:lnTo>
                  <a:pt x="125" y="309"/>
                </a:lnTo>
                <a:lnTo>
                  <a:pt x="104" y="288"/>
                </a:lnTo>
                <a:lnTo>
                  <a:pt x="71" y="254"/>
                </a:lnTo>
                <a:lnTo>
                  <a:pt x="43" y="217"/>
                </a:lnTo>
                <a:lnTo>
                  <a:pt x="28" y="196"/>
                </a:lnTo>
                <a:lnTo>
                  <a:pt x="21" y="183"/>
                </a:lnTo>
                <a:lnTo>
                  <a:pt x="15" y="168"/>
                </a:lnTo>
                <a:lnTo>
                  <a:pt x="11" y="151"/>
                </a:lnTo>
                <a:lnTo>
                  <a:pt x="6" y="141"/>
                </a:lnTo>
                <a:lnTo>
                  <a:pt x="6" y="132"/>
                </a:lnTo>
                <a:lnTo>
                  <a:pt x="6" y="121"/>
                </a:lnTo>
                <a:lnTo>
                  <a:pt x="4" y="115"/>
                </a:lnTo>
                <a:lnTo>
                  <a:pt x="6" y="109"/>
                </a:lnTo>
                <a:lnTo>
                  <a:pt x="8" y="104"/>
                </a:lnTo>
                <a:lnTo>
                  <a:pt x="6" y="96"/>
                </a:lnTo>
                <a:lnTo>
                  <a:pt x="6" y="89"/>
                </a:lnTo>
                <a:lnTo>
                  <a:pt x="11" y="79"/>
                </a:lnTo>
                <a:lnTo>
                  <a:pt x="8" y="72"/>
                </a:lnTo>
                <a:lnTo>
                  <a:pt x="8" y="66"/>
                </a:lnTo>
                <a:lnTo>
                  <a:pt x="13" y="60"/>
                </a:lnTo>
                <a:lnTo>
                  <a:pt x="6" y="51"/>
                </a:lnTo>
                <a:lnTo>
                  <a:pt x="2" y="43"/>
                </a:lnTo>
                <a:lnTo>
                  <a:pt x="2" y="32"/>
                </a:lnTo>
                <a:lnTo>
                  <a:pt x="0" y="21"/>
                </a:lnTo>
                <a:lnTo>
                  <a:pt x="4" y="8"/>
                </a:lnTo>
                <a:lnTo>
                  <a:pt x="6" y="0"/>
                </a:lnTo>
                <a:close/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1" name="Freeform 2101"/>
          <p:cNvSpPr>
            <a:spLocks/>
          </p:cNvSpPr>
          <p:nvPr/>
        </p:nvSpPr>
        <p:spPr bwMode="auto">
          <a:xfrm>
            <a:off x="3660775" y="3611563"/>
            <a:ext cx="879475" cy="260350"/>
          </a:xfrm>
          <a:custGeom>
            <a:avLst/>
            <a:gdLst/>
            <a:ahLst/>
            <a:cxnLst>
              <a:cxn ang="0">
                <a:pos x="715" y="0"/>
              </a:cxn>
              <a:cxn ang="0">
                <a:pos x="711" y="3"/>
              </a:cxn>
              <a:cxn ang="0">
                <a:pos x="709" y="5"/>
              </a:cxn>
              <a:cxn ang="0">
                <a:pos x="704" y="7"/>
              </a:cxn>
              <a:cxn ang="0">
                <a:pos x="702" y="9"/>
              </a:cxn>
              <a:cxn ang="0">
                <a:pos x="700" y="11"/>
              </a:cxn>
              <a:cxn ang="0">
                <a:pos x="696" y="11"/>
              </a:cxn>
              <a:cxn ang="0">
                <a:pos x="694" y="15"/>
              </a:cxn>
              <a:cxn ang="0">
                <a:pos x="689" y="17"/>
              </a:cxn>
              <a:cxn ang="0">
                <a:pos x="685" y="20"/>
              </a:cxn>
              <a:cxn ang="0">
                <a:pos x="683" y="22"/>
              </a:cxn>
              <a:cxn ang="0">
                <a:pos x="678" y="26"/>
              </a:cxn>
              <a:cxn ang="0">
                <a:pos x="676" y="26"/>
              </a:cxn>
              <a:cxn ang="0">
                <a:pos x="674" y="28"/>
              </a:cxn>
              <a:cxn ang="0">
                <a:pos x="670" y="30"/>
              </a:cxn>
              <a:cxn ang="0">
                <a:pos x="668" y="35"/>
              </a:cxn>
              <a:cxn ang="0">
                <a:pos x="665" y="37"/>
              </a:cxn>
              <a:cxn ang="0">
                <a:pos x="663" y="39"/>
              </a:cxn>
              <a:cxn ang="0">
                <a:pos x="659" y="41"/>
              </a:cxn>
              <a:cxn ang="0">
                <a:pos x="657" y="45"/>
              </a:cxn>
              <a:cxn ang="0">
                <a:pos x="652" y="47"/>
              </a:cxn>
              <a:cxn ang="0">
                <a:pos x="650" y="52"/>
              </a:cxn>
              <a:cxn ang="0">
                <a:pos x="646" y="54"/>
              </a:cxn>
              <a:cxn ang="0">
                <a:pos x="644" y="56"/>
              </a:cxn>
              <a:cxn ang="0">
                <a:pos x="642" y="58"/>
              </a:cxn>
              <a:cxn ang="0">
                <a:pos x="629" y="69"/>
              </a:cxn>
              <a:cxn ang="0">
                <a:pos x="613" y="79"/>
              </a:cxn>
              <a:cxn ang="0">
                <a:pos x="600" y="90"/>
              </a:cxn>
              <a:cxn ang="0">
                <a:pos x="585" y="101"/>
              </a:cxn>
              <a:cxn ang="0">
                <a:pos x="570" y="109"/>
              </a:cxn>
              <a:cxn ang="0">
                <a:pos x="555" y="118"/>
              </a:cxn>
              <a:cxn ang="0">
                <a:pos x="540" y="124"/>
              </a:cxn>
              <a:cxn ang="0">
                <a:pos x="524" y="133"/>
              </a:cxn>
              <a:cxn ang="0">
                <a:pos x="509" y="141"/>
              </a:cxn>
              <a:cxn ang="0">
                <a:pos x="494" y="148"/>
              </a:cxn>
              <a:cxn ang="0">
                <a:pos x="479" y="154"/>
              </a:cxn>
              <a:cxn ang="0">
                <a:pos x="462" y="160"/>
              </a:cxn>
              <a:cxn ang="0">
                <a:pos x="442" y="165"/>
              </a:cxn>
              <a:cxn ang="0">
                <a:pos x="423" y="173"/>
              </a:cxn>
              <a:cxn ang="0">
                <a:pos x="399" y="175"/>
              </a:cxn>
              <a:cxn ang="0">
                <a:pos x="366" y="184"/>
              </a:cxn>
              <a:cxn ang="0">
                <a:pos x="334" y="188"/>
              </a:cxn>
              <a:cxn ang="0">
                <a:pos x="303" y="195"/>
              </a:cxn>
              <a:cxn ang="0">
                <a:pos x="273" y="201"/>
              </a:cxn>
              <a:cxn ang="0">
                <a:pos x="243" y="203"/>
              </a:cxn>
              <a:cxn ang="0">
                <a:pos x="215" y="203"/>
              </a:cxn>
              <a:cxn ang="0">
                <a:pos x="186" y="203"/>
              </a:cxn>
              <a:cxn ang="0">
                <a:pos x="163" y="201"/>
              </a:cxn>
              <a:cxn ang="0">
                <a:pos x="137" y="195"/>
              </a:cxn>
              <a:cxn ang="0">
                <a:pos x="111" y="186"/>
              </a:cxn>
              <a:cxn ang="0">
                <a:pos x="87" y="175"/>
              </a:cxn>
              <a:cxn ang="0">
                <a:pos x="65" y="160"/>
              </a:cxn>
              <a:cxn ang="0">
                <a:pos x="43" y="141"/>
              </a:cxn>
              <a:cxn ang="0">
                <a:pos x="24" y="120"/>
              </a:cxn>
              <a:cxn ang="0">
                <a:pos x="0" y="94"/>
              </a:cxn>
            </a:cxnLst>
            <a:rect l="0" t="0" r="r" b="b"/>
            <a:pathLst>
              <a:path w="715" h="203">
                <a:moveTo>
                  <a:pt x="715" y="0"/>
                </a:moveTo>
                <a:lnTo>
                  <a:pt x="711" y="3"/>
                </a:lnTo>
                <a:lnTo>
                  <a:pt x="709" y="5"/>
                </a:lnTo>
                <a:lnTo>
                  <a:pt x="704" y="7"/>
                </a:lnTo>
                <a:lnTo>
                  <a:pt x="702" y="9"/>
                </a:lnTo>
                <a:lnTo>
                  <a:pt x="700" y="11"/>
                </a:lnTo>
                <a:lnTo>
                  <a:pt x="696" y="11"/>
                </a:lnTo>
                <a:lnTo>
                  <a:pt x="694" y="15"/>
                </a:lnTo>
                <a:lnTo>
                  <a:pt x="689" y="17"/>
                </a:lnTo>
                <a:lnTo>
                  <a:pt x="685" y="20"/>
                </a:lnTo>
                <a:lnTo>
                  <a:pt x="683" y="22"/>
                </a:lnTo>
                <a:lnTo>
                  <a:pt x="678" y="26"/>
                </a:lnTo>
                <a:lnTo>
                  <a:pt x="676" y="26"/>
                </a:lnTo>
                <a:lnTo>
                  <a:pt x="674" y="28"/>
                </a:lnTo>
                <a:lnTo>
                  <a:pt x="670" y="30"/>
                </a:lnTo>
                <a:lnTo>
                  <a:pt x="668" y="35"/>
                </a:lnTo>
                <a:lnTo>
                  <a:pt x="665" y="37"/>
                </a:lnTo>
                <a:lnTo>
                  <a:pt x="663" y="39"/>
                </a:lnTo>
                <a:lnTo>
                  <a:pt x="659" y="41"/>
                </a:lnTo>
                <a:lnTo>
                  <a:pt x="657" y="45"/>
                </a:lnTo>
                <a:lnTo>
                  <a:pt x="652" y="47"/>
                </a:lnTo>
                <a:lnTo>
                  <a:pt x="650" y="52"/>
                </a:lnTo>
                <a:lnTo>
                  <a:pt x="646" y="54"/>
                </a:lnTo>
                <a:lnTo>
                  <a:pt x="644" y="56"/>
                </a:lnTo>
                <a:lnTo>
                  <a:pt x="642" y="58"/>
                </a:lnTo>
                <a:lnTo>
                  <a:pt x="629" y="69"/>
                </a:lnTo>
                <a:lnTo>
                  <a:pt x="613" y="79"/>
                </a:lnTo>
                <a:lnTo>
                  <a:pt x="600" y="90"/>
                </a:lnTo>
                <a:lnTo>
                  <a:pt x="585" y="101"/>
                </a:lnTo>
                <a:lnTo>
                  <a:pt x="570" y="109"/>
                </a:lnTo>
                <a:lnTo>
                  <a:pt x="555" y="118"/>
                </a:lnTo>
                <a:lnTo>
                  <a:pt x="540" y="124"/>
                </a:lnTo>
                <a:lnTo>
                  <a:pt x="524" y="133"/>
                </a:lnTo>
                <a:lnTo>
                  <a:pt x="509" y="141"/>
                </a:lnTo>
                <a:lnTo>
                  <a:pt x="494" y="148"/>
                </a:lnTo>
                <a:lnTo>
                  <a:pt x="479" y="154"/>
                </a:lnTo>
                <a:lnTo>
                  <a:pt x="462" y="160"/>
                </a:lnTo>
                <a:lnTo>
                  <a:pt x="442" y="165"/>
                </a:lnTo>
                <a:lnTo>
                  <a:pt x="423" y="173"/>
                </a:lnTo>
                <a:lnTo>
                  <a:pt x="399" y="175"/>
                </a:lnTo>
                <a:lnTo>
                  <a:pt x="366" y="184"/>
                </a:lnTo>
                <a:lnTo>
                  <a:pt x="334" y="188"/>
                </a:lnTo>
                <a:lnTo>
                  <a:pt x="303" y="195"/>
                </a:lnTo>
                <a:lnTo>
                  <a:pt x="273" y="201"/>
                </a:lnTo>
                <a:lnTo>
                  <a:pt x="243" y="203"/>
                </a:lnTo>
                <a:lnTo>
                  <a:pt x="215" y="203"/>
                </a:lnTo>
                <a:lnTo>
                  <a:pt x="186" y="203"/>
                </a:lnTo>
                <a:lnTo>
                  <a:pt x="163" y="201"/>
                </a:lnTo>
                <a:lnTo>
                  <a:pt x="137" y="195"/>
                </a:lnTo>
                <a:lnTo>
                  <a:pt x="111" y="186"/>
                </a:lnTo>
                <a:lnTo>
                  <a:pt x="87" y="175"/>
                </a:lnTo>
                <a:lnTo>
                  <a:pt x="65" y="160"/>
                </a:lnTo>
                <a:lnTo>
                  <a:pt x="43" y="141"/>
                </a:lnTo>
                <a:lnTo>
                  <a:pt x="24" y="120"/>
                </a:lnTo>
                <a:lnTo>
                  <a:pt x="0" y="94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2" name="Freeform 2102"/>
          <p:cNvSpPr>
            <a:spLocks/>
          </p:cNvSpPr>
          <p:nvPr/>
        </p:nvSpPr>
        <p:spPr bwMode="auto">
          <a:xfrm>
            <a:off x="3752850" y="3751263"/>
            <a:ext cx="661988" cy="195262"/>
          </a:xfrm>
          <a:custGeom>
            <a:avLst/>
            <a:gdLst/>
            <a:ahLst/>
            <a:cxnLst>
              <a:cxn ang="0">
                <a:pos x="13" y="98"/>
              </a:cxn>
              <a:cxn ang="0">
                <a:pos x="34" y="109"/>
              </a:cxn>
              <a:cxn ang="0">
                <a:pos x="63" y="118"/>
              </a:cxn>
              <a:cxn ang="0">
                <a:pos x="95" y="122"/>
              </a:cxn>
              <a:cxn ang="0">
                <a:pos x="128" y="124"/>
              </a:cxn>
              <a:cxn ang="0">
                <a:pos x="164" y="124"/>
              </a:cxn>
              <a:cxn ang="0">
                <a:pos x="199" y="120"/>
              </a:cxn>
              <a:cxn ang="0">
                <a:pos x="238" y="113"/>
              </a:cxn>
              <a:cxn ang="0">
                <a:pos x="277" y="107"/>
              </a:cxn>
              <a:cxn ang="0">
                <a:pos x="314" y="98"/>
              </a:cxn>
              <a:cxn ang="0">
                <a:pos x="353" y="88"/>
              </a:cxn>
              <a:cxn ang="0">
                <a:pos x="390" y="75"/>
              </a:cxn>
              <a:cxn ang="0">
                <a:pos x="427" y="60"/>
              </a:cxn>
              <a:cxn ang="0">
                <a:pos x="461" y="45"/>
              </a:cxn>
              <a:cxn ang="0">
                <a:pos x="494" y="26"/>
              </a:cxn>
              <a:cxn ang="0">
                <a:pos x="524" y="11"/>
              </a:cxn>
              <a:cxn ang="0">
                <a:pos x="535" y="9"/>
              </a:cxn>
              <a:cxn ang="0">
                <a:pos x="520" y="24"/>
              </a:cxn>
              <a:cxn ang="0">
                <a:pos x="500" y="41"/>
              </a:cxn>
              <a:cxn ang="0">
                <a:pos x="474" y="58"/>
              </a:cxn>
              <a:cxn ang="0">
                <a:pos x="444" y="73"/>
              </a:cxn>
              <a:cxn ang="0">
                <a:pos x="409" y="88"/>
              </a:cxn>
              <a:cxn ang="0">
                <a:pos x="372" y="100"/>
              </a:cxn>
              <a:cxn ang="0">
                <a:pos x="333" y="113"/>
              </a:cxn>
              <a:cxn ang="0">
                <a:pos x="292" y="126"/>
              </a:cxn>
              <a:cxn ang="0">
                <a:pos x="251" y="135"/>
              </a:cxn>
              <a:cxn ang="0">
                <a:pos x="212" y="143"/>
              </a:cxn>
              <a:cxn ang="0">
                <a:pos x="175" y="147"/>
              </a:cxn>
              <a:cxn ang="0">
                <a:pos x="138" y="152"/>
              </a:cxn>
              <a:cxn ang="0">
                <a:pos x="106" y="152"/>
              </a:cxn>
              <a:cxn ang="0">
                <a:pos x="80" y="147"/>
              </a:cxn>
              <a:cxn ang="0">
                <a:pos x="58" y="143"/>
              </a:cxn>
            </a:cxnLst>
            <a:rect l="0" t="0" r="r" b="b"/>
            <a:pathLst>
              <a:path w="539" h="152">
                <a:moveTo>
                  <a:pt x="0" y="92"/>
                </a:moveTo>
                <a:lnTo>
                  <a:pt x="13" y="98"/>
                </a:lnTo>
                <a:lnTo>
                  <a:pt x="24" y="105"/>
                </a:lnTo>
                <a:lnTo>
                  <a:pt x="34" y="109"/>
                </a:lnTo>
                <a:lnTo>
                  <a:pt x="50" y="113"/>
                </a:lnTo>
                <a:lnTo>
                  <a:pt x="63" y="118"/>
                </a:lnTo>
                <a:lnTo>
                  <a:pt x="80" y="120"/>
                </a:lnTo>
                <a:lnTo>
                  <a:pt x="95" y="122"/>
                </a:lnTo>
                <a:lnTo>
                  <a:pt x="110" y="124"/>
                </a:lnTo>
                <a:lnTo>
                  <a:pt x="128" y="124"/>
                </a:lnTo>
                <a:lnTo>
                  <a:pt x="145" y="124"/>
                </a:lnTo>
                <a:lnTo>
                  <a:pt x="164" y="124"/>
                </a:lnTo>
                <a:lnTo>
                  <a:pt x="182" y="122"/>
                </a:lnTo>
                <a:lnTo>
                  <a:pt x="199" y="120"/>
                </a:lnTo>
                <a:lnTo>
                  <a:pt x="219" y="118"/>
                </a:lnTo>
                <a:lnTo>
                  <a:pt x="238" y="113"/>
                </a:lnTo>
                <a:lnTo>
                  <a:pt x="258" y="111"/>
                </a:lnTo>
                <a:lnTo>
                  <a:pt x="277" y="107"/>
                </a:lnTo>
                <a:lnTo>
                  <a:pt x="297" y="103"/>
                </a:lnTo>
                <a:lnTo>
                  <a:pt x="314" y="98"/>
                </a:lnTo>
                <a:lnTo>
                  <a:pt x="333" y="92"/>
                </a:lnTo>
                <a:lnTo>
                  <a:pt x="353" y="88"/>
                </a:lnTo>
                <a:lnTo>
                  <a:pt x="372" y="81"/>
                </a:lnTo>
                <a:lnTo>
                  <a:pt x="390" y="75"/>
                </a:lnTo>
                <a:lnTo>
                  <a:pt x="409" y="66"/>
                </a:lnTo>
                <a:lnTo>
                  <a:pt x="427" y="60"/>
                </a:lnTo>
                <a:lnTo>
                  <a:pt x="446" y="51"/>
                </a:lnTo>
                <a:lnTo>
                  <a:pt x="461" y="45"/>
                </a:lnTo>
                <a:lnTo>
                  <a:pt x="479" y="34"/>
                </a:lnTo>
                <a:lnTo>
                  <a:pt x="494" y="26"/>
                </a:lnTo>
                <a:lnTo>
                  <a:pt x="509" y="19"/>
                </a:lnTo>
                <a:lnTo>
                  <a:pt x="524" y="11"/>
                </a:lnTo>
                <a:lnTo>
                  <a:pt x="539" y="0"/>
                </a:lnTo>
                <a:lnTo>
                  <a:pt x="535" y="9"/>
                </a:lnTo>
                <a:lnTo>
                  <a:pt x="529" y="15"/>
                </a:lnTo>
                <a:lnTo>
                  <a:pt x="520" y="24"/>
                </a:lnTo>
                <a:lnTo>
                  <a:pt x="511" y="32"/>
                </a:lnTo>
                <a:lnTo>
                  <a:pt x="500" y="41"/>
                </a:lnTo>
                <a:lnTo>
                  <a:pt x="490" y="49"/>
                </a:lnTo>
                <a:lnTo>
                  <a:pt x="474" y="58"/>
                </a:lnTo>
                <a:lnTo>
                  <a:pt x="459" y="64"/>
                </a:lnTo>
                <a:lnTo>
                  <a:pt x="444" y="73"/>
                </a:lnTo>
                <a:lnTo>
                  <a:pt x="429" y="81"/>
                </a:lnTo>
                <a:lnTo>
                  <a:pt x="409" y="88"/>
                </a:lnTo>
                <a:lnTo>
                  <a:pt x="392" y="94"/>
                </a:lnTo>
                <a:lnTo>
                  <a:pt x="372" y="100"/>
                </a:lnTo>
                <a:lnTo>
                  <a:pt x="353" y="107"/>
                </a:lnTo>
                <a:lnTo>
                  <a:pt x="333" y="113"/>
                </a:lnTo>
                <a:lnTo>
                  <a:pt x="314" y="120"/>
                </a:lnTo>
                <a:lnTo>
                  <a:pt x="292" y="126"/>
                </a:lnTo>
                <a:lnTo>
                  <a:pt x="273" y="130"/>
                </a:lnTo>
                <a:lnTo>
                  <a:pt x="251" y="135"/>
                </a:lnTo>
                <a:lnTo>
                  <a:pt x="232" y="139"/>
                </a:lnTo>
                <a:lnTo>
                  <a:pt x="212" y="143"/>
                </a:lnTo>
                <a:lnTo>
                  <a:pt x="193" y="145"/>
                </a:lnTo>
                <a:lnTo>
                  <a:pt x="175" y="147"/>
                </a:lnTo>
                <a:lnTo>
                  <a:pt x="156" y="150"/>
                </a:lnTo>
                <a:lnTo>
                  <a:pt x="138" y="152"/>
                </a:lnTo>
                <a:lnTo>
                  <a:pt x="123" y="152"/>
                </a:lnTo>
                <a:lnTo>
                  <a:pt x="106" y="152"/>
                </a:lnTo>
                <a:lnTo>
                  <a:pt x="91" y="150"/>
                </a:lnTo>
                <a:lnTo>
                  <a:pt x="80" y="147"/>
                </a:lnTo>
                <a:lnTo>
                  <a:pt x="67" y="145"/>
                </a:lnTo>
                <a:lnTo>
                  <a:pt x="58" y="143"/>
                </a:lnTo>
                <a:lnTo>
                  <a:pt x="50" y="139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3" name="Freeform 2103"/>
          <p:cNvSpPr>
            <a:spLocks/>
          </p:cNvSpPr>
          <p:nvPr/>
        </p:nvSpPr>
        <p:spPr bwMode="auto">
          <a:xfrm>
            <a:off x="3887788" y="3792538"/>
            <a:ext cx="538162" cy="242887"/>
          </a:xfrm>
          <a:custGeom>
            <a:avLst/>
            <a:gdLst/>
            <a:ahLst/>
            <a:cxnLst>
              <a:cxn ang="0">
                <a:pos x="13" y="154"/>
              </a:cxn>
              <a:cxn ang="0">
                <a:pos x="37" y="154"/>
              </a:cxn>
              <a:cxn ang="0">
                <a:pos x="65" y="152"/>
              </a:cxn>
              <a:cxn ang="0">
                <a:pos x="96" y="145"/>
              </a:cxn>
              <a:cxn ang="0">
                <a:pos x="124" y="141"/>
              </a:cxn>
              <a:cxn ang="0">
                <a:pos x="154" y="135"/>
              </a:cxn>
              <a:cxn ang="0">
                <a:pos x="187" y="126"/>
              </a:cxn>
              <a:cxn ang="0">
                <a:pos x="219" y="118"/>
              </a:cxn>
              <a:cxn ang="0">
                <a:pos x="249" y="107"/>
              </a:cxn>
              <a:cxn ang="0">
                <a:pos x="278" y="96"/>
              </a:cxn>
              <a:cxn ang="0">
                <a:pos x="308" y="81"/>
              </a:cxn>
              <a:cxn ang="0">
                <a:pos x="336" y="68"/>
              </a:cxn>
              <a:cxn ang="0">
                <a:pos x="362" y="56"/>
              </a:cxn>
              <a:cxn ang="0">
                <a:pos x="386" y="41"/>
              </a:cxn>
              <a:cxn ang="0">
                <a:pos x="408" y="26"/>
              </a:cxn>
              <a:cxn ang="0">
                <a:pos x="427" y="9"/>
              </a:cxn>
              <a:cxn ang="0">
                <a:pos x="438" y="7"/>
              </a:cxn>
              <a:cxn ang="0">
                <a:pos x="434" y="22"/>
              </a:cxn>
              <a:cxn ang="0">
                <a:pos x="425" y="39"/>
              </a:cxn>
              <a:cxn ang="0">
                <a:pos x="410" y="54"/>
              </a:cxn>
              <a:cxn ang="0">
                <a:pos x="390" y="68"/>
              </a:cxn>
              <a:cxn ang="0">
                <a:pos x="369" y="86"/>
              </a:cxn>
              <a:cxn ang="0">
                <a:pos x="340" y="100"/>
              </a:cxn>
              <a:cxn ang="0">
                <a:pos x="312" y="118"/>
              </a:cxn>
              <a:cxn ang="0">
                <a:pos x="282" y="130"/>
              </a:cxn>
              <a:cxn ang="0">
                <a:pos x="249" y="143"/>
              </a:cxn>
              <a:cxn ang="0">
                <a:pos x="217" y="154"/>
              </a:cxn>
              <a:cxn ang="0">
                <a:pos x="184" y="164"/>
              </a:cxn>
              <a:cxn ang="0">
                <a:pos x="152" y="173"/>
              </a:cxn>
              <a:cxn ang="0">
                <a:pos x="122" y="182"/>
              </a:cxn>
              <a:cxn ang="0">
                <a:pos x="93" y="186"/>
              </a:cxn>
              <a:cxn ang="0">
                <a:pos x="67" y="188"/>
              </a:cxn>
            </a:cxnLst>
            <a:rect l="0" t="0" r="r" b="b"/>
            <a:pathLst>
              <a:path w="438" h="188">
                <a:moveTo>
                  <a:pt x="0" y="154"/>
                </a:moveTo>
                <a:lnTo>
                  <a:pt x="13" y="154"/>
                </a:lnTo>
                <a:lnTo>
                  <a:pt x="24" y="154"/>
                </a:lnTo>
                <a:lnTo>
                  <a:pt x="37" y="154"/>
                </a:lnTo>
                <a:lnTo>
                  <a:pt x="52" y="152"/>
                </a:lnTo>
                <a:lnTo>
                  <a:pt x="65" y="152"/>
                </a:lnTo>
                <a:lnTo>
                  <a:pt x="80" y="150"/>
                </a:lnTo>
                <a:lnTo>
                  <a:pt x="96" y="145"/>
                </a:lnTo>
                <a:lnTo>
                  <a:pt x="109" y="143"/>
                </a:lnTo>
                <a:lnTo>
                  <a:pt x="124" y="141"/>
                </a:lnTo>
                <a:lnTo>
                  <a:pt x="139" y="137"/>
                </a:lnTo>
                <a:lnTo>
                  <a:pt x="154" y="135"/>
                </a:lnTo>
                <a:lnTo>
                  <a:pt x="171" y="130"/>
                </a:lnTo>
                <a:lnTo>
                  <a:pt x="187" y="126"/>
                </a:lnTo>
                <a:lnTo>
                  <a:pt x="202" y="122"/>
                </a:lnTo>
                <a:lnTo>
                  <a:pt x="219" y="118"/>
                </a:lnTo>
                <a:lnTo>
                  <a:pt x="234" y="111"/>
                </a:lnTo>
                <a:lnTo>
                  <a:pt x="249" y="107"/>
                </a:lnTo>
                <a:lnTo>
                  <a:pt x="265" y="100"/>
                </a:lnTo>
                <a:lnTo>
                  <a:pt x="278" y="96"/>
                </a:lnTo>
                <a:lnTo>
                  <a:pt x="293" y="88"/>
                </a:lnTo>
                <a:lnTo>
                  <a:pt x="308" y="81"/>
                </a:lnTo>
                <a:lnTo>
                  <a:pt x="321" y="75"/>
                </a:lnTo>
                <a:lnTo>
                  <a:pt x="336" y="68"/>
                </a:lnTo>
                <a:lnTo>
                  <a:pt x="349" y="62"/>
                </a:lnTo>
                <a:lnTo>
                  <a:pt x="362" y="56"/>
                </a:lnTo>
                <a:lnTo>
                  <a:pt x="373" y="47"/>
                </a:lnTo>
                <a:lnTo>
                  <a:pt x="386" y="41"/>
                </a:lnTo>
                <a:lnTo>
                  <a:pt x="397" y="32"/>
                </a:lnTo>
                <a:lnTo>
                  <a:pt x="408" y="26"/>
                </a:lnTo>
                <a:lnTo>
                  <a:pt x="419" y="17"/>
                </a:lnTo>
                <a:lnTo>
                  <a:pt x="427" y="9"/>
                </a:lnTo>
                <a:lnTo>
                  <a:pt x="436" y="0"/>
                </a:lnTo>
                <a:lnTo>
                  <a:pt x="438" y="7"/>
                </a:lnTo>
                <a:lnTo>
                  <a:pt x="436" y="15"/>
                </a:lnTo>
                <a:lnTo>
                  <a:pt x="434" y="22"/>
                </a:lnTo>
                <a:lnTo>
                  <a:pt x="429" y="30"/>
                </a:lnTo>
                <a:lnTo>
                  <a:pt x="425" y="39"/>
                </a:lnTo>
                <a:lnTo>
                  <a:pt x="419" y="45"/>
                </a:lnTo>
                <a:lnTo>
                  <a:pt x="410" y="54"/>
                </a:lnTo>
                <a:lnTo>
                  <a:pt x="401" y="62"/>
                </a:lnTo>
                <a:lnTo>
                  <a:pt x="390" y="68"/>
                </a:lnTo>
                <a:lnTo>
                  <a:pt x="382" y="77"/>
                </a:lnTo>
                <a:lnTo>
                  <a:pt x="369" y="86"/>
                </a:lnTo>
                <a:lnTo>
                  <a:pt x="356" y="94"/>
                </a:lnTo>
                <a:lnTo>
                  <a:pt x="340" y="100"/>
                </a:lnTo>
                <a:lnTo>
                  <a:pt x="327" y="109"/>
                </a:lnTo>
                <a:lnTo>
                  <a:pt x="312" y="118"/>
                </a:lnTo>
                <a:lnTo>
                  <a:pt x="299" y="122"/>
                </a:lnTo>
                <a:lnTo>
                  <a:pt x="282" y="130"/>
                </a:lnTo>
                <a:lnTo>
                  <a:pt x="267" y="137"/>
                </a:lnTo>
                <a:lnTo>
                  <a:pt x="249" y="143"/>
                </a:lnTo>
                <a:lnTo>
                  <a:pt x="234" y="150"/>
                </a:lnTo>
                <a:lnTo>
                  <a:pt x="217" y="154"/>
                </a:lnTo>
                <a:lnTo>
                  <a:pt x="200" y="160"/>
                </a:lnTo>
                <a:lnTo>
                  <a:pt x="184" y="164"/>
                </a:lnTo>
                <a:lnTo>
                  <a:pt x="167" y="171"/>
                </a:lnTo>
                <a:lnTo>
                  <a:pt x="152" y="173"/>
                </a:lnTo>
                <a:lnTo>
                  <a:pt x="137" y="177"/>
                </a:lnTo>
                <a:lnTo>
                  <a:pt x="122" y="182"/>
                </a:lnTo>
                <a:lnTo>
                  <a:pt x="106" y="184"/>
                </a:lnTo>
                <a:lnTo>
                  <a:pt x="93" y="186"/>
                </a:lnTo>
                <a:lnTo>
                  <a:pt x="78" y="188"/>
                </a:lnTo>
                <a:lnTo>
                  <a:pt x="67" y="188"/>
                </a:lnTo>
                <a:lnTo>
                  <a:pt x="54" y="188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4" name="Freeform 2104"/>
          <p:cNvSpPr>
            <a:spLocks/>
          </p:cNvSpPr>
          <p:nvPr/>
        </p:nvSpPr>
        <p:spPr bwMode="auto">
          <a:xfrm>
            <a:off x="4030663" y="3870325"/>
            <a:ext cx="390525" cy="200025"/>
          </a:xfrm>
          <a:custGeom>
            <a:avLst/>
            <a:gdLst/>
            <a:ahLst/>
            <a:cxnLst>
              <a:cxn ang="0">
                <a:pos x="0" y="145"/>
              </a:cxn>
              <a:cxn ang="0">
                <a:pos x="26" y="143"/>
              </a:cxn>
              <a:cxn ang="0">
                <a:pos x="52" y="139"/>
              </a:cxn>
              <a:cxn ang="0">
                <a:pos x="76" y="132"/>
              </a:cxn>
              <a:cxn ang="0">
                <a:pos x="102" y="126"/>
              </a:cxn>
              <a:cxn ang="0">
                <a:pos x="124" y="119"/>
              </a:cxn>
              <a:cxn ang="0">
                <a:pos x="148" y="109"/>
              </a:cxn>
              <a:cxn ang="0">
                <a:pos x="169" y="100"/>
              </a:cxn>
              <a:cxn ang="0">
                <a:pos x="191" y="90"/>
              </a:cxn>
              <a:cxn ang="0">
                <a:pos x="208" y="79"/>
              </a:cxn>
              <a:cxn ang="0">
                <a:pos x="228" y="68"/>
              </a:cxn>
              <a:cxn ang="0">
                <a:pos x="245" y="58"/>
              </a:cxn>
              <a:cxn ang="0">
                <a:pos x="263" y="45"/>
              </a:cxn>
              <a:cxn ang="0">
                <a:pos x="278" y="34"/>
              </a:cxn>
              <a:cxn ang="0">
                <a:pos x="293" y="23"/>
              </a:cxn>
              <a:cxn ang="0">
                <a:pos x="306" y="11"/>
              </a:cxn>
              <a:cxn ang="0">
                <a:pos x="317" y="0"/>
              </a:cxn>
              <a:cxn ang="0">
                <a:pos x="308" y="19"/>
              </a:cxn>
              <a:cxn ang="0">
                <a:pos x="297" y="34"/>
              </a:cxn>
              <a:cxn ang="0">
                <a:pos x="284" y="49"/>
              </a:cxn>
              <a:cxn ang="0">
                <a:pos x="269" y="64"/>
              </a:cxn>
              <a:cxn ang="0">
                <a:pos x="252" y="79"/>
              </a:cxn>
              <a:cxn ang="0">
                <a:pos x="234" y="90"/>
              </a:cxn>
              <a:cxn ang="0">
                <a:pos x="215" y="102"/>
              </a:cxn>
              <a:cxn ang="0">
                <a:pos x="195" y="113"/>
              </a:cxn>
              <a:cxn ang="0">
                <a:pos x="174" y="124"/>
              </a:cxn>
              <a:cxn ang="0">
                <a:pos x="152" y="132"/>
              </a:cxn>
              <a:cxn ang="0">
                <a:pos x="132" y="141"/>
              </a:cxn>
              <a:cxn ang="0">
                <a:pos x="113" y="145"/>
              </a:cxn>
              <a:cxn ang="0">
                <a:pos x="93" y="149"/>
              </a:cxn>
              <a:cxn ang="0">
                <a:pos x="74" y="154"/>
              </a:cxn>
              <a:cxn ang="0">
                <a:pos x="57" y="156"/>
              </a:cxn>
              <a:cxn ang="0">
                <a:pos x="41" y="156"/>
              </a:cxn>
            </a:cxnLst>
            <a:rect l="0" t="0" r="r" b="b"/>
            <a:pathLst>
              <a:path w="317" h="156">
                <a:moveTo>
                  <a:pt x="0" y="145"/>
                </a:moveTo>
                <a:lnTo>
                  <a:pt x="26" y="143"/>
                </a:lnTo>
                <a:lnTo>
                  <a:pt x="52" y="139"/>
                </a:lnTo>
                <a:lnTo>
                  <a:pt x="76" y="132"/>
                </a:lnTo>
                <a:lnTo>
                  <a:pt x="102" y="126"/>
                </a:lnTo>
                <a:lnTo>
                  <a:pt x="124" y="119"/>
                </a:lnTo>
                <a:lnTo>
                  <a:pt x="148" y="109"/>
                </a:lnTo>
                <a:lnTo>
                  <a:pt x="169" y="100"/>
                </a:lnTo>
                <a:lnTo>
                  <a:pt x="191" y="90"/>
                </a:lnTo>
                <a:lnTo>
                  <a:pt x="208" y="79"/>
                </a:lnTo>
                <a:lnTo>
                  <a:pt x="228" y="68"/>
                </a:lnTo>
                <a:lnTo>
                  <a:pt x="245" y="58"/>
                </a:lnTo>
                <a:lnTo>
                  <a:pt x="263" y="45"/>
                </a:lnTo>
                <a:lnTo>
                  <a:pt x="278" y="34"/>
                </a:lnTo>
                <a:lnTo>
                  <a:pt x="293" y="23"/>
                </a:lnTo>
                <a:lnTo>
                  <a:pt x="306" y="11"/>
                </a:lnTo>
                <a:lnTo>
                  <a:pt x="317" y="0"/>
                </a:lnTo>
                <a:lnTo>
                  <a:pt x="308" y="19"/>
                </a:lnTo>
                <a:lnTo>
                  <a:pt x="297" y="34"/>
                </a:lnTo>
                <a:lnTo>
                  <a:pt x="284" y="49"/>
                </a:lnTo>
                <a:lnTo>
                  <a:pt x="269" y="64"/>
                </a:lnTo>
                <a:lnTo>
                  <a:pt x="252" y="79"/>
                </a:lnTo>
                <a:lnTo>
                  <a:pt x="234" y="90"/>
                </a:lnTo>
                <a:lnTo>
                  <a:pt x="215" y="102"/>
                </a:lnTo>
                <a:lnTo>
                  <a:pt x="195" y="113"/>
                </a:lnTo>
                <a:lnTo>
                  <a:pt x="174" y="124"/>
                </a:lnTo>
                <a:lnTo>
                  <a:pt x="152" y="132"/>
                </a:lnTo>
                <a:lnTo>
                  <a:pt x="132" y="141"/>
                </a:lnTo>
                <a:lnTo>
                  <a:pt x="113" y="145"/>
                </a:lnTo>
                <a:lnTo>
                  <a:pt x="93" y="149"/>
                </a:lnTo>
                <a:lnTo>
                  <a:pt x="74" y="154"/>
                </a:lnTo>
                <a:lnTo>
                  <a:pt x="57" y="156"/>
                </a:lnTo>
                <a:lnTo>
                  <a:pt x="41" y="156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5" name="Freeform 2105"/>
          <p:cNvSpPr>
            <a:spLocks/>
          </p:cNvSpPr>
          <p:nvPr/>
        </p:nvSpPr>
        <p:spPr bwMode="auto">
          <a:xfrm>
            <a:off x="3649663" y="3659188"/>
            <a:ext cx="725487" cy="177800"/>
          </a:xfrm>
          <a:custGeom>
            <a:avLst/>
            <a:gdLst/>
            <a:ahLst/>
            <a:cxnLst>
              <a:cxn ang="0">
                <a:pos x="13" y="36"/>
              </a:cxn>
              <a:cxn ang="0">
                <a:pos x="44" y="66"/>
              </a:cxn>
              <a:cxn ang="0">
                <a:pos x="78" y="91"/>
              </a:cxn>
              <a:cxn ang="0">
                <a:pos x="113" y="111"/>
              </a:cxn>
              <a:cxn ang="0">
                <a:pos x="152" y="123"/>
              </a:cxn>
              <a:cxn ang="0">
                <a:pos x="193" y="134"/>
              </a:cxn>
              <a:cxn ang="0">
                <a:pos x="234" y="138"/>
              </a:cxn>
              <a:cxn ang="0">
                <a:pos x="278" y="138"/>
              </a:cxn>
              <a:cxn ang="0">
                <a:pos x="321" y="138"/>
              </a:cxn>
              <a:cxn ang="0">
                <a:pos x="362" y="132"/>
              </a:cxn>
              <a:cxn ang="0">
                <a:pos x="406" y="123"/>
              </a:cxn>
              <a:cxn ang="0">
                <a:pos x="445" y="113"/>
              </a:cxn>
              <a:cxn ang="0">
                <a:pos x="481" y="100"/>
              </a:cxn>
              <a:cxn ang="0">
                <a:pos x="516" y="87"/>
              </a:cxn>
              <a:cxn ang="0">
                <a:pos x="549" y="74"/>
              </a:cxn>
              <a:cxn ang="0">
                <a:pos x="577" y="59"/>
              </a:cxn>
              <a:cxn ang="0">
                <a:pos x="566" y="57"/>
              </a:cxn>
              <a:cxn ang="0">
                <a:pos x="523" y="70"/>
              </a:cxn>
              <a:cxn ang="0">
                <a:pos x="479" y="83"/>
              </a:cxn>
              <a:cxn ang="0">
                <a:pos x="438" y="94"/>
              </a:cxn>
              <a:cxn ang="0">
                <a:pos x="399" y="102"/>
              </a:cxn>
              <a:cxn ang="0">
                <a:pos x="360" y="108"/>
              </a:cxn>
              <a:cxn ang="0">
                <a:pos x="321" y="113"/>
              </a:cxn>
              <a:cxn ang="0">
                <a:pos x="284" y="115"/>
              </a:cxn>
              <a:cxn ang="0">
                <a:pos x="247" y="115"/>
              </a:cxn>
              <a:cxn ang="0">
                <a:pos x="213" y="111"/>
              </a:cxn>
              <a:cxn ang="0">
                <a:pos x="178" y="104"/>
              </a:cxn>
              <a:cxn ang="0">
                <a:pos x="146" y="94"/>
              </a:cxn>
              <a:cxn ang="0">
                <a:pos x="111" y="81"/>
              </a:cxn>
              <a:cxn ang="0">
                <a:pos x="78" y="62"/>
              </a:cxn>
              <a:cxn ang="0">
                <a:pos x="48" y="40"/>
              </a:cxn>
              <a:cxn ang="0">
                <a:pos x="16" y="17"/>
              </a:cxn>
            </a:cxnLst>
            <a:rect l="0" t="0" r="r" b="b"/>
            <a:pathLst>
              <a:path w="590" h="138">
                <a:moveTo>
                  <a:pt x="0" y="19"/>
                </a:moveTo>
                <a:lnTo>
                  <a:pt x="13" y="36"/>
                </a:lnTo>
                <a:lnTo>
                  <a:pt x="29" y="51"/>
                </a:lnTo>
                <a:lnTo>
                  <a:pt x="44" y="66"/>
                </a:lnTo>
                <a:lnTo>
                  <a:pt x="61" y="81"/>
                </a:lnTo>
                <a:lnTo>
                  <a:pt x="78" y="91"/>
                </a:lnTo>
                <a:lnTo>
                  <a:pt x="96" y="102"/>
                </a:lnTo>
                <a:lnTo>
                  <a:pt x="113" y="111"/>
                </a:lnTo>
                <a:lnTo>
                  <a:pt x="133" y="119"/>
                </a:lnTo>
                <a:lnTo>
                  <a:pt x="152" y="123"/>
                </a:lnTo>
                <a:lnTo>
                  <a:pt x="174" y="130"/>
                </a:lnTo>
                <a:lnTo>
                  <a:pt x="193" y="134"/>
                </a:lnTo>
                <a:lnTo>
                  <a:pt x="215" y="136"/>
                </a:lnTo>
                <a:lnTo>
                  <a:pt x="234" y="138"/>
                </a:lnTo>
                <a:lnTo>
                  <a:pt x="258" y="138"/>
                </a:lnTo>
                <a:lnTo>
                  <a:pt x="278" y="138"/>
                </a:lnTo>
                <a:lnTo>
                  <a:pt x="299" y="138"/>
                </a:lnTo>
                <a:lnTo>
                  <a:pt x="321" y="138"/>
                </a:lnTo>
                <a:lnTo>
                  <a:pt x="343" y="136"/>
                </a:lnTo>
                <a:lnTo>
                  <a:pt x="362" y="132"/>
                </a:lnTo>
                <a:lnTo>
                  <a:pt x="384" y="128"/>
                </a:lnTo>
                <a:lnTo>
                  <a:pt x="406" y="123"/>
                </a:lnTo>
                <a:lnTo>
                  <a:pt x="425" y="119"/>
                </a:lnTo>
                <a:lnTo>
                  <a:pt x="445" y="113"/>
                </a:lnTo>
                <a:lnTo>
                  <a:pt x="464" y="106"/>
                </a:lnTo>
                <a:lnTo>
                  <a:pt x="481" y="100"/>
                </a:lnTo>
                <a:lnTo>
                  <a:pt x="501" y="94"/>
                </a:lnTo>
                <a:lnTo>
                  <a:pt x="516" y="87"/>
                </a:lnTo>
                <a:lnTo>
                  <a:pt x="533" y="81"/>
                </a:lnTo>
                <a:lnTo>
                  <a:pt x="549" y="74"/>
                </a:lnTo>
                <a:lnTo>
                  <a:pt x="564" y="66"/>
                </a:lnTo>
                <a:lnTo>
                  <a:pt x="577" y="59"/>
                </a:lnTo>
                <a:lnTo>
                  <a:pt x="590" y="51"/>
                </a:lnTo>
                <a:lnTo>
                  <a:pt x="566" y="57"/>
                </a:lnTo>
                <a:lnTo>
                  <a:pt x="544" y="64"/>
                </a:lnTo>
                <a:lnTo>
                  <a:pt x="523" y="70"/>
                </a:lnTo>
                <a:lnTo>
                  <a:pt x="503" y="76"/>
                </a:lnTo>
                <a:lnTo>
                  <a:pt x="479" y="83"/>
                </a:lnTo>
                <a:lnTo>
                  <a:pt x="460" y="87"/>
                </a:lnTo>
                <a:lnTo>
                  <a:pt x="438" y="94"/>
                </a:lnTo>
                <a:lnTo>
                  <a:pt x="419" y="98"/>
                </a:lnTo>
                <a:lnTo>
                  <a:pt x="399" y="102"/>
                </a:lnTo>
                <a:lnTo>
                  <a:pt x="380" y="104"/>
                </a:lnTo>
                <a:lnTo>
                  <a:pt x="360" y="108"/>
                </a:lnTo>
                <a:lnTo>
                  <a:pt x="341" y="111"/>
                </a:lnTo>
                <a:lnTo>
                  <a:pt x="321" y="113"/>
                </a:lnTo>
                <a:lnTo>
                  <a:pt x="302" y="113"/>
                </a:lnTo>
                <a:lnTo>
                  <a:pt x="284" y="115"/>
                </a:lnTo>
                <a:lnTo>
                  <a:pt x="267" y="115"/>
                </a:lnTo>
                <a:lnTo>
                  <a:pt x="247" y="115"/>
                </a:lnTo>
                <a:lnTo>
                  <a:pt x="230" y="113"/>
                </a:lnTo>
                <a:lnTo>
                  <a:pt x="213" y="111"/>
                </a:lnTo>
                <a:lnTo>
                  <a:pt x="195" y="108"/>
                </a:lnTo>
                <a:lnTo>
                  <a:pt x="178" y="104"/>
                </a:lnTo>
                <a:lnTo>
                  <a:pt x="163" y="98"/>
                </a:lnTo>
                <a:lnTo>
                  <a:pt x="146" y="94"/>
                </a:lnTo>
                <a:lnTo>
                  <a:pt x="128" y="87"/>
                </a:lnTo>
                <a:lnTo>
                  <a:pt x="111" y="81"/>
                </a:lnTo>
                <a:lnTo>
                  <a:pt x="96" y="72"/>
                </a:lnTo>
                <a:lnTo>
                  <a:pt x="78" y="62"/>
                </a:lnTo>
                <a:lnTo>
                  <a:pt x="63" y="53"/>
                </a:lnTo>
                <a:lnTo>
                  <a:pt x="48" y="40"/>
                </a:lnTo>
                <a:lnTo>
                  <a:pt x="33" y="27"/>
                </a:lnTo>
                <a:lnTo>
                  <a:pt x="16" y="17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6" name="Freeform 2106"/>
          <p:cNvSpPr>
            <a:spLocks/>
          </p:cNvSpPr>
          <p:nvPr/>
        </p:nvSpPr>
        <p:spPr bwMode="auto">
          <a:xfrm>
            <a:off x="3654425" y="3595688"/>
            <a:ext cx="533400" cy="184150"/>
          </a:xfrm>
          <a:custGeom>
            <a:avLst/>
            <a:gdLst/>
            <a:ahLst/>
            <a:cxnLst>
              <a:cxn ang="0">
                <a:pos x="13" y="25"/>
              </a:cxn>
              <a:cxn ang="0">
                <a:pos x="30" y="40"/>
              </a:cxn>
              <a:cxn ang="0">
                <a:pos x="49" y="57"/>
              </a:cxn>
              <a:cxn ang="0">
                <a:pos x="69" y="72"/>
              </a:cxn>
              <a:cxn ang="0">
                <a:pos x="88" y="85"/>
              </a:cxn>
              <a:cxn ang="0">
                <a:pos x="108" y="98"/>
              </a:cxn>
              <a:cxn ang="0">
                <a:pos x="130" y="108"/>
              </a:cxn>
              <a:cxn ang="0">
                <a:pos x="153" y="119"/>
              </a:cxn>
              <a:cxn ang="0">
                <a:pos x="177" y="128"/>
              </a:cxn>
              <a:cxn ang="0">
                <a:pos x="205" y="134"/>
              </a:cxn>
              <a:cxn ang="0">
                <a:pos x="231" y="138"/>
              </a:cxn>
              <a:cxn ang="0">
                <a:pos x="264" y="143"/>
              </a:cxn>
              <a:cxn ang="0">
                <a:pos x="294" y="143"/>
              </a:cxn>
              <a:cxn ang="0">
                <a:pos x="331" y="143"/>
              </a:cxn>
              <a:cxn ang="0">
                <a:pos x="370" y="138"/>
              </a:cxn>
              <a:cxn ang="0">
                <a:pos x="411" y="134"/>
              </a:cxn>
              <a:cxn ang="0">
                <a:pos x="416" y="132"/>
              </a:cxn>
              <a:cxn ang="0">
                <a:pos x="381" y="134"/>
              </a:cxn>
              <a:cxn ang="0">
                <a:pos x="346" y="134"/>
              </a:cxn>
              <a:cxn ang="0">
                <a:pos x="314" y="134"/>
              </a:cxn>
              <a:cxn ang="0">
                <a:pos x="283" y="130"/>
              </a:cxn>
              <a:cxn ang="0">
                <a:pos x="255" y="125"/>
              </a:cxn>
              <a:cxn ang="0">
                <a:pos x="225" y="117"/>
              </a:cxn>
              <a:cxn ang="0">
                <a:pos x="199" y="111"/>
              </a:cxn>
              <a:cxn ang="0">
                <a:pos x="175" y="100"/>
              </a:cxn>
              <a:cxn ang="0">
                <a:pos x="149" y="91"/>
              </a:cxn>
              <a:cxn ang="0">
                <a:pos x="123" y="79"/>
              </a:cxn>
              <a:cxn ang="0">
                <a:pos x="99" y="66"/>
              </a:cxn>
              <a:cxn ang="0">
                <a:pos x="78" y="53"/>
              </a:cxn>
              <a:cxn ang="0">
                <a:pos x="54" y="38"/>
              </a:cxn>
              <a:cxn ang="0">
                <a:pos x="30" y="23"/>
              </a:cxn>
              <a:cxn ang="0">
                <a:pos x="8" y="8"/>
              </a:cxn>
            </a:cxnLst>
            <a:rect l="0" t="0" r="r" b="b"/>
            <a:pathLst>
              <a:path w="435" h="143">
                <a:moveTo>
                  <a:pt x="2" y="17"/>
                </a:moveTo>
                <a:lnTo>
                  <a:pt x="13" y="25"/>
                </a:lnTo>
                <a:lnTo>
                  <a:pt x="21" y="34"/>
                </a:lnTo>
                <a:lnTo>
                  <a:pt x="30" y="40"/>
                </a:lnTo>
                <a:lnTo>
                  <a:pt x="41" y="49"/>
                </a:lnTo>
                <a:lnTo>
                  <a:pt x="49" y="57"/>
                </a:lnTo>
                <a:lnTo>
                  <a:pt x="58" y="64"/>
                </a:lnTo>
                <a:lnTo>
                  <a:pt x="69" y="72"/>
                </a:lnTo>
                <a:lnTo>
                  <a:pt x="80" y="79"/>
                </a:lnTo>
                <a:lnTo>
                  <a:pt x="88" y="85"/>
                </a:lnTo>
                <a:lnTo>
                  <a:pt x="99" y="91"/>
                </a:lnTo>
                <a:lnTo>
                  <a:pt x="108" y="98"/>
                </a:lnTo>
                <a:lnTo>
                  <a:pt x="121" y="104"/>
                </a:lnTo>
                <a:lnTo>
                  <a:pt x="130" y="108"/>
                </a:lnTo>
                <a:lnTo>
                  <a:pt x="143" y="115"/>
                </a:lnTo>
                <a:lnTo>
                  <a:pt x="153" y="119"/>
                </a:lnTo>
                <a:lnTo>
                  <a:pt x="166" y="125"/>
                </a:lnTo>
                <a:lnTo>
                  <a:pt x="177" y="128"/>
                </a:lnTo>
                <a:lnTo>
                  <a:pt x="190" y="132"/>
                </a:lnTo>
                <a:lnTo>
                  <a:pt x="205" y="134"/>
                </a:lnTo>
                <a:lnTo>
                  <a:pt x="218" y="136"/>
                </a:lnTo>
                <a:lnTo>
                  <a:pt x="231" y="138"/>
                </a:lnTo>
                <a:lnTo>
                  <a:pt x="247" y="140"/>
                </a:lnTo>
                <a:lnTo>
                  <a:pt x="264" y="143"/>
                </a:lnTo>
                <a:lnTo>
                  <a:pt x="279" y="143"/>
                </a:lnTo>
                <a:lnTo>
                  <a:pt x="294" y="143"/>
                </a:lnTo>
                <a:lnTo>
                  <a:pt x="314" y="143"/>
                </a:lnTo>
                <a:lnTo>
                  <a:pt x="331" y="143"/>
                </a:lnTo>
                <a:lnTo>
                  <a:pt x="351" y="140"/>
                </a:lnTo>
                <a:lnTo>
                  <a:pt x="370" y="138"/>
                </a:lnTo>
                <a:lnTo>
                  <a:pt x="390" y="136"/>
                </a:lnTo>
                <a:lnTo>
                  <a:pt x="411" y="134"/>
                </a:lnTo>
                <a:lnTo>
                  <a:pt x="435" y="132"/>
                </a:lnTo>
                <a:lnTo>
                  <a:pt x="416" y="132"/>
                </a:lnTo>
                <a:lnTo>
                  <a:pt x="396" y="134"/>
                </a:lnTo>
                <a:lnTo>
                  <a:pt x="381" y="134"/>
                </a:lnTo>
                <a:lnTo>
                  <a:pt x="364" y="134"/>
                </a:lnTo>
                <a:lnTo>
                  <a:pt x="346" y="134"/>
                </a:lnTo>
                <a:lnTo>
                  <a:pt x="329" y="134"/>
                </a:lnTo>
                <a:lnTo>
                  <a:pt x="314" y="134"/>
                </a:lnTo>
                <a:lnTo>
                  <a:pt x="299" y="132"/>
                </a:lnTo>
                <a:lnTo>
                  <a:pt x="283" y="130"/>
                </a:lnTo>
                <a:lnTo>
                  <a:pt x="268" y="128"/>
                </a:lnTo>
                <a:lnTo>
                  <a:pt x="255" y="125"/>
                </a:lnTo>
                <a:lnTo>
                  <a:pt x="240" y="121"/>
                </a:lnTo>
                <a:lnTo>
                  <a:pt x="225" y="117"/>
                </a:lnTo>
                <a:lnTo>
                  <a:pt x="212" y="115"/>
                </a:lnTo>
                <a:lnTo>
                  <a:pt x="199" y="111"/>
                </a:lnTo>
                <a:lnTo>
                  <a:pt x="186" y="106"/>
                </a:lnTo>
                <a:lnTo>
                  <a:pt x="175" y="100"/>
                </a:lnTo>
                <a:lnTo>
                  <a:pt x="160" y="96"/>
                </a:lnTo>
                <a:lnTo>
                  <a:pt x="149" y="91"/>
                </a:lnTo>
                <a:lnTo>
                  <a:pt x="136" y="85"/>
                </a:lnTo>
                <a:lnTo>
                  <a:pt x="123" y="79"/>
                </a:lnTo>
                <a:lnTo>
                  <a:pt x="112" y="72"/>
                </a:lnTo>
                <a:lnTo>
                  <a:pt x="99" y="66"/>
                </a:lnTo>
                <a:lnTo>
                  <a:pt x="88" y="59"/>
                </a:lnTo>
                <a:lnTo>
                  <a:pt x="78" y="53"/>
                </a:lnTo>
                <a:lnTo>
                  <a:pt x="65" y="44"/>
                </a:lnTo>
                <a:lnTo>
                  <a:pt x="54" y="38"/>
                </a:lnTo>
                <a:lnTo>
                  <a:pt x="41" y="32"/>
                </a:lnTo>
                <a:lnTo>
                  <a:pt x="30" y="23"/>
                </a:lnTo>
                <a:lnTo>
                  <a:pt x="19" y="15"/>
                </a:lnTo>
                <a:lnTo>
                  <a:pt x="8" y="8"/>
                </a:lnTo>
                <a:lnTo>
                  <a:pt x="0" y="0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27" name="Freeform 2107"/>
          <p:cNvSpPr>
            <a:spLocks/>
          </p:cNvSpPr>
          <p:nvPr/>
        </p:nvSpPr>
        <p:spPr bwMode="auto">
          <a:xfrm>
            <a:off x="3648075" y="3557588"/>
            <a:ext cx="436563" cy="193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" y="13"/>
              </a:cxn>
              <a:cxn ang="0">
                <a:pos x="41" y="25"/>
              </a:cxn>
              <a:cxn ang="0">
                <a:pos x="61" y="38"/>
              </a:cxn>
              <a:cxn ang="0">
                <a:pos x="83" y="51"/>
              </a:cxn>
              <a:cxn ang="0">
                <a:pos x="104" y="64"/>
              </a:cxn>
              <a:cxn ang="0">
                <a:pos x="124" y="79"/>
              </a:cxn>
              <a:cxn ang="0">
                <a:pos x="145" y="89"/>
              </a:cxn>
              <a:cxn ang="0">
                <a:pos x="167" y="102"/>
              </a:cxn>
              <a:cxn ang="0">
                <a:pos x="189" y="113"/>
              </a:cxn>
              <a:cxn ang="0">
                <a:pos x="210" y="123"/>
              </a:cxn>
              <a:cxn ang="0">
                <a:pos x="234" y="132"/>
              </a:cxn>
              <a:cxn ang="0">
                <a:pos x="258" y="141"/>
              </a:cxn>
              <a:cxn ang="0">
                <a:pos x="280" y="145"/>
              </a:cxn>
              <a:cxn ang="0">
                <a:pos x="306" y="149"/>
              </a:cxn>
              <a:cxn ang="0">
                <a:pos x="330" y="151"/>
              </a:cxn>
              <a:cxn ang="0">
                <a:pos x="356" y="151"/>
              </a:cxn>
              <a:cxn ang="0">
                <a:pos x="334" y="145"/>
              </a:cxn>
              <a:cxn ang="0">
                <a:pos x="314" y="138"/>
              </a:cxn>
              <a:cxn ang="0">
                <a:pos x="293" y="130"/>
              </a:cxn>
              <a:cxn ang="0">
                <a:pos x="271" y="121"/>
              </a:cxn>
            </a:cxnLst>
            <a:rect l="0" t="0" r="r" b="b"/>
            <a:pathLst>
              <a:path w="356" h="151">
                <a:moveTo>
                  <a:pt x="0" y="0"/>
                </a:moveTo>
                <a:lnTo>
                  <a:pt x="20" y="13"/>
                </a:lnTo>
                <a:lnTo>
                  <a:pt x="41" y="25"/>
                </a:lnTo>
                <a:lnTo>
                  <a:pt x="61" y="38"/>
                </a:lnTo>
                <a:lnTo>
                  <a:pt x="83" y="51"/>
                </a:lnTo>
                <a:lnTo>
                  <a:pt x="104" y="64"/>
                </a:lnTo>
                <a:lnTo>
                  <a:pt x="124" y="79"/>
                </a:lnTo>
                <a:lnTo>
                  <a:pt x="145" y="89"/>
                </a:lnTo>
                <a:lnTo>
                  <a:pt x="167" y="102"/>
                </a:lnTo>
                <a:lnTo>
                  <a:pt x="189" y="113"/>
                </a:lnTo>
                <a:lnTo>
                  <a:pt x="210" y="123"/>
                </a:lnTo>
                <a:lnTo>
                  <a:pt x="234" y="132"/>
                </a:lnTo>
                <a:lnTo>
                  <a:pt x="258" y="141"/>
                </a:lnTo>
                <a:lnTo>
                  <a:pt x="280" y="145"/>
                </a:lnTo>
                <a:lnTo>
                  <a:pt x="306" y="149"/>
                </a:lnTo>
                <a:lnTo>
                  <a:pt x="330" y="151"/>
                </a:lnTo>
                <a:lnTo>
                  <a:pt x="356" y="151"/>
                </a:lnTo>
                <a:lnTo>
                  <a:pt x="334" y="145"/>
                </a:lnTo>
                <a:lnTo>
                  <a:pt x="314" y="138"/>
                </a:lnTo>
                <a:lnTo>
                  <a:pt x="293" y="130"/>
                </a:lnTo>
                <a:lnTo>
                  <a:pt x="271" y="121"/>
                </a:lnTo>
              </a:path>
            </a:pathLst>
          </a:custGeom>
          <a:solidFill>
            <a:srgbClr val="FF33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31" name="Text Box 2111"/>
          <p:cNvSpPr txBox="1">
            <a:spLocks noChangeArrowheads="1"/>
          </p:cNvSpPr>
          <p:nvPr/>
        </p:nvSpPr>
        <p:spPr bwMode="auto">
          <a:xfrm>
            <a:off x="677863" y="2446338"/>
            <a:ext cx="2185983" cy="114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4053" dir="1857825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en-US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Troch</a:t>
            </a:r>
            <a:r>
              <a:rPr lang="sk-SK" sz="40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u</a:t>
            </a:r>
            <a:endParaRPr lang="en-US" sz="40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85000"/>
              </a:lnSpc>
            </a:pPr>
            <a:r>
              <a:rPr lang="en-US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kyslík</a:t>
            </a:r>
            <a:r>
              <a:rPr lang="sk-SK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</a:t>
            </a:r>
            <a:endParaRPr lang="en-US" sz="20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160832" name="Picture 2112" descr="G:\PFiles\MSOffice\Clipart\standard\stddir3\hh02154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60463" y="3776663"/>
            <a:ext cx="1355725" cy="1419225"/>
          </a:xfrm>
          <a:prstGeom prst="rect">
            <a:avLst/>
          </a:prstGeom>
          <a:noFill/>
          <a:effectLst>
            <a:outerShdw dist="45791" dir="2021404" algn="ctr" rotWithShape="0">
              <a:schemeClr val="tx1"/>
            </a:outerShdw>
          </a:effectLst>
        </p:spPr>
      </p:pic>
      <p:sp>
        <p:nvSpPr>
          <p:cNvPr id="160833" name="Rectangle 2113"/>
          <p:cNvSpPr>
            <a:spLocks noChangeArrowheads="1"/>
          </p:cNvSpPr>
          <p:nvPr/>
        </p:nvSpPr>
        <p:spPr bwMode="auto">
          <a:xfrm>
            <a:off x="1690688" y="4022725"/>
            <a:ext cx="295275" cy="495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sp>
        <p:nvSpPr>
          <p:cNvPr id="160834" name="Freeform 2114"/>
          <p:cNvSpPr>
            <a:spLocks/>
          </p:cNvSpPr>
          <p:nvPr/>
        </p:nvSpPr>
        <p:spPr bwMode="auto">
          <a:xfrm rot="241293">
            <a:off x="1754188" y="4122738"/>
            <a:ext cx="174625" cy="427037"/>
          </a:xfrm>
          <a:custGeom>
            <a:avLst/>
            <a:gdLst/>
            <a:ahLst/>
            <a:cxnLst>
              <a:cxn ang="0">
                <a:pos x="69" y="347"/>
              </a:cxn>
              <a:cxn ang="0">
                <a:pos x="91" y="347"/>
              </a:cxn>
              <a:cxn ang="0">
                <a:pos x="91" y="69"/>
              </a:cxn>
              <a:cxn ang="0">
                <a:pos x="136" y="69"/>
              </a:cxn>
              <a:cxn ang="0">
                <a:pos x="69" y="0"/>
              </a:cxn>
              <a:cxn ang="0">
                <a:pos x="0" y="69"/>
              </a:cxn>
              <a:cxn ang="0">
                <a:pos x="47" y="69"/>
              </a:cxn>
              <a:cxn ang="0">
                <a:pos x="47" y="347"/>
              </a:cxn>
              <a:cxn ang="0">
                <a:pos x="69" y="347"/>
              </a:cxn>
            </a:cxnLst>
            <a:rect l="0" t="0" r="r" b="b"/>
            <a:pathLst>
              <a:path w="136" h="347">
                <a:moveTo>
                  <a:pt x="69" y="347"/>
                </a:moveTo>
                <a:lnTo>
                  <a:pt x="91" y="347"/>
                </a:lnTo>
                <a:lnTo>
                  <a:pt x="91" y="69"/>
                </a:lnTo>
                <a:lnTo>
                  <a:pt x="136" y="69"/>
                </a:lnTo>
                <a:lnTo>
                  <a:pt x="69" y="0"/>
                </a:lnTo>
                <a:lnTo>
                  <a:pt x="0" y="69"/>
                </a:lnTo>
                <a:lnTo>
                  <a:pt x="47" y="69"/>
                </a:lnTo>
                <a:lnTo>
                  <a:pt x="47" y="347"/>
                </a:lnTo>
                <a:lnTo>
                  <a:pt x="69" y="34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160835" name="Text Box 2115"/>
          <p:cNvSpPr txBox="1">
            <a:spLocks noChangeArrowheads="1"/>
          </p:cNvSpPr>
          <p:nvPr/>
        </p:nvSpPr>
        <p:spPr bwMode="auto">
          <a:xfrm>
            <a:off x="1181100" y="5257800"/>
            <a:ext cx="12573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u="none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0 minuta</a:t>
            </a:r>
          </a:p>
        </p:txBody>
      </p:sp>
      <p:sp>
        <p:nvSpPr>
          <p:cNvPr id="160904" name="Text Box 2184"/>
          <p:cNvSpPr txBox="1">
            <a:spLocks noChangeArrowheads="1"/>
          </p:cNvSpPr>
          <p:nvPr/>
        </p:nvSpPr>
        <p:spPr bwMode="auto">
          <a:xfrm>
            <a:off x="1636713" y="898525"/>
            <a:ext cx="565077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r>
              <a:rPr lang="en-US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Náhl</a:t>
            </a:r>
            <a:r>
              <a:rPr lang="sk-SK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en-US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úmrt</a:t>
            </a:r>
            <a:r>
              <a:rPr lang="sk-SK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endParaRPr lang="en-US" sz="6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65" name="Obrázek 64" descr="logo certifik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30" name="Freeform 1162"/>
          <p:cNvSpPr>
            <a:spLocks/>
          </p:cNvSpPr>
          <p:nvPr/>
        </p:nvSpPr>
        <p:spPr bwMode="auto">
          <a:xfrm>
            <a:off x="3352800" y="2057400"/>
            <a:ext cx="2894013" cy="3448050"/>
          </a:xfrm>
          <a:custGeom>
            <a:avLst/>
            <a:gdLst/>
            <a:ahLst/>
            <a:cxnLst>
              <a:cxn ang="0">
                <a:pos x="308" y="2202"/>
              </a:cxn>
              <a:cxn ang="0">
                <a:pos x="362" y="2033"/>
              </a:cxn>
              <a:cxn ang="0">
                <a:pos x="364" y="1865"/>
              </a:cxn>
              <a:cxn ang="0">
                <a:pos x="286" y="1694"/>
              </a:cxn>
              <a:cxn ang="0">
                <a:pos x="189" y="1534"/>
              </a:cxn>
              <a:cxn ang="0">
                <a:pos x="95" y="1376"/>
              </a:cxn>
              <a:cxn ang="0">
                <a:pos x="28" y="1203"/>
              </a:cxn>
              <a:cxn ang="0">
                <a:pos x="0" y="999"/>
              </a:cxn>
              <a:cxn ang="0">
                <a:pos x="30" y="772"/>
              </a:cxn>
              <a:cxn ang="0">
                <a:pos x="91" y="597"/>
              </a:cxn>
              <a:cxn ang="0">
                <a:pos x="184" y="442"/>
              </a:cxn>
              <a:cxn ang="0">
                <a:pos x="312" y="305"/>
              </a:cxn>
              <a:cxn ang="0">
                <a:pos x="483" y="184"/>
              </a:cxn>
              <a:cxn ang="0">
                <a:pos x="709" y="73"/>
              </a:cxn>
              <a:cxn ang="0">
                <a:pos x="878" y="26"/>
              </a:cxn>
              <a:cxn ang="0">
                <a:pos x="1062" y="2"/>
              </a:cxn>
              <a:cxn ang="0">
                <a:pos x="1250" y="4"/>
              </a:cxn>
              <a:cxn ang="0">
                <a:pos x="1435" y="30"/>
              </a:cxn>
              <a:cxn ang="0">
                <a:pos x="1604" y="77"/>
              </a:cxn>
              <a:cxn ang="0">
                <a:pos x="1745" y="143"/>
              </a:cxn>
              <a:cxn ang="0">
                <a:pos x="1875" y="245"/>
              </a:cxn>
              <a:cxn ang="0">
                <a:pos x="1989" y="376"/>
              </a:cxn>
              <a:cxn ang="0">
                <a:pos x="2078" y="525"/>
              </a:cxn>
              <a:cxn ang="0">
                <a:pos x="2132" y="685"/>
              </a:cxn>
              <a:cxn ang="0">
                <a:pos x="2152" y="811"/>
              </a:cxn>
              <a:cxn ang="0">
                <a:pos x="2187" y="883"/>
              </a:cxn>
              <a:cxn ang="0">
                <a:pos x="2202" y="947"/>
              </a:cxn>
              <a:cxn ang="0">
                <a:pos x="2169" y="1009"/>
              </a:cxn>
              <a:cxn ang="0">
                <a:pos x="2124" y="1065"/>
              </a:cxn>
              <a:cxn ang="0">
                <a:pos x="2109" y="1146"/>
              </a:cxn>
              <a:cxn ang="0">
                <a:pos x="2178" y="1261"/>
              </a:cxn>
              <a:cxn ang="0">
                <a:pos x="2239" y="1344"/>
              </a:cxn>
              <a:cxn ang="0">
                <a:pos x="2314" y="1408"/>
              </a:cxn>
              <a:cxn ang="0">
                <a:pos x="2356" y="1470"/>
              </a:cxn>
              <a:cxn ang="0">
                <a:pos x="2347" y="1528"/>
              </a:cxn>
              <a:cxn ang="0">
                <a:pos x="2297" y="1572"/>
              </a:cxn>
              <a:cxn ang="0">
                <a:pos x="2189" y="1649"/>
              </a:cxn>
              <a:cxn ang="0">
                <a:pos x="2210" y="1754"/>
              </a:cxn>
              <a:cxn ang="0">
                <a:pos x="2184" y="1788"/>
              </a:cxn>
              <a:cxn ang="0">
                <a:pos x="2150" y="1811"/>
              </a:cxn>
              <a:cxn ang="0">
                <a:pos x="2143" y="1837"/>
              </a:cxn>
              <a:cxn ang="0">
                <a:pos x="2167" y="1903"/>
              </a:cxn>
              <a:cxn ang="0">
                <a:pos x="2109" y="1965"/>
              </a:cxn>
              <a:cxn ang="0">
                <a:pos x="2080" y="2035"/>
              </a:cxn>
              <a:cxn ang="0">
                <a:pos x="2115" y="2155"/>
              </a:cxn>
              <a:cxn ang="0">
                <a:pos x="2102" y="2255"/>
              </a:cxn>
              <a:cxn ang="0">
                <a:pos x="2022" y="2313"/>
              </a:cxn>
              <a:cxn ang="0">
                <a:pos x="1805" y="2323"/>
              </a:cxn>
              <a:cxn ang="0">
                <a:pos x="1638" y="2328"/>
              </a:cxn>
              <a:cxn ang="0">
                <a:pos x="1547" y="2428"/>
              </a:cxn>
              <a:cxn ang="0">
                <a:pos x="1476" y="2590"/>
              </a:cxn>
            </a:cxnLst>
            <a:rect l="0" t="0" r="r" b="b"/>
            <a:pathLst>
              <a:path w="2356" h="2682">
                <a:moveTo>
                  <a:pt x="1415" y="2682"/>
                </a:moveTo>
                <a:lnTo>
                  <a:pt x="286" y="2257"/>
                </a:lnTo>
                <a:lnTo>
                  <a:pt x="308" y="2202"/>
                </a:lnTo>
                <a:lnTo>
                  <a:pt x="329" y="2146"/>
                </a:lnTo>
                <a:lnTo>
                  <a:pt x="349" y="2091"/>
                </a:lnTo>
                <a:lnTo>
                  <a:pt x="362" y="2033"/>
                </a:lnTo>
                <a:lnTo>
                  <a:pt x="371" y="1976"/>
                </a:lnTo>
                <a:lnTo>
                  <a:pt x="373" y="1920"/>
                </a:lnTo>
                <a:lnTo>
                  <a:pt x="364" y="1865"/>
                </a:lnTo>
                <a:lnTo>
                  <a:pt x="345" y="1809"/>
                </a:lnTo>
                <a:lnTo>
                  <a:pt x="316" y="1749"/>
                </a:lnTo>
                <a:lnTo>
                  <a:pt x="286" y="1694"/>
                </a:lnTo>
                <a:lnTo>
                  <a:pt x="254" y="1639"/>
                </a:lnTo>
                <a:lnTo>
                  <a:pt x="221" y="1587"/>
                </a:lnTo>
                <a:lnTo>
                  <a:pt x="189" y="1534"/>
                </a:lnTo>
                <a:lnTo>
                  <a:pt x="156" y="1481"/>
                </a:lnTo>
                <a:lnTo>
                  <a:pt x="126" y="1429"/>
                </a:lnTo>
                <a:lnTo>
                  <a:pt x="95" y="1376"/>
                </a:lnTo>
                <a:lnTo>
                  <a:pt x="69" y="1321"/>
                </a:lnTo>
                <a:lnTo>
                  <a:pt x="48" y="1263"/>
                </a:lnTo>
                <a:lnTo>
                  <a:pt x="28" y="1203"/>
                </a:lnTo>
                <a:lnTo>
                  <a:pt x="13" y="1139"/>
                </a:lnTo>
                <a:lnTo>
                  <a:pt x="4" y="1071"/>
                </a:lnTo>
                <a:lnTo>
                  <a:pt x="0" y="999"/>
                </a:lnTo>
                <a:lnTo>
                  <a:pt x="4" y="920"/>
                </a:lnTo>
                <a:lnTo>
                  <a:pt x="15" y="834"/>
                </a:lnTo>
                <a:lnTo>
                  <a:pt x="30" y="772"/>
                </a:lnTo>
                <a:lnTo>
                  <a:pt x="48" y="711"/>
                </a:lnTo>
                <a:lnTo>
                  <a:pt x="69" y="653"/>
                </a:lnTo>
                <a:lnTo>
                  <a:pt x="91" y="597"/>
                </a:lnTo>
                <a:lnTo>
                  <a:pt x="119" y="544"/>
                </a:lnTo>
                <a:lnTo>
                  <a:pt x="150" y="493"/>
                </a:lnTo>
                <a:lnTo>
                  <a:pt x="184" y="442"/>
                </a:lnTo>
                <a:lnTo>
                  <a:pt x="221" y="395"/>
                </a:lnTo>
                <a:lnTo>
                  <a:pt x="262" y="350"/>
                </a:lnTo>
                <a:lnTo>
                  <a:pt x="312" y="305"/>
                </a:lnTo>
                <a:lnTo>
                  <a:pt x="362" y="263"/>
                </a:lnTo>
                <a:lnTo>
                  <a:pt x="420" y="224"/>
                </a:lnTo>
                <a:lnTo>
                  <a:pt x="483" y="184"/>
                </a:lnTo>
                <a:lnTo>
                  <a:pt x="553" y="145"/>
                </a:lnTo>
                <a:lnTo>
                  <a:pt x="628" y="109"/>
                </a:lnTo>
                <a:lnTo>
                  <a:pt x="709" y="73"/>
                </a:lnTo>
                <a:lnTo>
                  <a:pt x="763" y="56"/>
                </a:lnTo>
                <a:lnTo>
                  <a:pt x="819" y="39"/>
                </a:lnTo>
                <a:lnTo>
                  <a:pt x="878" y="26"/>
                </a:lnTo>
                <a:lnTo>
                  <a:pt x="938" y="13"/>
                </a:lnTo>
                <a:lnTo>
                  <a:pt x="999" y="7"/>
                </a:lnTo>
                <a:lnTo>
                  <a:pt x="1062" y="2"/>
                </a:lnTo>
                <a:lnTo>
                  <a:pt x="1125" y="0"/>
                </a:lnTo>
                <a:lnTo>
                  <a:pt x="1188" y="0"/>
                </a:lnTo>
                <a:lnTo>
                  <a:pt x="1250" y="4"/>
                </a:lnTo>
                <a:lnTo>
                  <a:pt x="1313" y="11"/>
                </a:lnTo>
                <a:lnTo>
                  <a:pt x="1376" y="19"/>
                </a:lnTo>
                <a:lnTo>
                  <a:pt x="1435" y="30"/>
                </a:lnTo>
                <a:lnTo>
                  <a:pt x="1493" y="43"/>
                </a:lnTo>
                <a:lnTo>
                  <a:pt x="1549" y="58"/>
                </a:lnTo>
                <a:lnTo>
                  <a:pt x="1604" y="77"/>
                </a:lnTo>
                <a:lnTo>
                  <a:pt x="1654" y="94"/>
                </a:lnTo>
                <a:lnTo>
                  <a:pt x="1699" y="117"/>
                </a:lnTo>
                <a:lnTo>
                  <a:pt x="1745" y="143"/>
                </a:lnTo>
                <a:lnTo>
                  <a:pt x="1788" y="175"/>
                </a:lnTo>
                <a:lnTo>
                  <a:pt x="1833" y="207"/>
                </a:lnTo>
                <a:lnTo>
                  <a:pt x="1875" y="245"/>
                </a:lnTo>
                <a:lnTo>
                  <a:pt x="1916" y="288"/>
                </a:lnTo>
                <a:lnTo>
                  <a:pt x="1953" y="331"/>
                </a:lnTo>
                <a:lnTo>
                  <a:pt x="1989" y="376"/>
                </a:lnTo>
                <a:lnTo>
                  <a:pt x="2022" y="425"/>
                </a:lnTo>
                <a:lnTo>
                  <a:pt x="2052" y="474"/>
                </a:lnTo>
                <a:lnTo>
                  <a:pt x="2078" y="525"/>
                </a:lnTo>
                <a:lnTo>
                  <a:pt x="2100" y="578"/>
                </a:lnTo>
                <a:lnTo>
                  <a:pt x="2119" y="632"/>
                </a:lnTo>
                <a:lnTo>
                  <a:pt x="2132" y="685"/>
                </a:lnTo>
                <a:lnTo>
                  <a:pt x="2143" y="740"/>
                </a:lnTo>
                <a:lnTo>
                  <a:pt x="2145" y="783"/>
                </a:lnTo>
                <a:lnTo>
                  <a:pt x="2152" y="811"/>
                </a:lnTo>
                <a:lnTo>
                  <a:pt x="2161" y="830"/>
                </a:lnTo>
                <a:lnTo>
                  <a:pt x="2171" y="856"/>
                </a:lnTo>
                <a:lnTo>
                  <a:pt x="2187" y="883"/>
                </a:lnTo>
                <a:lnTo>
                  <a:pt x="2195" y="907"/>
                </a:lnTo>
                <a:lnTo>
                  <a:pt x="2202" y="926"/>
                </a:lnTo>
                <a:lnTo>
                  <a:pt x="2202" y="947"/>
                </a:lnTo>
                <a:lnTo>
                  <a:pt x="2197" y="967"/>
                </a:lnTo>
                <a:lnTo>
                  <a:pt x="2187" y="986"/>
                </a:lnTo>
                <a:lnTo>
                  <a:pt x="2169" y="1009"/>
                </a:lnTo>
                <a:lnTo>
                  <a:pt x="2154" y="1024"/>
                </a:lnTo>
                <a:lnTo>
                  <a:pt x="2139" y="1045"/>
                </a:lnTo>
                <a:lnTo>
                  <a:pt x="2124" y="1065"/>
                </a:lnTo>
                <a:lnTo>
                  <a:pt x="2109" y="1090"/>
                </a:lnTo>
                <a:lnTo>
                  <a:pt x="2104" y="1116"/>
                </a:lnTo>
                <a:lnTo>
                  <a:pt x="2109" y="1146"/>
                </a:lnTo>
                <a:lnTo>
                  <a:pt x="2124" y="1178"/>
                </a:lnTo>
                <a:lnTo>
                  <a:pt x="2152" y="1223"/>
                </a:lnTo>
                <a:lnTo>
                  <a:pt x="2178" y="1261"/>
                </a:lnTo>
                <a:lnTo>
                  <a:pt x="2200" y="1295"/>
                </a:lnTo>
                <a:lnTo>
                  <a:pt x="2219" y="1321"/>
                </a:lnTo>
                <a:lnTo>
                  <a:pt x="2239" y="1344"/>
                </a:lnTo>
                <a:lnTo>
                  <a:pt x="2260" y="1365"/>
                </a:lnTo>
                <a:lnTo>
                  <a:pt x="2284" y="1387"/>
                </a:lnTo>
                <a:lnTo>
                  <a:pt x="2314" y="1408"/>
                </a:lnTo>
                <a:lnTo>
                  <a:pt x="2332" y="1425"/>
                </a:lnTo>
                <a:lnTo>
                  <a:pt x="2347" y="1447"/>
                </a:lnTo>
                <a:lnTo>
                  <a:pt x="2356" y="1470"/>
                </a:lnTo>
                <a:lnTo>
                  <a:pt x="2356" y="1491"/>
                </a:lnTo>
                <a:lnTo>
                  <a:pt x="2351" y="1511"/>
                </a:lnTo>
                <a:lnTo>
                  <a:pt x="2347" y="1528"/>
                </a:lnTo>
                <a:lnTo>
                  <a:pt x="2334" y="1547"/>
                </a:lnTo>
                <a:lnTo>
                  <a:pt x="2321" y="1560"/>
                </a:lnTo>
                <a:lnTo>
                  <a:pt x="2297" y="1572"/>
                </a:lnTo>
                <a:lnTo>
                  <a:pt x="2249" y="1589"/>
                </a:lnTo>
                <a:lnTo>
                  <a:pt x="2184" y="1617"/>
                </a:lnTo>
                <a:lnTo>
                  <a:pt x="2189" y="1649"/>
                </a:lnTo>
                <a:lnTo>
                  <a:pt x="2193" y="1685"/>
                </a:lnTo>
                <a:lnTo>
                  <a:pt x="2202" y="1724"/>
                </a:lnTo>
                <a:lnTo>
                  <a:pt x="2210" y="1754"/>
                </a:lnTo>
                <a:lnTo>
                  <a:pt x="2202" y="1767"/>
                </a:lnTo>
                <a:lnTo>
                  <a:pt x="2193" y="1777"/>
                </a:lnTo>
                <a:lnTo>
                  <a:pt x="2184" y="1788"/>
                </a:lnTo>
                <a:lnTo>
                  <a:pt x="2176" y="1796"/>
                </a:lnTo>
                <a:lnTo>
                  <a:pt x="2163" y="1805"/>
                </a:lnTo>
                <a:lnTo>
                  <a:pt x="2150" y="1811"/>
                </a:lnTo>
                <a:lnTo>
                  <a:pt x="2132" y="1813"/>
                </a:lnTo>
                <a:lnTo>
                  <a:pt x="2111" y="1813"/>
                </a:lnTo>
                <a:lnTo>
                  <a:pt x="2143" y="1837"/>
                </a:lnTo>
                <a:lnTo>
                  <a:pt x="2163" y="1858"/>
                </a:lnTo>
                <a:lnTo>
                  <a:pt x="2169" y="1880"/>
                </a:lnTo>
                <a:lnTo>
                  <a:pt x="2167" y="1903"/>
                </a:lnTo>
                <a:lnTo>
                  <a:pt x="2154" y="1927"/>
                </a:lnTo>
                <a:lnTo>
                  <a:pt x="2132" y="1948"/>
                </a:lnTo>
                <a:lnTo>
                  <a:pt x="2109" y="1965"/>
                </a:lnTo>
                <a:lnTo>
                  <a:pt x="2080" y="1980"/>
                </a:lnTo>
                <a:lnTo>
                  <a:pt x="2078" y="2005"/>
                </a:lnTo>
                <a:lnTo>
                  <a:pt x="2080" y="2035"/>
                </a:lnTo>
                <a:lnTo>
                  <a:pt x="2091" y="2080"/>
                </a:lnTo>
                <a:lnTo>
                  <a:pt x="2104" y="2116"/>
                </a:lnTo>
                <a:lnTo>
                  <a:pt x="2115" y="2155"/>
                </a:lnTo>
                <a:lnTo>
                  <a:pt x="2117" y="2191"/>
                </a:lnTo>
                <a:lnTo>
                  <a:pt x="2115" y="2221"/>
                </a:lnTo>
                <a:lnTo>
                  <a:pt x="2102" y="2255"/>
                </a:lnTo>
                <a:lnTo>
                  <a:pt x="2078" y="2281"/>
                </a:lnTo>
                <a:lnTo>
                  <a:pt x="2050" y="2300"/>
                </a:lnTo>
                <a:lnTo>
                  <a:pt x="2022" y="2313"/>
                </a:lnTo>
                <a:lnTo>
                  <a:pt x="1976" y="2321"/>
                </a:lnTo>
                <a:lnTo>
                  <a:pt x="1892" y="2328"/>
                </a:lnTo>
                <a:lnTo>
                  <a:pt x="1805" y="2323"/>
                </a:lnTo>
                <a:lnTo>
                  <a:pt x="1727" y="2319"/>
                </a:lnTo>
                <a:lnTo>
                  <a:pt x="1673" y="2319"/>
                </a:lnTo>
                <a:lnTo>
                  <a:pt x="1638" y="2328"/>
                </a:lnTo>
                <a:lnTo>
                  <a:pt x="1608" y="2351"/>
                </a:lnTo>
                <a:lnTo>
                  <a:pt x="1578" y="2379"/>
                </a:lnTo>
                <a:lnTo>
                  <a:pt x="1547" y="2428"/>
                </a:lnTo>
                <a:lnTo>
                  <a:pt x="1521" y="2479"/>
                </a:lnTo>
                <a:lnTo>
                  <a:pt x="1497" y="2535"/>
                </a:lnTo>
                <a:lnTo>
                  <a:pt x="1476" y="2590"/>
                </a:lnTo>
                <a:lnTo>
                  <a:pt x="1448" y="2639"/>
                </a:lnTo>
                <a:lnTo>
                  <a:pt x="1415" y="2682"/>
                </a:lnTo>
                <a:close/>
              </a:path>
            </a:pathLst>
          </a:custGeom>
          <a:solidFill>
            <a:srgbClr val="F2C2A6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1" name="Freeform 1163"/>
          <p:cNvSpPr>
            <a:spLocks/>
          </p:cNvSpPr>
          <p:nvPr/>
        </p:nvSpPr>
        <p:spPr bwMode="auto">
          <a:xfrm>
            <a:off x="3986213" y="3451225"/>
            <a:ext cx="915987" cy="1679575"/>
          </a:xfrm>
          <a:custGeom>
            <a:avLst/>
            <a:gdLst/>
            <a:ahLst/>
            <a:cxnLst>
              <a:cxn ang="0">
                <a:pos x="420" y="109"/>
              </a:cxn>
              <a:cxn ang="0">
                <a:pos x="355" y="331"/>
              </a:cxn>
              <a:cxn ang="0">
                <a:pos x="268" y="453"/>
              </a:cxn>
              <a:cxn ang="0">
                <a:pos x="279" y="497"/>
              </a:cxn>
              <a:cxn ang="0">
                <a:pos x="279" y="553"/>
              </a:cxn>
              <a:cxn ang="0">
                <a:pos x="279" y="604"/>
              </a:cxn>
              <a:cxn ang="0">
                <a:pos x="268" y="670"/>
              </a:cxn>
              <a:cxn ang="0">
                <a:pos x="251" y="753"/>
              </a:cxn>
              <a:cxn ang="0">
                <a:pos x="225" y="845"/>
              </a:cxn>
              <a:cxn ang="0">
                <a:pos x="190" y="941"/>
              </a:cxn>
              <a:cxn ang="0">
                <a:pos x="147" y="1037"/>
              </a:cxn>
              <a:cxn ang="0">
                <a:pos x="97" y="1131"/>
              </a:cxn>
              <a:cxn ang="0">
                <a:pos x="39" y="1214"/>
              </a:cxn>
              <a:cxn ang="0">
                <a:pos x="134" y="1306"/>
              </a:cxn>
              <a:cxn ang="0">
                <a:pos x="179" y="1225"/>
              </a:cxn>
              <a:cxn ang="0">
                <a:pos x="223" y="1152"/>
              </a:cxn>
              <a:cxn ang="0">
                <a:pos x="266" y="1090"/>
              </a:cxn>
              <a:cxn ang="0">
                <a:pos x="316" y="1024"/>
              </a:cxn>
              <a:cxn ang="0">
                <a:pos x="394" y="930"/>
              </a:cxn>
              <a:cxn ang="0">
                <a:pos x="424" y="907"/>
              </a:cxn>
              <a:cxn ang="0">
                <a:pos x="450" y="918"/>
              </a:cxn>
              <a:cxn ang="0">
                <a:pos x="479" y="926"/>
              </a:cxn>
              <a:cxn ang="0">
                <a:pos x="500" y="926"/>
              </a:cxn>
              <a:cxn ang="0">
                <a:pos x="487" y="907"/>
              </a:cxn>
              <a:cxn ang="0">
                <a:pos x="440" y="875"/>
              </a:cxn>
              <a:cxn ang="0">
                <a:pos x="468" y="839"/>
              </a:cxn>
              <a:cxn ang="0">
                <a:pos x="496" y="802"/>
              </a:cxn>
              <a:cxn ang="0">
                <a:pos x="518" y="773"/>
              </a:cxn>
              <a:cxn ang="0">
                <a:pos x="539" y="747"/>
              </a:cxn>
              <a:cxn ang="0">
                <a:pos x="578" y="743"/>
              </a:cxn>
              <a:cxn ang="0">
                <a:pos x="609" y="732"/>
              </a:cxn>
              <a:cxn ang="0">
                <a:pos x="583" y="721"/>
              </a:cxn>
              <a:cxn ang="0">
                <a:pos x="563" y="691"/>
              </a:cxn>
              <a:cxn ang="0">
                <a:pos x="596" y="651"/>
              </a:cxn>
              <a:cxn ang="0">
                <a:pos x="619" y="619"/>
              </a:cxn>
              <a:cxn ang="0">
                <a:pos x="632" y="593"/>
              </a:cxn>
              <a:cxn ang="0">
                <a:pos x="639" y="570"/>
              </a:cxn>
              <a:cxn ang="0">
                <a:pos x="637" y="546"/>
              </a:cxn>
              <a:cxn ang="0">
                <a:pos x="626" y="527"/>
              </a:cxn>
              <a:cxn ang="0">
                <a:pos x="606" y="510"/>
              </a:cxn>
              <a:cxn ang="0">
                <a:pos x="609" y="506"/>
              </a:cxn>
              <a:cxn ang="0">
                <a:pos x="645" y="514"/>
              </a:cxn>
              <a:cxn ang="0">
                <a:pos x="661" y="512"/>
              </a:cxn>
              <a:cxn ang="0">
                <a:pos x="652" y="502"/>
              </a:cxn>
              <a:cxn ang="0">
                <a:pos x="626" y="491"/>
              </a:cxn>
              <a:cxn ang="0">
                <a:pos x="639" y="457"/>
              </a:cxn>
              <a:cxn ang="0">
                <a:pos x="680" y="408"/>
              </a:cxn>
              <a:cxn ang="0">
                <a:pos x="710" y="361"/>
              </a:cxn>
              <a:cxn ang="0">
                <a:pos x="732" y="314"/>
              </a:cxn>
              <a:cxn ang="0">
                <a:pos x="743" y="258"/>
              </a:cxn>
              <a:cxn ang="0">
                <a:pos x="743" y="192"/>
              </a:cxn>
              <a:cxn ang="0">
                <a:pos x="736" y="122"/>
              </a:cxn>
              <a:cxn ang="0">
                <a:pos x="726" y="43"/>
              </a:cxn>
            </a:cxnLst>
            <a:rect l="0" t="0" r="r" b="b"/>
            <a:pathLst>
              <a:path w="745" h="1306">
                <a:moveTo>
                  <a:pt x="717" y="0"/>
                </a:moveTo>
                <a:lnTo>
                  <a:pt x="420" y="109"/>
                </a:lnTo>
                <a:lnTo>
                  <a:pt x="329" y="233"/>
                </a:lnTo>
                <a:lnTo>
                  <a:pt x="355" y="331"/>
                </a:lnTo>
                <a:lnTo>
                  <a:pt x="260" y="440"/>
                </a:lnTo>
                <a:lnTo>
                  <a:pt x="268" y="453"/>
                </a:lnTo>
                <a:lnTo>
                  <a:pt x="275" y="472"/>
                </a:lnTo>
                <a:lnTo>
                  <a:pt x="279" y="497"/>
                </a:lnTo>
                <a:lnTo>
                  <a:pt x="279" y="531"/>
                </a:lnTo>
                <a:lnTo>
                  <a:pt x="279" y="553"/>
                </a:lnTo>
                <a:lnTo>
                  <a:pt x="279" y="576"/>
                </a:lnTo>
                <a:lnTo>
                  <a:pt x="279" y="604"/>
                </a:lnTo>
                <a:lnTo>
                  <a:pt x="275" y="636"/>
                </a:lnTo>
                <a:lnTo>
                  <a:pt x="268" y="670"/>
                </a:lnTo>
                <a:lnTo>
                  <a:pt x="262" y="713"/>
                </a:lnTo>
                <a:lnTo>
                  <a:pt x="251" y="753"/>
                </a:lnTo>
                <a:lnTo>
                  <a:pt x="238" y="798"/>
                </a:lnTo>
                <a:lnTo>
                  <a:pt x="225" y="845"/>
                </a:lnTo>
                <a:lnTo>
                  <a:pt x="210" y="892"/>
                </a:lnTo>
                <a:lnTo>
                  <a:pt x="190" y="941"/>
                </a:lnTo>
                <a:lnTo>
                  <a:pt x="171" y="990"/>
                </a:lnTo>
                <a:lnTo>
                  <a:pt x="147" y="1037"/>
                </a:lnTo>
                <a:lnTo>
                  <a:pt x="123" y="1084"/>
                </a:lnTo>
                <a:lnTo>
                  <a:pt x="97" y="1131"/>
                </a:lnTo>
                <a:lnTo>
                  <a:pt x="69" y="1174"/>
                </a:lnTo>
                <a:lnTo>
                  <a:pt x="39" y="1214"/>
                </a:lnTo>
                <a:lnTo>
                  <a:pt x="0" y="1257"/>
                </a:lnTo>
                <a:lnTo>
                  <a:pt x="134" y="1306"/>
                </a:lnTo>
                <a:lnTo>
                  <a:pt x="156" y="1263"/>
                </a:lnTo>
                <a:lnTo>
                  <a:pt x="179" y="1225"/>
                </a:lnTo>
                <a:lnTo>
                  <a:pt x="201" y="1186"/>
                </a:lnTo>
                <a:lnTo>
                  <a:pt x="223" y="1152"/>
                </a:lnTo>
                <a:lnTo>
                  <a:pt x="244" y="1120"/>
                </a:lnTo>
                <a:lnTo>
                  <a:pt x="266" y="1090"/>
                </a:lnTo>
                <a:lnTo>
                  <a:pt x="292" y="1056"/>
                </a:lnTo>
                <a:lnTo>
                  <a:pt x="316" y="1024"/>
                </a:lnTo>
                <a:lnTo>
                  <a:pt x="351" y="984"/>
                </a:lnTo>
                <a:lnTo>
                  <a:pt x="394" y="930"/>
                </a:lnTo>
                <a:lnTo>
                  <a:pt x="416" y="907"/>
                </a:lnTo>
                <a:lnTo>
                  <a:pt x="424" y="907"/>
                </a:lnTo>
                <a:lnTo>
                  <a:pt x="437" y="913"/>
                </a:lnTo>
                <a:lnTo>
                  <a:pt x="450" y="918"/>
                </a:lnTo>
                <a:lnTo>
                  <a:pt x="466" y="924"/>
                </a:lnTo>
                <a:lnTo>
                  <a:pt x="479" y="926"/>
                </a:lnTo>
                <a:lnTo>
                  <a:pt x="492" y="928"/>
                </a:lnTo>
                <a:lnTo>
                  <a:pt x="500" y="926"/>
                </a:lnTo>
                <a:lnTo>
                  <a:pt x="502" y="918"/>
                </a:lnTo>
                <a:lnTo>
                  <a:pt x="487" y="907"/>
                </a:lnTo>
                <a:lnTo>
                  <a:pt x="463" y="892"/>
                </a:lnTo>
                <a:lnTo>
                  <a:pt x="440" y="875"/>
                </a:lnTo>
                <a:lnTo>
                  <a:pt x="455" y="856"/>
                </a:lnTo>
                <a:lnTo>
                  <a:pt x="468" y="839"/>
                </a:lnTo>
                <a:lnTo>
                  <a:pt x="483" y="819"/>
                </a:lnTo>
                <a:lnTo>
                  <a:pt x="496" y="802"/>
                </a:lnTo>
                <a:lnTo>
                  <a:pt x="507" y="787"/>
                </a:lnTo>
                <a:lnTo>
                  <a:pt x="518" y="773"/>
                </a:lnTo>
                <a:lnTo>
                  <a:pt x="528" y="758"/>
                </a:lnTo>
                <a:lnTo>
                  <a:pt x="539" y="747"/>
                </a:lnTo>
                <a:lnTo>
                  <a:pt x="563" y="741"/>
                </a:lnTo>
                <a:lnTo>
                  <a:pt x="578" y="743"/>
                </a:lnTo>
                <a:lnTo>
                  <a:pt x="591" y="743"/>
                </a:lnTo>
                <a:lnTo>
                  <a:pt x="609" y="732"/>
                </a:lnTo>
                <a:lnTo>
                  <a:pt x="598" y="726"/>
                </a:lnTo>
                <a:lnTo>
                  <a:pt x="583" y="721"/>
                </a:lnTo>
                <a:lnTo>
                  <a:pt x="552" y="709"/>
                </a:lnTo>
                <a:lnTo>
                  <a:pt x="563" y="691"/>
                </a:lnTo>
                <a:lnTo>
                  <a:pt x="578" y="674"/>
                </a:lnTo>
                <a:lnTo>
                  <a:pt x="596" y="651"/>
                </a:lnTo>
                <a:lnTo>
                  <a:pt x="611" y="632"/>
                </a:lnTo>
                <a:lnTo>
                  <a:pt x="619" y="619"/>
                </a:lnTo>
                <a:lnTo>
                  <a:pt x="626" y="608"/>
                </a:lnTo>
                <a:lnTo>
                  <a:pt x="632" y="593"/>
                </a:lnTo>
                <a:lnTo>
                  <a:pt x="637" y="583"/>
                </a:lnTo>
                <a:lnTo>
                  <a:pt x="639" y="570"/>
                </a:lnTo>
                <a:lnTo>
                  <a:pt x="639" y="559"/>
                </a:lnTo>
                <a:lnTo>
                  <a:pt x="637" y="546"/>
                </a:lnTo>
                <a:lnTo>
                  <a:pt x="630" y="534"/>
                </a:lnTo>
                <a:lnTo>
                  <a:pt x="626" y="527"/>
                </a:lnTo>
                <a:lnTo>
                  <a:pt x="617" y="519"/>
                </a:lnTo>
                <a:lnTo>
                  <a:pt x="606" y="510"/>
                </a:lnTo>
                <a:lnTo>
                  <a:pt x="591" y="502"/>
                </a:lnTo>
                <a:lnTo>
                  <a:pt x="609" y="506"/>
                </a:lnTo>
                <a:lnTo>
                  <a:pt x="626" y="510"/>
                </a:lnTo>
                <a:lnTo>
                  <a:pt x="645" y="514"/>
                </a:lnTo>
                <a:lnTo>
                  <a:pt x="656" y="519"/>
                </a:lnTo>
                <a:lnTo>
                  <a:pt x="661" y="512"/>
                </a:lnTo>
                <a:lnTo>
                  <a:pt x="658" y="506"/>
                </a:lnTo>
                <a:lnTo>
                  <a:pt x="652" y="502"/>
                </a:lnTo>
                <a:lnTo>
                  <a:pt x="639" y="499"/>
                </a:lnTo>
                <a:lnTo>
                  <a:pt x="626" y="491"/>
                </a:lnTo>
                <a:lnTo>
                  <a:pt x="613" y="482"/>
                </a:lnTo>
                <a:lnTo>
                  <a:pt x="639" y="457"/>
                </a:lnTo>
                <a:lnTo>
                  <a:pt x="661" y="433"/>
                </a:lnTo>
                <a:lnTo>
                  <a:pt x="680" y="408"/>
                </a:lnTo>
                <a:lnTo>
                  <a:pt x="697" y="384"/>
                </a:lnTo>
                <a:lnTo>
                  <a:pt x="710" y="361"/>
                </a:lnTo>
                <a:lnTo>
                  <a:pt x="721" y="337"/>
                </a:lnTo>
                <a:lnTo>
                  <a:pt x="732" y="314"/>
                </a:lnTo>
                <a:lnTo>
                  <a:pt x="739" y="290"/>
                </a:lnTo>
                <a:lnTo>
                  <a:pt x="743" y="258"/>
                </a:lnTo>
                <a:lnTo>
                  <a:pt x="745" y="226"/>
                </a:lnTo>
                <a:lnTo>
                  <a:pt x="743" y="192"/>
                </a:lnTo>
                <a:lnTo>
                  <a:pt x="741" y="158"/>
                </a:lnTo>
                <a:lnTo>
                  <a:pt x="736" y="122"/>
                </a:lnTo>
                <a:lnTo>
                  <a:pt x="732" y="83"/>
                </a:lnTo>
                <a:lnTo>
                  <a:pt x="726" y="43"/>
                </a:lnTo>
                <a:lnTo>
                  <a:pt x="717" y="0"/>
                </a:lnTo>
                <a:close/>
              </a:path>
            </a:pathLst>
          </a:custGeom>
          <a:solidFill>
            <a:srgbClr val="B0B0B0"/>
          </a:solidFill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2" name="Freeform 1164"/>
          <p:cNvSpPr>
            <a:spLocks/>
          </p:cNvSpPr>
          <p:nvPr/>
        </p:nvSpPr>
        <p:spPr bwMode="auto">
          <a:xfrm>
            <a:off x="3549650" y="2197100"/>
            <a:ext cx="2276475" cy="1555750"/>
          </a:xfrm>
          <a:custGeom>
            <a:avLst/>
            <a:gdLst/>
            <a:ahLst/>
            <a:cxnLst>
              <a:cxn ang="0">
                <a:pos x="78" y="500"/>
              </a:cxn>
              <a:cxn ang="0">
                <a:pos x="31" y="604"/>
              </a:cxn>
              <a:cxn ang="0">
                <a:pos x="31" y="685"/>
              </a:cxn>
              <a:cxn ang="0">
                <a:pos x="0" y="768"/>
              </a:cxn>
              <a:cxn ang="0">
                <a:pos x="7" y="834"/>
              </a:cxn>
              <a:cxn ang="0">
                <a:pos x="7" y="894"/>
              </a:cxn>
              <a:cxn ang="0">
                <a:pos x="37" y="992"/>
              </a:cxn>
              <a:cxn ang="0">
                <a:pos x="128" y="1071"/>
              </a:cxn>
              <a:cxn ang="0">
                <a:pos x="234" y="1129"/>
              </a:cxn>
              <a:cxn ang="0">
                <a:pos x="345" y="1182"/>
              </a:cxn>
              <a:cxn ang="0">
                <a:pos x="475" y="1208"/>
              </a:cxn>
              <a:cxn ang="0">
                <a:pos x="564" y="1208"/>
              </a:cxn>
              <a:cxn ang="0">
                <a:pos x="637" y="1191"/>
              </a:cxn>
              <a:cxn ang="0">
                <a:pos x="698" y="1157"/>
              </a:cxn>
              <a:cxn ang="0">
                <a:pos x="750" y="1116"/>
              </a:cxn>
              <a:cxn ang="0">
                <a:pos x="817" y="1105"/>
              </a:cxn>
              <a:cxn ang="0">
                <a:pos x="876" y="1105"/>
              </a:cxn>
              <a:cxn ang="0">
                <a:pos x="930" y="1086"/>
              </a:cxn>
              <a:cxn ang="0">
                <a:pos x="975" y="1054"/>
              </a:cxn>
              <a:cxn ang="0">
                <a:pos x="1019" y="1018"/>
              </a:cxn>
              <a:cxn ang="0">
                <a:pos x="1127" y="1009"/>
              </a:cxn>
              <a:cxn ang="0">
                <a:pos x="1240" y="1003"/>
              </a:cxn>
              <a:cxn ang="0">
                <a:pos x="1346" y="990"/>
              </a:cxn>
              <a:cxn ang="0">
                <a:pos x="1439" y="967"/>
              </a:cxn>
              <a:cxn ang="0">
                <a:pos x="1506" y="922"/>
              </a:cxn>
              <a:cxn ang="0">
                <a:pos x="1569" y="894"/>
              </a:cxn>
              <a:cxn ang="0">
                <a:pos x="1623" y="871"/>
              </a:cxn>
              <a:cxn ang="0">
                <a:pos x="1669" y="828"/>
              </a:cxn>
              <a:cxn ang="0">
                <a:pos x="1695" y="775"/>
              </a:cxn>
              <a:cxn ang="0">
                <a:pos x="1738" y="781"/>
              </a:cxn>
              <a:cxn ang="0">
                <a:pos x="1812" y="721"/>
              </a:cxn>
              <a:cxn ang="0">
                <a:pos x="1851" y="668"/>
              </a:cxn>
              <a:cxn ang="0">
                <a:pos x="1838" y="591"/>
              </a:cxn>
              <a:cxn ang="0">
                <a:pos x="1842" y="500"/>
              </a:cxn>
              <a:cxn ang="0">
                <a:pos x="1790" y="408"/>
              </a:cxn>
              <a:cxn ang="0">
                <a:pos x="1732" y="378"/>
              </a:cxn>
              <a:cxn ang="0">
                <a:pos x="1701" y="305"/>
              </a:cxn>
              <a:cxn ang="0">
                <a:pos x="1641" y="248"/>
              </a:cxn>
              <a:cxn ang="0">
                <a:pos x="1574" y="190"/>
              </a:cxn>
              <a:cxn ang="0">
                <a:pos x="1489" y="111"/>
              </a:cxn>
              <a:cxn ang="0">
                <a:pos x="1374" y="73"/>
              </a:cxn>
              <a:cxn ang="0">
                <a:pos x="1268" y="52"/>
              </a:cxn>
              <a:cxn ang="0">
                <a:pos x="1131" y="9"/>
              </a:cxn>
              <a:cxn ang="0">
                <a:pos x="1027" y="0"/>
              </a:cxn>
              <a:cxn ang="0">
                <a:pos x="928" y="24"/>
              </a:cxn>
              <a:cxn ang="0">
                <a:pos x="785" y="26"/>
              </a:cxn>
              <a:cxn ang="0">
                <a:pos x="657" y="58"/>
              </a:cxn>
              <a:cxn ang="0">
                <a:pos x="555" y="122"/>
              </a:cxn>
              <a:cxn ang="0">
                <a:pos x="464" y="126"/>
              </a:cxn>
              <a:cxn ang="0">
                <a:pos x="395" y="156"/>
              </a:cxn>
              <a:cxn ang="0">
                <a:pos x="362" y="199"/>
              </a:cxn>
              <a:cxn ang="0">
                <a:pos x="293" y="224"/>
              </a:cxn>
              <a:cxn ang="0">
                <a:pos x="228" y="280"/>
              </a:cxn>
              <a:cxn ang="0">
                <a:pos x="200" y="331"/>
              </a:cxn>
              <a:cxn ang="0">
                <a:pos x="148" y="372"/>
              </a:cxn>
              <a:cxn ang="0">
                <a:pos x="122" y="423"/>
              </a:cxn>
            </a:cxnLst>
            <a:rect l="0" t="0" r="r" b="b"/>
            <a:pathLst>
              <a:path w="1853" h="1210">
                <a:moveTo>
                  <a:pt x="119" y="465"/>
                </a:moveTo>
                <a:lnTo>
                  <a:pt x="98" y="474"/>
                </a:lnTo>
                <a:lnTo>
                  <a:pt x="78" y="500"/>
                </a:lnTo>
                <a:lnTo>
                  <a:pt x="59" y="529"/>
                </a:lnTo>
                <a:lnTo>
                  <a:pt x="41" y="568"/>
                </a:lnTo>
                <a:lnTo>
                  <a:pt x="31" y="604"/>
                </a:lnTo>
                <a:lnTo>
                  <a:pt x="26" y="640"/>
                </a:lnTo>
                <a:lnTo>
                  <a:pt x="26" y="662"/>
                </a:lnTo>
                <a:lnTo>
                  <a:pt x="31" y="685"/>
                </a:lnTo>
                <a:lnTo>
                  <a:pt x="13" y="715"/>
                </a:lnTo>
                <a:lnTo>
                  <a:pt x="2" y="743"/>
                </a:lnTo>
                <a:lnTo>
                  <a:pt x="0" y="768"/>
                </a:lnTo>
                <a:lnTo>
                  <a:pt x="0" y="792"/>
                </a:lnTo>
                <a:lnTo>
                  <a:pt x="5" y="813"/>
                </a:lnTo>
                <a:lnTo>
                  <a:pt x="7" y="834"/>
                </a:lnTo>
                <a:lnTo>
                  <a:pt x="9" y="854"/>
                </a:lnTo>
                <a:lnTo>
                  <a:pt x="7" y="875"/>
                </a:lnTo>
                <a:lnTo>
                  <a:pt x="7" y="894"/>
                </a:lnTo>
                <a:lnTo>
                  <a:pt x="13" y="922"/>
                </a:lnTo>
                <a:lnTo>
                  <a:pt x="22" y="956"/>
                </a:lnTo>
                <a:lnTo>
                  <a:pt x="37" y="992"/>
                </a:lnTo>
                <a:lnTo>
                  <a:pt x="61" y="1024"/>
                </a:lnTo>
                <a:lnTo>
                  <a:pt x="91" y="1052"/>
                </a:lnTo>
                <a:lnTo>
                  <a:pt x="128" y="1071"/>
                </a:lnTo>
                <a:lnTo>
                  <a:pt x="174" y="1076"/>
                </a:lnTo>
                <a:lnTo>
                  <a:pt x="202" y="1103"/>
                </a:lnTo>
                <a:lnTo>
                  <a:pt x="234" y="1129"/>
                </a:lnTo>
                <a:lnTo>
                  <a:pt x="265" y="1150"/>
                </a:lnTo>
                <a:lnTo>
                  <a:pt x="299" y="1167"/>
                </a:lnTo>
                <a:lnTo>
                  <a:pt x="345" y="1182"/>
                </a:lnTo>
                <a:lnTo>
                  <a:pt x="392" y="1195"/>
                </a:lnTo>
                <a:lnTo>
                  <a:pt x="444" y="1206"/>
                </a:lnTo>
                <a:lnTo>
                  <a:pt x="475" y="1208"/>
                </a:lnTo>
                <a:lnTo>
                  <a:pt x="505" y="1210"/>
                </a:lnTo>
                <a:lnTo>
                  <a:pt x="535" y="1210"/>
                </a:lnTo>
                <a:lnTo>
                  <a:pt x="564" y="1208"/>
                </a:lnTo>
                <a:lnTo>
                  <a:pt x="587" y="1204"/>
                </a:lnTo>
                <a:lnTo>
                  <a:pt x="613" y="1197"/>
                </a:lnTo>
                <a:lnTo>
                  <a:pt x="637" y="1191"/>
                </a:lnTo>
                <a:lnTo>
                  <a:pt x="659" y="1182"/>
                </a:lnTo>
                <a:lnTo>
                  <a:pt x="681" y="1169"/>
                </a:lnTo>
                <a:lnTo>
                  <a:pt x="698" y="1157"/>
                </a:lnTo>
                <a:lnTo>
                  <a:pt x="713" y="1142"/>
                </a:lnTo>
                <a:lnTo>
                  <a:pt x="726" y="1127"/>
                </a:lnTo>
                <a:lnTo>
                  <a:pt x="750" y="1116"/>
                </a:lnTo>
                <a:lnTo>
                  <a:pt x="772" y="1110"/>
                </a:lnTo>
                <a:lnTo>
                  <a:pt x="800" y="1108"/>
                </a:lnTo>
                <a:lnTo>
                  <a:pt x="817" y="1105"/>
                </a:lnTo>
                <a:lnTo>
                  <a:pt x="839" y="1105"/>
                </a:lnTo>
                <a:lnTo>
                  <a:pt x="858" y="1108"/>
                </a:lnTo>
                <a:lnTo>
                  <a:pt x="876" y="1105"/>
                </a:lnTo>
                <a:lnTo>
                  <a:pt x="893" y="1101"/>
                </a:lnTo>
                <a:lnTo>
                  <a:pt x="913" y="1095"/>
                </a:lnTo>
                <a:lnTo>
                  <a:pt x="930" y="1086"/>
                </a:lnTo>
                <a:lnTo>
                  <a:pt x="947" y="1076"/>
                </a:lnTo>
                <a:lnTo>
                  <a:pt x="962" y="1065"/>
                </a:lnTo>
                <a:lnTo>
                  <a:pt x="975" y="1054"/>
                </a:lnTo>
                <a:lnTo>
                  <a:pt x="993" y="1039"/>
                </a:lnTo>
                <a:lnTo>
                  <a:pt x="1006" y="1026"/>
                </a:lnTo>
                <a:lnTo>
                  <a:pt x="1019" y="1018"/>
                </a:lnTo>
                <a:lnTo>
                  <a:pt x="1053" y="1014"/>
                </a:lnTo>
                <a:lnTo>
                  <a:pt x="1090" y="1012"/>
                </a:lnTo>
                <a:lnTo>
                  <a:pt x="1127" y="1009"/>
                </a:lnTo>
                <a:lnTo>
                  <a:pt x="1166" y="1007"/>
                </a:lnTo>
                <a:lnTo>
                  <a:pt x="1203" y="1005"/>
                </a:lnTo>
                <a:lnTo>
                  <a:pt x="1240" y="1003"/>
                </a:lnTo>
                <a:lnTo>
                  <a:pt x="1277" y="999"/>
                </a:lnTo>
                <a:lnTo>
                  <a:pt x="1311" y="997"/>
                </a:lnTo>
                <a:lnTo>
                  <a:pt x="1346" y="990"/>
                </a:lnTo>
                <a:lnTo>
                  <a:pt x="1378" y="984"/>
                </a:lnTo>
                <a:lnTo>
                  <a:pt x="1409" y="975"/>
                </a:lnTo>
                <a:lnTo>
                  <a:pt x="1439" y="967"/>
                </a:lnTo>
                <a:lnTo>
                  <a:pt x="1465" y="954"/>
                </a:lnTo>
                <a:lnTo>
                  <a:pt x="1487" y="939"/>
                </a:lnTo>
                <a:lnTo>
                  <a:pt x="1506" y="922"/>
                </a:lnTo>
                <a:lnTo>
                  <a:pt x="1524" y="905"/>
                </a:lnTo>
                <a:lnTo>
                  <a:pt x="1548" y="898"/>
                </a:lnTo>
                <a:lnTo>
                  <a:pt x="1569" y="894"/>
                </a:lnTo>
                <a:lnTo>
                  <a:pt x="1589" y="886"/>
                </a:lnTo>
                <a:lnTo>
                  <a:pt x="1606" y="879"/>
                </a:lnTo>
                <a:lnTo>
                  <a:pt x="1623" y="871"/>
                </a:lnTo>
                <a:lnTo>
                  <a:pt x="1641" y="858"/>
                </a:lnTo>
                <a:lnTo>
                  <a:pt x="1656" y="845"/>
                </a:lnTo>
                <a:lnTo>
                  <a:pt x="1669" y="828"/>
                </a:lnTo>
                <a:lnTo>
                  <a:pt x="1680" y="811"/>
                </a:lnTo>
                <a:lnTo>
                  <a:pt x="1686" y="792"/>
                </a:lnTo>
                <a:lnTo>
                  <a:pt x="1695" y="775"/>
                </a:lnTo>
                <a:lnTo>
                  <a:pt x="1712" y="781"/>
                </a:lnTo>
                <a:lnTo>
                  <a:pt x="1727" y="781"/>
                </a:lnTo>
                <a:lnTo>
                  <a:pt x="1738" y="781"/>
                </a:lnTo>
                <a:lnTo>
                  <a:pt x="1749" y="777"/>
                </a:lnTo>
                <a:lnTo>
                  <a:pt x="1760" y="770"/>
                </a:lnTo>
                <a:lnTo>
                  <a:pt x="1812" y="721"/>
                </a:lnTo>
                <a:lnTo>
                  <a:pt x="1834" y="700"/>
                </a:lnTo>
                <a:lnTo>
                  <a:pt x="1844" y="685"/>
                </a:lnTo>
                <a:lnTo>
                  <a:pt x="1851" y="668"/>
                </a:lnTo>
                <a:lnTo>
                  <a:pt x="1853" y="647"/>
                </a:lnTo>
                <a:lnTo>
                  <a:pt x="1849" y="625"/>
                </a:lnTo>
                <a:lnTo>
                  <a:pt x="1838" y="591"/>
                </a:lnTo>
                <a:lnTo>
                  <a:pt x="1847" y="566"/>
                </a:lnTo>
                <a:lnTo>
                  <a:pt x="1849" y="534"/>
                </a:lnTo>
                <a:lnTo>
                  <a:pt x="1842" y="500"/>
                </a:lnTo>
                <a:lnTo>
                  <a:pt x="1829" y="465"/>
                </a:lnTo>
                <a:lnTo>
                  <a:pt x="1812" y="436"/>
                </a:lnTo>
                <a:lnTo>
                  <a:pt x="1790" y="408"/>
                </a:lnTo>
                <a:lnTo>
                  <a:pt x="1764" y="391"/>
                </a:lnTo>
                <a:lnTo>
                  <a:pt x="1736" y="382"/>
                </a:lnTo>
                <a:lnTo>
                  <a:pt x="1732" y="378"/>
                </a:lnTo>
                <a:lnTo>
                  <a:pt x="1725" y="350"/>
                </a:lnTo>
                <a:lnTo>
                  <a:pt x="1717" y="327"/>
                </a:lnTo>
                <a:lnTo>
                  <a:pt x="1701" y="305"/>
                </a:lnTo>
                <a:lnTo>
                  <a:pt x="1682" y="284"/>
                </a:lnTo>
                <a:lnTo>
                  <a:pt x="1660" y="265"/>
                </a:lnTo>
                <a:lnTo>
                  <a:pt x="1641" y="248"/>
                </a:lnTo>
                <a:lnTo>
                  <a:pt x="1617" y="235"/>
                </a:lnTo>
                <a:lnTo>
                  <a:pt x="1595" y="222"/>
                </a:lnTo>
                <a:lnTo>
                  <a:pt x="1574" y="190"/>
                </a:lnTo>
                <a:lnTo>
                  <a:pt x="1550" y="160"/>
                </a:lnTo>
                <a:lnTo>
                  <a:pt x="1519" y="135"/>
                </a:lnTo>
                <a:lnTo>
                  <a:pt x="1489" y="111"/>
                </a:lnTo>
                <a:lnTo>
                  <a:pt x="1452" y="92"/>
                </a:lnTo>
                <a:lnTo>
                  <a:pt x="1413" y="77"/>
                </a:lnTo>
                <a:lnTo>
                  <a:pt x="1374" y="73"/>
                </a:lnTo>
                <a:lnTo>
                  <a:pt x="1350" y="73"/>
                </a:lnTo>
                <a:lnTo>
                  <a:pt x="1329" y="75"/>
                </a:lnTo>
                <a:lnTo>
                  <a:pt x="1268" y="52"/>
                </a:lnTo>
                <a:lnTo>
                  <a:pt x="1216" y="32"/>
                </a:lnTo>
                <a:lnTo>
                  <a:pt x="1170" y="20"/>
                </a:lnTo>
                <a:lnTo>
                  <a:pt x="1131" y="9"/>
                </a:lnTo>
                <a:lnTo>
                  <a:pt x="1099" y="5"/>
                </a:lnTo>
                <a:lnTo>
                  <a:pt x="1071" y="0"/>
                </a:lnTo>
                <a:lnTo>
                  <a:pt x="1027" y="0"/>
                </a:lnTo>
                <a:lnTo>
                  <a:pt x="993" y="7"/>
                </a:lnTo>
                <a:lnTo>
                  <a:pt x="962" y="17"/>
                </a:lnTo>
                <a:lnTo>
                  <a:pt x="928" y="24"/>
                </a:lnTo>
                <a:lnTo>
                  <a:pt x="887" y="24"/>
                </a:lnTo>
                <a:lnTo>
                  <a:pt x="835" y="22"/>
                </a:lnTo>
                <a:lnTo>
                  <a:pt x="785" y="26"/>
                </a:lnTo>
                <a:lnTo>
                  <a:pt x="739" y="32"/>
                </a:lnTo>
                <a:lnTo>
                  <a:pt x="698" y="43"/>
                </a:lnTo>
                <a:lnTo>
                  <a:pt x="657" y="58"/>
                </a:lnTo>
                <a:lnTo>
                  <a:pt x="622" y="77"/>
                </a:lnTo>
                <a:lnTo>
                  <a:pt x="587" y="98"/>
                </a:lnTo>
                <a:lnTo>
                  <a:pt x="555" y="122"/>
                </a:lnTo>
                <a:lnTo>
                  <a:pt x="529" y="122"/>
                </a:lnTo>
                <a:lnTo>
                  <a:pt x="496" y="124"/>
                </a:lnTo>
                <a:lnTo>
                  <a:pt x="464" y="126"/>
                </a:lnTo>
                <a:lnTo>
                  <a:pt x="436" y="135"/>
                </a:lnTo>
                <a:lnTo>
                  <a:pt x="412" y="145"/>
                </a:lnTo>
                <a:lnTo>
                  <a:pt x="395" y="156"/>
                </a:lnTo>
                <a:lnTo>
                  <a:pt x="379" y="169"/>
                </a:lnTo>
                <a:lnTo>
                  <a:pt x="369" y="184"/>
                </a:lnTo>
                <a:lnTo>
                  <a:pt x="362" y="199"/>
                </a:lnTo>
                <a:lnTo>
                  <a:pt x="343" y="203"/>
                </a:lnTo>
                <a:lnTo>
                  <a:pt x="319" y="212"/>
                </a:lnTo>
                <a:lnTo>
                  <a:pt x="293" y="224"/>
                </a:lnTo>
                <a:lnTo>
                  <a:pt x="267" y="241"/>
                </a:lnTo>
                <a:lnTo>
                  <a:pt x="245" y="261"/>
                </a:lnTo>
                <a:lnTo>
                  <a:pt x="228" y="280"/>
                </a:lnTo>
                <a:lnTo>
                  <a:pt x="213" y="299"/>
                </a:lnTo>
                <a:lnTo>
                  <a:pt x="204" y="316"/>
                </a:lnTo>
                <a:lnTo>
                  <a:pt x="200" y="331"/>
                </a:lnTo>
                <a:lnTo>
                  <a:pt x="178" y="344"/>
                </a:lnTo>
                <a:lnTo>
                  <a:pt x="163" y="357"/>
                </a:lnTo>
                <a:lnTo>
                  <a:pt x="148" y="372"/>
                </a:lnTo>
                <a:lnTo>
                  <a:pt x="137" y="386"/>
                </a:lnTo>
                <a:lnTo>
                  <a:pt x="128" y="406"/>
                </a:lnTo>
                <a:lnTo>
                  <a:pt x="122" y="423"/>
                </a:lnTo>
                <a:lnTo>
                  <a:pt x="119" y="444"/>
                </a:lnTo>
                <a:lnTo>
                  <a:pt x="119" y="465"/>
                </a:lnTo>
                <a:close/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3" name="Freeform 1165"/>
          <p:cNvSpPr>
            <a:spLocks/>
          </p:cNvSpPr>
          <p:nvPr/>
        </p:nvSpPr>
        <p:spPr bwMode="auto">
          <a:xfrm>
            <a:off x="4433888" y="3862388"/>
            <a:ext cx="268287" cy="277812"/>
          </a:xfrm>
          <a:custGeom>
            <a:avLst/>
            <a:gdLst/>
            <a:ahLst/>
            <a:cxnLst>
              <a:cxn ang="0">
                <a:pos x="28" y="184"/>
              </a:cxn>
              <a:cxn ang="0">
                <a:pos x="39" y="184"/>
              </a:cxn>
              <a:cxn ang="0">
                <a:pos x="52" y="184"/>
              </a:cxn>
              <a:cxn ang="0">
                <a:pos x="60" y="186"/>
              </a:cxn>
              <a:cxn ang="0">
                <a:pos x="71" y="188"/>
              </a:cxn>
              <a:cxn ang="0">
                <a:pos x="80" y="190"/>
              </a:cxn>
              <a:cxn ang="0">
                <a:pos x="91" y="194"/>
              </a:cxn>
              <a:cxn ang="0">
                <a:pos x="99" y="197"/>
              </a:cxn>
              <a:cxn ang="0">
                <a:pos x="108" y="201"/>
              </a:cxn>
              <a:cxn ang="0">
                <a:pos x="117" y="205"/>
              </a:cxn>
              <a:cxn ang="0">
                <a:pos x="128" y="207"/>
              </a:cxn>
              <a:cxn ang="0">
                <a:pos x="138" y="209"/>
              </a:cxn>
              <a:cxn ang="0">
                <a:pos x="147" y="211"/>
              </a:cxn>
              <a:cxn ang="0">
                <a:pos x="158" y="214"/>
              </a:cxn>
              <a:cxn ang="0">
                <a:pos x="169" y="216"/>
              </a:cxn>
              <a:cxn ang="0">
                <a:pos x="195" y="216"/>
              </a:cxn>
              <a:cxn ang="0">
                <a:pos x="197" y="209"/>
              </a:cxn>
              <a:cxn ang="0">
                <a:pos x="203" y="205"/>
              </a:cxn>
              <a:cxn ang="0">
                <a:pos x="208" y="199"/>
              </a:cxn>
              <a:cxn ang="0">
                <a:pos x="214" y="197"/>
              </a:cxn>
              <a:cxn ang="0">
                <a:pos x="216" y="190"/>
              </a:cxn>
              <a:cxn ang="0">
                <a:pos x="219" y="186"/>
              </a:cxn>
              <a:cxn ang="0">
                <a:pos x="219" y="182"/>
              </a:cxn>
              <a:cxn ang="0">
                <a:pos x="216" y="177"/>
              </a:cxn>
              <a:cxn ang="0">
                <a:pos x="214" y="173"/>
              </a:cxn>
              <a:cxn ang="0">
                <a:pos x="210" y="167"/>
              </a:cxn>
              <a:cxn ang="0">
                <a:pos x="212" y="160"/>
              </a:cxn>
              <a:cxn ang="0">
                <a:pos x="212" y="152"/>
              </a:cxn>
              <a:cxn ang="0">
                <a:pos x="210" y="145"/>
              </a:cxn>
              <a:cxn ang="0">
                <a:pos x="208" y="139"/>
              </a:cxn>
              <a:cxn ang="0">
                <a:pos x="203" y="133"/>
              </a:cxn>
              <a:cxn ang="0">
                <a:pos x="199" y="128"/>
              </a:cxn>
              <a:cxn ang="0">
                <a:pos x="195" y="126"/>
              </a:cxn>
              <a:cxn ang="0">
                <a:pos x="188" y="122"/>
              </a:cxn>
              <a:cxn ang="0">
                <a:pos x="177" y="120"/>
              </a:cxn>
              <a:cxn ang="0">
                <a:pos x="164" y="115"/>
              </a:cxn>
              <a:cxn ang="0">
                <a:pos x="151" y="109"/>
              </a:cxn>
              <a:cxn ang="0">
                <a:pos x="136" y="105"/>
              </a:cxn>
              <a:cxn ang="0">
                <a:pos x="123" y="101"/>
              </a:cxn>
              <a:cxn ang="0">
                <a:pos x="108" y="94"/>
              </a:cxn>
              <a:cxn ang="0">
                <a:pos x="95" y="88"/>
              </a:cxn>
              <a:cxn ang="0">
                <a:pos x="82" y="79"/>
              </a:cxn>
              <a:cxn ang="0">
                <a:pos x="67" y="73"/>
              </a:cxn>
              <a:cxn ang="0">
                <a:pos x="56" y="64"/>
              </a:cxn>
              <a:cxn ang="0">
                <a:pos x="43" y="58"/>
              </a:cxn>
              <a:cxn ang="0">
                <a:pos x="32" y="47"/>
              </a:cxn>
              <a:cxn ang="0">
                <a:pos x="24" y="37"/>
              </a:cxn>
              <a:cxn ang="0">
                <a:pos x="15" y="26"/>
              </a:cxn>
              <a:cxn ang="0">
                <a:pos x="6" y="15"/>
              </a:cxn>
              <a:cxn ang="0">
                <a:pos x="0" y="0"/>
              </a:cxn>
            </a:cxnLst>
            <a:rect l="0" t="0" r="r" b="b"/>
            <a:pathLst>
              <a:path w="219" h="216">
                <a:moveTo>
                  <a:pt x="28" y="184"/>
                </a:moveTo>
                <a:lnTo>
                  <a:pt x="39" y="184"/>
                </a:lnTo>
                <a:lnTo>
                  <a:pt x="52" y="184"/>
                </a:lnTo>
                <a:lnTo>
                  <a:pt x="60" y="186"/>
                </a:lnTo>
                <a:lnTo>
                  <a:pt x="71" y="188"/>
                </a:lnTo>
                <a:lnTo>
                  <a:pt x="80" y="190"/>
                </a:lnTo>
                <a:lnTo>
                  <a:pt x="91" y="194"/>
                </a:lnTo>
                <a:lnTo>
                  <a:pt x="99" y="197"/>
                </a:lnTo>
                <a:lnTo>
                  <a:pt x="108" y="201"/>
                </a:lnTo>
                <a:lnTo>
                  <a:pt x="117" y="205"/>
                </a:lnTo>
                <a:lnTo>
                  <a:pt x="128" y="207"/>
                </a:lnTo>
                <a:lnTo>
                  <a:pt x="138" y="209"/>
                </a:lnTo>
                <a:lnTo>
                  <a:pt x="147" y="211"/>
                </a:lnTo>
                <a:lnTo>
                  <a:pt x="158" y="214"/>
                </a:lnTo>
                <a:lnTo>
                  <a:pt x="169" y="216"/>
                </a:lnTo>
                <a:lnTo>
                  <a:pt x="195" y="216"/>
                </a:lnTo>
                <a:lnTo>
                  <a:pt x="197" y="209"/>
                </a:lnTo>
                <a:lnTo>
                  <a:pt x="203" y="205"/>
                </a:lnTo>
                <a:lnTo>
                  <a:pt x="208" y="199"/>
                </a:lnTo>
                <a:lnTo>
                  <a:pt x="214" y="197"/>
                </a:lnTo>
                <a:lnTo>
                  <a:pt x="216" y="190"/>
                </a:lnTo>
                <a:lnTo>
                  <a:pt x="219" y="186"/>
                </a:lnTo>
                <a:lnTo>
                  <a:pt x="219" y="182"/>
                </a:lnTo>
                <a:lnTo>
                  <a:pt x="216" y="177"/>
                </a:lnTo>
                <a:lnTo>
                  <a:pt x="214" y="173"/>
                </a:lnTo>
                <a:lnTo>
                  <a:pt x="210" y="167"/>
                </a:lnTo>
                <a:lnTo>
                  <a:pt x="212" y="160"/>
                </a:lnTo>
                <a:lnTo>
                  <a:pt x="212" y="152"/>
                </a:lnTo>
                <a:lnTo>
                  <a:pt x="210" y="145"/>
                </a:lnTo>
                <a:lnTo>
                  <a:pt x="208" y="139"/>
                </a:lnTo>
                <a:lnTo>
                  <a:pt x="203" y="133"/>
                </a:lnTo>
                <a:lnTo>
                  <a:pt x="199" y="128"/>
                </a:lnTo>
                <a:lnTo>
                  <a:pt x="195" y="126"/>
                </a:lnTo>
                <a:lnTo>
                  <a:pt x="188" y="122"/>
                </a:lnTo>
                <a:lnTo>
                  <a:pt x="177" y="120"/>
                </a:lnTo>
                <a:lnTo>
                  <a:pt x="164" y="115"/>
                </a:lnTo>
                <a:lnTo>
                  <a:pt x="151" y="109"/>
                </a:lnTo>
                <a:lnTo>
                  <a:pt x="136" y="105"/>
                </a:lnTo>
                <a:lnTo>
                  <a:pt x="123" y="101"/>
                </a:lnTo>
                <a:lnTo>
                  <a:pt x="108" y="94"/>
                </a:lnTo>
                <a:lnTo>
                  <a:pt x="95" y="88"/>
                </a:lnTo>
                <a:lnTo>
                  <a:pt x="82" y="79"/>
                </a:lnTo>
                <a:lnTo>
                  <a:pt x="67" y="73"/>
                </a:lnTo>
                <a:lnTo>
                  <a:pt x="56" y="64"/>
                </a:lnTo>
                <a:lnTo>
                  <a:pt x="43" y="58"/>
                </a:lnTo>
                <a:lnTo>
                  <a:pt x="32" y="47"/>
                </a:lnTo>
                <a:lnTo>
                  <a:pt x="24" y="37"/>
                </a:lnTo>
                <a:lnTo>
                  <a:pt x="15" y="26"/>
                </a:lnTo>
                <a:lnTo>
                  <a:pt x="6" y="15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4" name="Freeform 1166"/>
          <p:cNvSpPr>
            <a:spLocks/>
          </p:cNvSpPr>
          <p:nvPr/>
        </p:nvSpPr>
        <p:spPr bwMode="auto">
          <a:xfrm>
            <a:off x="4446588" y="4000500"/>
            <a:ext cx="242887" cy="809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" y="2"/>
              </a:cxn>
              <a:cxn ang="0">
                <a:pos x="15" y="6"/>
              </a:cxn>
              <a:cxn ang="0">
                <a:pos x="23" y="11"/>
              </a:cxn>
              <a:cxn ang="0">
                <a:pos x="36" y="15"/>
              </a:cxn>
              <a:cxn ang="0">
                <a:pos x="47" y="21"/>
              </a:cxn>
              <a:cxn ang="0">
                <a:pos x="62" y="28"/>
              </a:cxn>
              <a:cxn ang="0">
                <a:pos x="78" y="34"/>
              </a:cxn>
              <a:cxn ang="0">
                <a:pos x="93" y="40"/>
              </a:cxn>
              <a:cxn ang="0">
                <a:pos x="106" y="45"/>
              </a:cxn>
              <a:cxn ang="0">
                <a:pos x="121" y="51"/>
              </a:cxn>
              <a:cxn ang="0">
                <a:pos x="136" y="55"/>
              </a:cxn>
              <a:cxn ang="0">
                <a:pos x="151" y="60"/>
              </a:cxn>
              <a:cxn ang="0">
                <a:pos x="164" y="62"/>
              </a:cxn>
              <a:cxn ang="0">
                <a:pos x="175" y="64"/>
              </a:cxn>
              <a:cxn ang="0">
                <a:pos x="186" y="64"/>
              </a:cxn>
              <a:cxn ang="0">
                <a:pos x="197" y="62"/>
              </a:cxn>
            </a:cxnLst>
            <a:rect l="0" t="0" r="r" b="b"/>
            <a:pathLst>
              <a:path w="197" h="64">
                <a:moveTo>
                  <a:pt x="0" y="0"/>
                </a:moveTo>
                <a:lnTo>
                  <a:pt x="6" y="2"/>
                </a:lnTo>
                <a:lnTo>
                  <a:pt x="15" y="6"/>
                </a:lnTo>
                <a:lnTo>
                  <a:pt x="23" y="11"/>
                </a:lnTo>
                <a:lnTo>
                  <a:pt x="36" y="15"/>
                </a:lnTo>
                <a:lnTo>
                  <a:pt x="47" y="21"/>
                </a:lnTo>
                <a:lnTo>
                  <a:pt x="62" y="28"/>
                </a:lnTo>
                <a:lnTo>
                  <a:pt x="78" y="34"/>
                </a:lnTo>
                <a:lnTo>
                  <a:pt x="93" y="40"/>
                </a:lnTo>
                <a:lnTo>
                  <a:pt x="106" y="45"/>
                </a:lnTo>
                <a:lnTo>
                  <a:pt x="121" y="51"/>
                </a:lnTo>
                <a:lnTo>
                  <a:pt x="136" y="55"/>
                </a:lnTo>
                <a:lnTo>
                  <a:pt x="151" y="60"/>
                </a:lnTo>
                <a:lnTo>
                  <a:pt x="164" y="62"/>
                </a:lnTo>
                <a:lnTo>
                  <a:pt x="175" y="64"/>
                </a:lnTo>
                <a:lnTo>
                  <a:pt x="186" y="64"/>
                </a:lnTo>
                <a:lnTo>
                  <a:pt x="197" y="62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5" name="Freeform 1167"/>
          <p:cNvSpPr>
            <a:spLocks/>
          </p:cNvSpPr>
          <p:nvPr/>
        </p:nvSpPr>
        <p:spPr bwMode="auto">
          <a:xfrm>
            <a:off x="4527550" y="4143375"/>
            <a:ext cx="228600" cy="203200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4" y="66"/>
              </a:cxn>
              <a:cxn ang="0">
                <a:pos x="6" y="62"/>
              </a:cxn>
              <a:cxn ang="0">
                <a:pos x="10" y="55"/>
              </a:cxn>
              <a:cxn ang="0">
                <a:pos x="15" y="51"/>
              </a:cxn>
              <a:cxn ang="0">
                <a:pos x="19" y="47"/>
              </a:cxn>
              <a:cxn ang="0">
                <a:pos x="26" y="40"/>
              </a:cxn>
              <a:cxn ang="0">
                <a:pos x="30" y="36"/>
              </a:cxn>
              <a:cxn ang="0">
                <a:pos x="34" y="32"/>
              </a:cxn>
              <a:cxn ang="0">
                <a:pos x="41" y="28"/>
              </a:cxn>
              <a:cxn ang="0">
                <a:pos x="45" y="25"/>
              </a:cxn>
              <a:cxn ang="0">
                <a:pos x="52" y="21"/>
              </a:cxn>
              <a:cxn ang="0">
                <a:pos x="58" y="17"/>
              </a:cxn>
              <a:cxn ang="0">
                <a:pos x="65" y="13"/>
              </a:cxn>
              <a:cxn ang="0">
                <a:pos x="71" y="11"/>
              </a:cxn>
              <a:cxn ang="0">
                <a:pos x="75" y="8"/>
              </a:cxn>
              <a:cxn ang="0">
                <a:pos x="84" y="4"/>
              </a:cxn>
              <a:cxn ang="0">
                <a:pos x="88" y="4"/>
              </a:cxn>
              <a:cxn ang="0">
                <a:pos x="95" y="4"/>
              </a:cxn>
              <a:cxn ang="0">
                <a:pos x="101" y="2"/>
              </a:cxn>
              <a:cxn ang="0">
                <a:pos x="110" y="0"/>
              </a:cxn>
              <a:cxn ang="0">
                <a:pos x="117" y="0"/>
              </a:cxn>
              <a:cxn ang="0">
                <a:pos x="123" y="0"/>
              </a:cxn>
              <a:cxn ang="0">
                <a:pos x="130" y="2"/>
              </a:cxn>
              <a:cxn ang="0">
                <a:pos x="136" y="2"/>
              </a:cxn>
              <a:cxn ang="0">
                <a:pos x="143" y="4"/>
              </a:cxn>
              <a:cxn ang="0">
                <a:pos x="149" y="6"/>
              </a:cxn>
              <a:cxn ang="0">
                <a:pos x="156" y="8"/>
              </a:cxn>
              <a:cxn ang="0">
                <a:pos x="162" y="11"/>
              </a:cxn>
              <a:cxn ang="0">
                <a:pos x="169" y="15"/>
              </a:cxn>
              <a:cxn ang="0">
                <a:pos x="175" y="19"/>
              </a:cxn>
              <a:cxn ang="0">
                <a:pos x="179" y="23"/>
              </a:cxn>
              <a:cxn ang="0">
                <a:pos x="186" y="28"/>
              </a:cxn>
              <a:cxn ang="0">
                <a:pos x="186" y="34"/>
              </a:cxn>
              <a:cxn ang="0">
                <a:pos x="186" y="40"/>
              </a:cxn>
              <a:cxn ang="0">
                <a:pos x="184" y="49"/>
              </a:cxn>
              <a:cxn ang="0">
                <a:pos x="179" y="55"/>
              </a:cxn>
              <a:cxn ang="0">
                <a:pos x="175" y="66"/>
              </a:cxn>
              <a:cxn ang="0">
                <a:pos x="171" y="75"/>
              </a:cxn>
              <a:cxn ang="0">
                <a:pos x="164" y="83"/>
              </a:cxn>
              <a:cxn ang="0">
                <a:pos x="158" y="94"/>
              </a:cxn>
              <a:cxn ang="0">
                <a:pos x="149" y="104"/>
              </a:cxn>
              <a:cxn ang="0">
                <a:pos x="143" y="113"/>
              </a:cxn>
              <a:cxn ang="0">
                <a:pos x="134" y="124"/>
              </a:cxn>
              <a:cxn ang="0">
                <a:pos x="127" y="132"/>
              </a:cxn>
              <a:cxn ang="0">
                <a:pos x="121" y="141"/>
              </a:cxn>
              <a:cxn ang="0">
                <a:pos x="114" y="147"/>
              </a:cxn>
              <a:cxn ang="0">
                <a:pos x="110" y="153"/>
              </a:cxn>
              <a:cxn ang="0">
                <a:pos x="106" y="158"/>
              </a:cxn>
            </a:cxnLst>
            <a:rect l="0" t="0" r="r" b="b"/>
            <a:pathLst>
              <a:path w="186" h="158">
                <a:moveTo>
                  <a:pt x="0" y="70"/>
                </a:moveTo>
                <a:lnTo>
                  <a:pt x="4" y="66"/>
                </a:lnTo>
                <a:lnTo>
                  <a:pt x="6" y="62"/>
                </a:lnTo>
                <a:lnTo>
                  <a:pt x="10" y="55"/>
                </a:lnTo>
                <a:lnTo>
                  <a:pt x="15" y="51"/>
                </a:lnTo>
                <a:lnTo>
                  <a:pt x="19" y="47"/>
                </a:lnTo>
                <a:lnTo>
                  <a:pt x="26" y="40"/>
                </a:lnTo>
                <a:lnTo>
                  <a:pt x="30" y="36"/>
                </a:lnTo>
                <a:lnTo>
                  <a:pt x="34" y="32"/>
                </a:lnTo>
                <a:lnTo>
                  <a:pt x="41" y="28"/>
                </a:lnTo>
                <a:lnTo>
                  <a:pt x="45" y="25"/>
                </a:lnTo>
                <a:lnTo>
                  <a:pt x="52" y="21"/>
                </a:lnTo>
                <a:lnTo>
                  <a:pt x="58" y="17"/>
                </a:lnTo>
                <a:lnTo>
                  <a:pt x="65" y="13"/>
                </a:lnTo>
                <a:lnTo>
                  <a:pt x="71" y="11"/>
                </a:lnTo>
                <a:lnTo>
                  <a:pt x="75" y="8"/>
                </a:lnTo>
                <a:lnTo>
                  <a:pt x="84" y="4"/>
                </a:lnTo>
                <a:lnTo>
                  <a:pt x="88" y="4"/>
                </a:lnTo>
                <a:lnTo>
                  <a:pt x="95" y="4"/>
                </a:lnTo>
                <a:lnTo>
                  <a:pt x="101" y="2"/>
                </a:lnTo>
                <a:lnTo>
                  <a:pt x="110" y="0"/>
                </a:lnTo>
                <a:lnTo>
                  <a:pt x="117" y="0"/>
                </a:lnTo>
                <a:lnTo>
                  <a:pt x="123" y="0"/>
                </a:lnTo>
                <a:lnTo>
                  <a:pt x="130" y="2"/>
                </a:lnTo>
                <a:lnTo>
                  <a:pt x="136" y="2"/>
                </a:lnTo>
                <a:lnTo>
                  <a:pt x="143" y="4"/>
                </a:lnTo>
                <a:lnTo>
                  <a:pt x="149" y="6"/>
                </a:lnTo>
                <a:lnTo>
                  <a:pt x="156" y="8"/>
                </a:lnTo>
                <a:lnTo>
                  <a:pt x="162" y="11"/>
                </a:lnTo>
                <a:lnTo>
                  <a:pt x="169" y="15"/>
                </a:lnTo>
                <a:lnTo>
                  <a:pt x="175" y="19"/>
                </a:lnTo>
                <a:lnTo>
                  <a:pt x="179" y="23"/>
                </a:lnTo>
                <a:lnTo>
                  <a:pt x="186" y="28"/>
                </a:lnTo>
                <a:lnTo>
                  <a:pt x="186" y="34"/>
                </a:lnTo>
                <a:lnTo>
                  <a:pt x="186" y="40"/>
                </a:lnTo>
                <a:lnTo>
                  <a:pt x="184" y="49"/>
                </a:lnTo>
                <a:lnTo>
                  <a:pt x="179" y="55"/>
                </a:lnTo>
                <a:lnTo>
                  <a:pt x="175" y="66"/>
                </a:lnTo>
                <a:lnTo>
                  <a:pt x="171" y="75"/>
                </a:lnTo>
                <a:lnTo>
                  <a:pt x="164" y="83"/>
                </a:lnTo>
                <a:lnTo>
                  <a:pt x="158" y="94"/>
                </a:lnTo>
                <a:lnTo>
                  <a:pt x="149" y="104"/>
                </a:lnTo>
                <a:lnTo>
                  <a:pt x="143" y="113"/>
                </a:lnTo>
                <a:lnTo>
                  <a:pt x="134" y="124"/>
                </a:lnTo>
                <a:lnTo>
                  <a:pt x="127" y="132"/>
                </a:lnTo>
                <a:lnTo>
                  <a:pt x="121" y="141"/>
                </a:lnTo>
                <a:lnTo>
                  <a:pt x="114" y="147"/>
                </a:lnTo>
                <a:lnTo>
                  <a:pt x="110" y="153"/>
                </a:lnTo>
                <a:lnTo>
                  <a:pt x="106" y="158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6" name="Freeform 1168"/>
          <p:cNvSpPr>
            <a:spLocks/>
          </p:cNvSpPr>
          <p:nvPr/>
        </p:nvSpPr>
        <p:spPr bwMode="auto">
          <a:xfrm>
            <a:off x="4537075" y="3646488"/>
            <a:ext cx="266700" cy="114300"/>
          </a:xfrm>
          <a:custGeom>
            <a:avLst/>
            <a:gdLst/>
            <a:ahLst/>
            <a:cxnLst>
              <a:cxn ang="0">
                <a:pos x="2" y="68"/>
              </a:cxn>
              <a:cxn ang="0">
                <a:pos x="0" y="57"/>
              </a:cxn>
              <a:cxn ang="0">
                <a:pos x="2" y="49"/>
              </a:cxn>
              <a:cxn ang="0">
                <a:pos x="2" y="40"/>
              </a:cxn>
              <a:cxn ang="0">
                <a:pos x="7" y="34"/>
              </a:cxn>
              <a:cxn ang="0">
                <a:pos x="11" y="27"/>
              </a:cxn>
              <a:cxn ang="0">
                <a:pos x="18" y="23"/>
              </a:cxn>
              <a:cxn ang="0">
                <a:pos x="24" y="21"/>
              </a:cxn>
              <a:cxn ang="0">
                <a:pos x="33" y="17"/>
              </a:cxn>
              <a:cxn ang="0">
                <a:pos x="41" y="17"/>
              </a:cxn>
              <a:cxn ang="0">
                <a:pos x="52" y="15"/>
              </a:cxn>
              <a:cxn ang="0">
                <a:pos x="63" y="15"/>
              </a:cxn>
              <a:cxn ang="0">
                <a:pos x="74" y="13"/>
              </a:cxn>
              <a:cxn ang="0">
                <a:pos x="85" y="13"/>
              </a:cxn>
              <a:cxn ang="0">
                <a:pos x="96" y="13"/>
              </a:cxn>
              <a:cxn ang="0">
                <a:pos x="109" y="10"/>
              </a:cxn>
              <a:cxn ang="0">
                <a:pos x="119" y="8"/>
              </a:cxn>
              <a:cxn ang="0">
                <a:pos x="128" y="8"/>
              </a:cxn>
              <a:cxn ang="0">
                <a:pos x="135" y="6"/>
              </a:cxn>
              <a:cxn ang="0">
                <a:pos x="143" y="6"/>
              </a:cxn>
              <a:cxn ang="0">
                <a:pos x="150" y="4"/>
              </a:cxn>
              <a:cxn ang="0">
                <a:pos x="156" y="2"/>
              </a:cxn>
              <a:cxn ang="0">
                <a:pos x="163" y="0"/>
              </a:cxn>
              <a:cxn ang="0">
                <a:pos x="169" y="0"/>
              </a:cxn>
              <a:cxn ang="0">
                <a:pos x="176" y="0"/>
              </a:cxn>
              <a:cxn ang="0">
                <a:pos x="180" y="0"/>
              </a:cxn>
              <a:cxn ang="0">
                <a:pos x="184" y="0"/>
              </a:cxn>
              <a:cxn ang="0">
                <a:pos x="191" y="4"/>
              </a:cxn>
              <a:cxn ang="0">
                <a:pos x="195" y="4"/>
              </a:cxn>
              <a:cxn ang="0">
                <a:pos x="202" y="8"/>
              </a:cxn>
              <a:cxn ang="0">
                <a:pos x="204" y="15"/>
              </a:cxn>
              <a:cxn ang="0">
                <a:pos x="208" y="19"/>
              </a:cxn>
              <a:cxn ang="0">
                <a:pos x="213" y="27"/>
              </a:cxn>
              <a:cxn ang="0">
                <a:pos x="215" y="32"/>
              </a:cxn>
              <a:cxn ang="0">
                <a:pos x="215" y="36"/>
              </a:cxn>
              <a:cxn ang="0">
                <a:pos x="217" y="40"/>
              </a:cxn>
              <a:cxn ang="0">
                <a:pos x="217" y="45"/>
              </a:cxn>
              <a:cxn ang="0">
                <a:pos x="217" y="51"/>
              </a:cxn>
              <a:cxn ang="0">
                <a:pos x="215" y="55"/>
              </a:cxn>
              <a:cxn ang="0">
                <a:pos x="215" y="57"/>
              </a:cxn>
              <a:cxn ang="0">
                <a:pos x="215" y="62"/>
              </a:cxn>
              <a:cxn ang="0">
                <a:pos x="210" y="70"/>
              </a:cxn>
              <a:cxn ang="0">
                <a:pos x="206" y="79"/>
              </a:cxn>
              <a:cxn ang="0">
                <a:pos x="202" y="83"/>
              </a:cxn>
              <a:cxn ang="0">
                <a:pos x="195" y="85"/>
              </a:cxn>
              <a:cxn ang="0">
                <a:pos x="189" y="87"/>
              </a:cxn>
              <a:cxn ang="0">
                <a:pos x="174" y="87"/>
              </a:cxn>
              <a:cxn ang="0">
                <a:pos x="158" y="87"/>
              </a:cxn>
              <a:cxn ang="0">
                <a:pos x="135" y="85"/>
              </a:cxn>
              <a:cxn ang="0">
                <a:pos x="113" y="85"/>
              </a:cxn>
              <a:cxn ang="0">
                <a:pos x="91" y="85"/>
              </a:cxn>
              <a:cxn ang="0">
                <a:pos x="70" y="85"/>
              </a:cxn>
              <a:cxn ang="0">
                <a:pos x="41" y="89"/>
              </a:cxn>
              <a:cxn ang="0">
                <a:pos x="26" y="89"/>
              </a:cxn>
              <a:cxn ang="0">
                <a:pos x="18" y="87"/>
              </a:cxn>
              <a:cxn ang="0">
                <a:pos x="13" y="85"/>
              </a:cxn>
              <a:cxn ang="0">
                <a:pos x="9" y="83"/>
              </a:cxn>
              <a:cxn ang="0">
                <a:pos x="7" y="79"/>
              </a:cxn>
              <a:cxn ang="0">
                <a:pos x="2" y="74"/>
              </a:cxn>
            </a:cxnLst>
            <a:rect l="0" t="0" r="r" b="b"/>
            <a:pathLst>
              <a:path w="217" h="89">
                <a:moveTo>
                  <a:pt x="2" y="68"/>
                </a:moveTo>
                <a:lnTo>
                  <a:pt x="0" y="57"/>
                </a:lnTo>
                <a:lnTo>
                  <a:pt x="2" y="49"/>
                </a:lnTo>
                <a:lnTo>
                  <a:pt x="2" y="40"/>
                </a:lnTo>
                <a:lnTo>
                  <a:pt x="7" y="34"/>
                </a:lnTo>
                <a:lnTo>
                  <a:pt x="11" y="27"/>
                </a:lnTo>
                <a:lnTo>
                  <a:pt x="18" y="23"/>
                </a:lnTo>
                <a:lnTo>
                  <a:pt x="24" y="21"/>
                </a:lnTo>
                <a:lnTo>
                  <a:pt x="33" y="17"/>
                </a:lnTo>
                <a:lnTo>
                  <a:pt x="41" y="17"/>
                </a:lnTo>
                <a:lnTo>
                  <a:pt x="52" y="15"/>
                </a:lnTo>
                <a:lnTo>
                  <a:pt x="63" y="15"/>
                </a:lnTo>
                <a:lnTo>
                  <a:pt x="74" y="13"/>
                </a:lnTo>
                <a:lnTo>
                  <a:pt x="85" y="13"/>
                </a:lnTo>
                <a:lnTo>
                  <a:pt x="96" y="13"/>
                </a:lnTo>
                <a:lnTo>
                  <a:pt x="109" y="10"/>
                </a:lnTo>
                <a:lnTo>
                  <a:pt x="119" y="8"/>
                </a:lnTo>
                <a:lnTo>
                  <a:pt x="128" y="8"/>
                </a:lnTo>
                <a:lnTo>
                  <a:pt x="135" y="6"/>
                </a:lnTo>
                <a:lnTo>
                  <a:pt x="143" y="6"/>
                </a:lnTo>
                <a:lnTo>
                  <a:pt x="150" y="4"/>
                </a:lnTo>
                <a:lnTo>
                  <a:pt x="156" y="2"/>
                </a:lnTo>
                <a:lnTo>
                  <a:pt x="163" y="0"/>
                </a:lnTo>
                <a:lnTo>
                  <a:pt x="169" y="0"/>
                </a:lnTo>
                <a:lnTo>
                  <a:pt x="176" y="0"/>
                </a:lnTo>
                <a:lnTo>
                  <a:pt x="180" y="0"/>
                </a:lnTo>
                <a:lnTo>
                  <a:pt x="184" y="0"/>
                </a:lnTo>
                <a:lnTo>
                  <a:pt x="191" y="4"/>
                </a:lnTo>
                <a:lnTo>
                  <a:pt x="195" y="4"/>
                </a:lnTo>
                <a:lnTo>
                  <a:pt x="202" y="8"/>
                </a:lnTo>
                <a:lnTo>
                  <a:pt x="204" y="15"/>
                </a:lnTo>
                <a:lnTo>
                  <a:pt x="208" y="19"/>
                </a:lnTo>
                <a:lnTo>
                  <a:pt x="213" y="27"/>
                </a:lnTo>
                <a:lnTo>
                  <a:pt x="215" y="32"/>
                </a:lnTo>
                <a:lnTo>
                  <a:pt x="215" y="36"/>
                </a:lnTo>
                <a:lnTo>
                  <a:pt x="217" y="40"/>
                </a:lnTo>
                <a:lnTo>
                  <a:pt x="217" y="45"/>
                </a:lnTo>
                <a:lnTo>
                  <a:pt x="217" y="51"/>
                </a:lnTo>
                <a:lnTo>
                  <a:pt x="215" y="55"/>
                </a:lnTo>
                <a:lnTo>
                  <a:pt x="215" y="57"/>
                </a:lnTo>
                <a:lnTo>
                  <a:pt x="215" y="62"/>
                </a:lnTo>
                <a:lnTo>
                  <a:pt x="210" y="70"/>
                </a:lnTo>
                <a:lnTo>
                  <a:pt x="206" y="79"/>
                </a:lnTo>
                <a:lnTo>
                  <a:pt x="202" y="83"/>
                </a:lnTo>
                <a:lnTo>
                  <a:pt x="195" y="85"/>
                </a:lnTo>
                <a:lnTo>
                  <a:pt x="189" y="87"/>
                </a:lnTo>
                <a:lnTo>
                  <a:pt x="174" y="87"/>
                </a:lnTo>
                <a:lnTo>
                  <a:pt x="158" y="87"/>
                </a:lnTo>
                <a:lnTo>
                  <a:pt x="135" y="85"/>
                </a:lnTo>
                <a:lnTo>
                  <a:pt x="113" y="85"/>
                </a:lnTo>
                <a:lnTo>
                  <a:pt x="91" y="85"/>
                </a:lnTo>
                <a:lnTo>
                  <a:pt x="70" y="85"/>
                </a:lnTo>
                <a:lnTo>
                  <a:pt x="41" y="89"/>
                </a:lnTo>
                <a:lnTo>
                  <a:pt x="26" y="89"/>
                </a:lnTo>
                <a:lnTo>
                  <a:pt x="18" y="87"/>
                </a:lnTo>
                <a:lnTo>
                  <a:pt x="13" y="85"/>
                </a:lnTo>
                <a:lnTo>
                  <a:pt x="9" y="83"/>
                </a:lnTo>
                <a:lnTo>
                  <a:pt x="7" y="79"/>
                </a:lnTo>
                <a:lnTo>
                  <a:pt x="2" y="74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7" name="Freeform 1169"/>
          <p:cNvSpPr>
            <a:spLocks/>
          </p:cNvSpPr>
          <p:nvPr/>
        </p:nvSpPr>
        <p:spPr bwMode="auto">
          <a:xfrm>
            <a:off x="4575175" y="3763963"/>
            <a:ext cx="142875" cy="219075"/>
          </a:xfrm>
          <a:custGeom>
            <a:avLst/>
            <a:gdLst/>
            <a:ahLst/>
            <a:cxnLst>
              <a:cxn ang="0">
                <a:pos x="106" y="0"/>
              </a:cxn>
              <a:cxn ang="0">
                <a:pos x="112" y="7"/>
              </a:cxn>
              <a:cxn ang="0">
                <a:pos x="117" y="15"/>
              </a:cxn>
              <a:cxn ang="0">
                <a:pos x="117" y="26"/>
              </a:cxn>
              <a:cxn ang="0">
                <a:pos x="114" y="39"/>
              </a:cxn>
              <a:cxn ang="0">
                <a:pos x="110" y="50"/>
              </a:cxn>
              <a:cxn ang="0">
                <a:pos x="104" y="64"/>
              </a:cxn>
              <a:cxn ang="0">
                <a:pos x="95" y="77"/>
              </a:cxn>
              <a:cxn ang="0">
                <a:pos x="84" y="90"/>
              </a:cxn>
              <a:cxn ang="0">
                <a:pos x="75" y="103"/>
              </a:cxn>
              <a:cxn ang="0">
                <a:pos x="62" y="116"/>
              </a:cxn>
              <a:cxn ang="0">
                <a:pos x="52" y="126"/>
              </a:cxn>
              <a:cxn ang="0">
                <a:pos x="39" y="139"/>
              </a:cxn>
              <a:cxn ang="0">
                <a:pos x="28" y="148"/>
              </a:cxn>
              <a:cxn ang="0">
                <a:pos x="17" y="156"/>
              </a:cxn>
              <a:cxn ang="0">
                <a:pos x="8" y="165"/>
              </a:cxn>
              <a:cxn ang="0">
                <a:pos x="0" y="171"/>
              </a:cxn>
            </a:cxnLst>
            <a:rect l="0" t="0" r="r" b="b"/>
            <a:pathLst>
              <a:path w="117" h="171">
                <a:moveTo>
                  <a:pt x="106" y="0"/>
                </a:moveTo>
                <a:lnTo>
                  <a:pt x="112" y="7"/>
                </a:lnTo>
                <a:lnTo>
                  <a:pt x="117" y="15"/>
                </a:lnTo>
                <a:lnTo>
                  <a:pt x="117" y="26"/>
                </a:lnTo>
                <a:lnTo>
                  <a:pt x="114" y="39"/>
                </a:lnTo>
                <a:lnTo>
                  <a:pt x="110" y="50"/>
                </a:lnTo>
                <a:lnTo>
                  <a:pt x="104" y="64"/>
                </a:lnTo>
                <a:lnTo>
                  <a:pt x="95" y="77"/>
                </a:lnTo>
                <a:lnTo>
                  <a:pt x="84" y="90"/>
                </a:lnTo>
                <a:lnTo>
                  <a:pt x="75" y="103"/>
                </a:lnTo>
                <a:lnTo>
                  <a:pt x="62" y="116"/>
                </a:lnTo>
                <a:lnTo>
                  <a:pt x="52" y="126"/>
                </a:lnTo>
                <a:lnTo>
                  <a:pt x="39" y="139"/>
                </a:lnTo>
                <a:lnTo>
                  <a:pt x="28" y="148"/>
                </a:lnTo>
                <a:lnTo>
                  <a:pt x="17" y="156"/>
                </a:lnTo>
                <a:lnTo>
                  <a:pt x="8" y="165"/>
                </a:lnTo>
                <a:lnTo>
                  <a:pt x="0" y="171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8" name="Freeform 1170"/>
          <p:cNvSpPr>
            <a:spLocks/>
          </p:cNvSpPr>
          <p:nvPr/>
        </p:nvSpPr>
        <p:spPr bwMode="auto">
          <a:xfrm>
            <a:off x="4627563" y="3763963"/>
            <a:ext cx="160337" cy="236537"/>
          </a:xfrm>
          <a:custGeom>
            <a:avLst/>
            <a:gdLst/>
            <a:ahLst/>
            <a:cxnLst>
              <a:cxn ang="0">
                <a:pos x="119" y="0"/>
              </a:cxn>
              <a:cxn ang="0">
                <a:pos x="128" y="11"/>
              </a:cxn>
              <a:cxn ang="0">
                <a:pos x="130" y="28"/>
              </a:cxn>
              <a:cxn ang="0">
                <a:pos x="130" y="41"/>
              </a:cxn>
              <a:cxn ang="0">
                <a:pos x="130" y="56"/>
              </a:cxn>
              <a:cxn ang="0">
                <a:pos x="126" y="71"/>
              </a:cxn>
              <a:cxn ang="0">
                <a:pos x="119" y="86"/>
              </a:cxn>
              <a:cxn ang="0">
                <a:pos x="110" y="99"/>
              </a:cxn>
              <a:cxn ang="0">
                <a:pos x="100" y="114"/>
              </a:cxn>
              <a:cxn ang="0">
                <a:pos x="87" y="124"/>
              </a:cxn>
              <a:cxn ang="0">
                <a:pos x="74" y="137"/>
              </a:cxn>
              <a:cxn ang="0">
                <a:pos x="61" y="148"/>
              </a:cxn>
              <a:cxn ang="0">
                <a:pos x="48" y="156"/>
              </a:cxn>
              <a:cxn ang="0">
                <a:pos x="35" y="165"/>
              </a:cxn>
              <a:cxn ang="0">
                <a:pos x="22" y="173"/>
              </a:cxn>
              <a:cxn ang="0">
                <a:pos x="11" y="180"/>
              </a:cxn>
              <a:cxn ang="0">
                <a:pos x="0" y="184"/>
              </a:cxn>
            </a:cxnLst>
            <a:rect l="0" t="0" r="r" b="b"/>
            <a:pathLst>
              <a:path w="130" h="184">
                <a:moveTo>
                  <a:pt x="119" y="0"/>
                </a:moveTo>
                <a:lnTo>
                  <a:pt x="128" y="11"/>
                </a:lnTo>
                <a:lnTo>
                  <a:pt x="130" y="28"/>
                </a:lnTo>
                <a:lnTo>
                  <a:pt x="130" y="41"/>
                </a:lnTo>
                <a:lnTo>
                  <a:pt x="130" y="56"/>
                </a:lnTo>
                <a:lnTo>
                  <a:pt x="126" y="71"/>
                </a:lnTo>
                <a:lnTo>
                  <a:pt x="119" y="86"/>
                </a:lnTo>
                <a:lnTo>
                  <a:pt x="110" y="99"/>
                </a:lnTo>
                <a:lnTo>
                  <a:pt x="100" y="114"/>
                </a:lnTo>
                <a:lnTo>
                  <a:pt x="87" y="124"/>
                </a:lnTo>
                <a:lnTo>
                  <a:pt x="74" y="137"/>
                </a:lnTo>
                <a:lnTo>
                  <a:pt x="61" y="148"/>
                </a:lnTo>
                <a:lnTo>
                  <a:pt x="48" y="156"/>
                </a:lnTo>
                <a:lnTo>
                  <a:pt x="35" y="165"/>
                </a:lnTo>
                <a:lnTo>
                  <a:pt x="22" y="173"/>
                </a:lnTo>
                <a:lnTo>
                  <a:pt x="11" y="180"/>
                </a:lnTo>
                <a:lnTo>
                  <a:pt x="0" y="184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39" name="Freeform 1171"/>
          <p:cNvSpPr>
            <a:spLocks/>
          </p:cNvSpPr>
          <p:nvPr/>
        </p:nvSpPr>
        <p:spPr bwMode="auto">
          <a:xfrm>
            <a:off x="4125913" y="4411663"/>
            <a:ext cx="506412" cy="700087"/>
          </a:xfrm>
          <a:custGeom>
            <a:avLst/>
            <a:gdLst/>
            <a:ahLst/>
            <a:cxnLst>
              <a:cxn ang="0">
                <a:pos x="412" y="0"/>
              </a:cxn>
              <a:cxn ang="0">
                <a:pos x="391" y="28"/>
              </a:cxn>
              <a:cxn ang="0">
                <a:pos x="365" y="58"/>
              </a:cxn>
              <a:cxn ang="0">
                <a:pos x="341" y="85"/>
              </a:cxn>
              <a:cxn ang="0">
                <a:pos x="315" y="113"/>
              </a:cxn>
              <a:cxn ang="0">
                <a:pos x="291" y="141"/>
              </a:cxn>
              <a:cxn ang="0">
                <a:pos x="267" y="171"/>
              </a:cxn>
              <a:cxn ang="0">
                <a:pos x="241" y="200"/>
              </a:cxn>
              <a:cxn ang="0">
                <a:pos x="215" y="232"/>
              </a:cxn>
              <a:cxn ang="0">
                <a:pos x="191" y="264"/>
              </a:cxn>
              <a:cxn ang="0">
                <a:pos x="165" y="299"/>
              </a:cxn>
              <a:cxn ang="0">
                <a:pos x="139" y="333"/>
              </a:cxn>
              <a:cxn ang="0">
                <a:pos x="113" y="371"/>
              </a:cxn>
              <a:cxn ang="0">
                <a:pos x="85" y="410"/>
              </a:cxn>
              <a:cxn ang="0">
                <a:pos x="59" y="452"/>
              </a:cxn>
              <a:cxn ang="0">
                <a:pos x="31" y="497"/>
              </a:cxn>
              <a:cxn ang="0">
                <a:pos x="0" y="544"/>
              </a:cxn>
            </a:cxnLst>
            <a:rect l="0" t="0" r="r" b="b"/>
            <a:pathLst>
              <a:path w="412" h="544">
                <a:moveTo>
                  <a:pt x="412" y="0"/>
                </a:moveTo>
                <a:lnTo>
                  <a:pt x="391" y="28"/>
                </a:lnTo>
                <a:lnTo>
                  <a:pt x="365" y="58"/>
                </a:lnTo>
                <a:lnTo>
                  <a:pt x="341" y="85"/>
                </a:lnTo>
                <a:lnTo>
                  <a:pt x="315" y="113"/>
                </a:lnTo>
                <a:lnTo>
                  <a:pt x="291" y="141"/>
                </a:lnTo>
                <a:lnTo>
                  <a:pt x="267" y="171"/>
                </a:lnTo>
                <a:lnTo>
                  <a:pt x="241" y="200"/>
                </a:lnTo>
                <a:lnTo>
                  <a:pt x="215" y="232"/>
                </a:lnTo>
                <a:lnTo>
                  <a:pt x="191" y="264"/>
                </a:lnTo>
                <a:lnTo>
                  <a:pt x="165" y="299"/>
                </a:lnTo>
                <a:lnTo>
                  <a:pt x="139" y="333"/>
                </a:lnTo>
                <a:lnTo>
                  <a:pt x="113" y="371"/>
                </a:lnTo>
                <a:lnTo>
                  <a:pt x="85" y="410"/>
                </a:lnTo>
                <a:lnTo>
                  <a:pt x="59" y="452"/>
                </a:lnTo>
                <a:lnTo>
                  <a:pt x="31" y="497"/>
                </a:lnTo>
                <a:lnTo>
                  <a:pt x="0" y="544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0" name="Freeform 1172"/>
          <p:cNvSpPr>
            <a:spLocks/>
          </p:cNvSpPr>
          <p:nvPr/>
        </p:nvSpPr>
        <p:spPr bwMode="auto">
          <a:xfrm>
            <a:off x="4087813" y="4378325"/>
            <a:ext cx="477837" cy="715963"/>
          </a:xfrm>
          <a:custGeom>
            <a:avLst/>
            <a:gdLst/>
            <a:ahLst/>
            <a:cxnLst>
              <a:cxn ang="0">
                <a:pos x="0" y="557"/>
              </a:cxn>
              <a:cxn ang="0">
                <a:pos x="26" y="517"/>
              </a:cxn>
              <a:cxn ang="0">
                <a:pos x="50" y="476"/>
              </a:cxn>
              <a:cxn ang="0">
                <a:pos x="74" y="438"/>
              </a:cxn>
              <a:cxn ang="0">
                <a:pos x="100" y="399"/>
              </a:cxn>
              <a:cxn ang="0">
                <a:pos x="126" y="363"/>
              </a:cxn>
              <a:cxn ang="0">
                <a:pos x="149" y="325"/>
              </a:cxn>
              <a:cxn ang="0">
                <a:pos x="175" y="288"/>
              </a:cxn>
              <a:cxn ang="0">
                <a:pos x="202" y="252"/>
              </a:cxn>
              <a:cxn ang="0">
                <a:pos x="225" y="216"/>
              </a:cxn>
              <a:cxn ang="0">
                <a:pos x="251" y="180"/>
              </a:cxn>
              <a:cxn ang="0">
                <a:pos x="280" y="143"/>
              </a:cxn>
              <a:cxn ang="0">
                <a:pos x="306" y="109"/>
              </a:cxn>
              <a:cxn ang="0">
                <a:pos x="334" y="73"/>
              </a:cxn>
              <a:cxn ang="0">
                <a:pos x="362" y="37"/>
              </a:cxn>
              <a:cxn ang="0">
                <a:pos x="390" y="0"/>
              </a:cxn>
            </a:cxnLst>
            <a:rect l="0" t="0" r="r" b="b"/>
            <a:pathLst>
              <a:path w="390" h="557">
                <a:moveTo>
                  <a:pt x="0" y="557"/>
                </a:moveTo>
                <a:lnTo>
                  <a:pt x="26" y="517"/>
                </a:lnTo>
                <a:lnTo>
                  <a:pt x="50" y="476"/>
                </a:lnTo>
                <a:lnTo>
                  <a:pt x="74" y="438"/>
                </a:lnTo>
                <a:lnTo>
                  <a:pt x="100" y="399"/>
                </a:lnTo>
                <a:lnTo>
                  <a:pt x="126" y="363"/>
                </a:lnTo>
                <a:lnTo>
                  <a:pt x="149" y="325"/>
                </a:lnTo>
                <a:lnTo>
                  <a:pt x="175" y="288"/>
                </a:lnTo>
                <a:lnTo>
                  <a:pt x="202" y="252"/>
                </a:lnTo>
                <a:lnTo>
                  <a:pt x="225" y="216"/>
                </a:lnTo>
                <a:lnTo>
                  <a:pt x="251" y="180"/>
                </a:lnTo>
                <a:lnTo>
                  <a:pt x="280" y="143"/>
                </a:lnTo>
                <a:lnTo>
                  <a:pt x="306" y="109"/>
                </a:lnTo>
                <a:lnTo>
                  <a:pt x="334" y="73"/>
                </a:lnTo>
                <a:lnTo>
                  <a:pt x="362" y="37"/>
                </a:lnTo>
                <a:lnTo>
                  <a:pt x="390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1" name="Freeform 1173"/>
          <p:cNvSpPr>
            <a:spLocks/>
          </p:cNvSpPr>
          <p:nvPr/>
        </p:nvSpPr>
        <p:spPr bwMode="auto">
          <a:xfrm>
            <a:off x="4033838" y="4219575"/>
            <a:ext cx="361950" cy="855663"/>
          </a:xfrm>
          <a:custGeom>
            <a:avLst/>
            <a:gdLst/>
            <a:ahLst/>
            <a:cxnLst>
              <a:cxn ang="0">
                <a:pos x="0" y="665"/>
              </a:cxn>
              <a:cxn ang="0">
                <a:pos x="30" y="618"/>
              </a:cxn>
              <a:cxn ang="0">
                <a:pos x="62" y="569"/>
              </a:cxn>
              <a:cxn ang="0">
                <a:pos x="88" y="522"/>
              </a:cxn>
              <a:cxn ang="0">
                <a:pos x="117" y="475"/>
              </a:cxn>
              <a:cxn ang="0">
                <a:pos x="138" y="431"/>
              </a:cxn>
              <a:cxn ang="0">
                <a:pos x="160" y="386"/>
              </a:cxn>
              <a:cxn ang="0">
                <a:pos x="182" y="343"/>
              </a:cxn>
              <a:cxn ang="0">
                <a:pos x="199" y="298"/>
              </a:cxn>
              <a:cxn ang="0">
                <a:pos x="216" y="256"/>
              </a:cxn>
              <a:cxn ang="0">
                <a:pos x="232" y="213"/>
              </a:cxn>
              <a:cxn ang="0">
                <a:pos x="247" y="170"/>
              </a:cxn>
              <a:cxn ang="0">
                <a:pos x="260" y="125"/>
              </a:cxn>
              <a:cxn ang="0">
                <a:pos x="271" y="85"/>
              </a:cxn>
              <a:cxn ang="0">
                <a:pos x="284" y="42"/>
              </a:cxn>
              <a:cxn ang="0">
                <a:pos x="294" y="0"/>
              </a:cxn>
            </a:cxnLst>
            <a:rect l="0" t="0" r="r" b="b"/>
            <a:pathLst>
              <a:path w="294" h="665">
                <a:moveTo>
                  <a:pt x="0" y="665"/>
                </a:moveTo>
                <a:lnTo>
                  <a:pt x="30" y="618"/>
                </a:lnTo>
                <a:lnTo>
                  <a:pt x="62" y="569"/>
                </a:lnTo>
                <a:lnTo>
                  <a:pt x="88" y="522"/>
                </a:lnTo>
                <a:lnTo>
                  <a:pt x="117" y="475"/>
                </a:lnTo>
                <a:lnTo>
                  <a:pt x="138" y="431"/>
                </a:lnTo>
                <a:lnTo>
                  <a:pt x="160" y="386"/>
                </a:lnTo>
                <a:lnTo>
                  <a:pt x="182" y="343"/>
                </a:lnTo>
                <a:lnTo>
                  <a:pt x="199" y="298"/>
                </a:lnTo>
                <a:lnTo>
                  <a:pt x="216" y="256"/>
                </a:lnTo>
                <a:lnTo>
                  <a:pt x="232" y="213"/>
                </a:lnTo>
                <a:lnTo>
                  <a:pt x="247" y="170"/>
                </a:lnTo>
                <a:lnTo>
                  <a:pt x="260" y="125"/>
                </a:lnTo>
                <a:lnTo>
                  <a:pt x="271" y="85"/>
                </a:lnTo>
                <a:lnTo>
                  <a:pt x="284" y="42"/>
                </a:lnTo>
                <a:lnTo>
                  <a:pt x="294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2" name="Freeform 1174"/>
          <p:cNvSpPr>
            <a:spLocks/>
          </p:cNvSpPr>
          <p:nvPr/>
        </p:nvSpPr>
        <p:spPr bwMode="auto">
          <a:xfrm>
            <a:off x="4130675" y="4332288"/>
            <a:ext cx="331788" cy="633412"/>
          </a:xfrm>
          <a:custGeom>
            <a:avLst/>
            <a:gdLst/>
            <a:ahLst/>
            <a:cxnLst>
              <a:cxn ang="0">
                <a:pos x="0" y="493"/>
              </a:cxn>
              <a:cxn ang="0">
                <a:pos x="21" y="457"/>
              </a:cxn>
              <a:cxn ang="0">
                <a:pos x="45" y="420"/>
              </a:cxn>
              <a:cxn ang="0">
                <a:pos x="65" y="386"/>
              </a:cxn>
              <a:cxn ang="0">
                <a:pos x="86" y="352"/>
              </a:cxn>
              <a:cxn ang="0">
                <a:pos x="106" y="322"/>
              </a:cxn>
              <a:cxn ang="0">
                <a:pos x="125" y="288"/>
              </a:cxn>
              <a:cxn ang="0">
                <a:pos x="143" y="258"/>
              </a:cxn>
              <a:cxn ang="0">
                <a:pos x="162" y="226"/>
              </a:cxn>
              <a:cxn ang="0">
                <a:pos x="177" y="196"/>
              </a:cxn>
              <a:cxn ang="0">
                <a:pos x="195" y="164"/>
              </a:cxn>
              <a:cxn ang="0">
                <a:pos x="210" y="132"/>
              </a:cxn>
              <a:cxn ang="0">
                <a:pos x="227" y="100"/>
              </a:cxn>
              <a:cxn ang="0">
                <a:pos x="240" y="68"/>
              </a:cxn>
              <a:cxn ang="0">
                <a:pos x="255" y="34"/>
              </a:cxn>
              <a:cxn ang="0">
                <a:pos x="271" y="0"/>
              </a:cxn>
            </a:cxnLst>
            <a:rect l="0" t="0" r="r" b="b"/>
            <a:pathLst>
              <a:path w="271" h="493">
                <a:moveTo>
                  <a:pt x="0" y="493"/>
                </a:moveTo>
                <a:lnTo>
                  <a:pt x="21" y="457"/>
                </a:lnTo>
                <a:lnTo>
                  <a:pt x="45" y="420"/>
                </a:lnTo>
                <a:lnTo>
                  <a:pt x="65" y="386"/>
                </a:lnTo>
                <a:lnTo>
                  <a:pt x="86" y="352"/>
                </a:lnTo>
                <a:lnTo>
                  <a:pt x="106" y="322"/>
                </a:lnTo>
                <a:lnTo>
                  <a:pt x="125" y="288"/>
                </a:lnTo>
                <a:lnTo>
                  <a:pt x="143" y="258"/>
                </a:lnTo>
                <a:lnTo>
                  <a:pt x="162" y="226"/>
                </a:lnTo>
                <a:lnTo>
                  <a:pt x="177" y="196"/>
                </a:lnTo>
                <a:lnTo>
                  <a:pt x="195" y="164"/>
                </a:lnTo>
                <a:lnTo>
                  <a:pt x="210" y="132"/>
                </a:lnTo>
                <a:lnTo>
                  <a:pt x="227" y="100"/>
                </a:lnTo>
                <a:lnTo>
                  <a:pt x="240" y="68"/>
                </a:lnTo>
                <a:lnTo>
                  <a:pt x="255" y="34"/>
                </a:lnTo>
                <a:lnTo>
                  <a:pt x="271" y="0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3" name="Freeform 1175"/>
          <p:cNvSpPr>
            <a:spLocks/>
          </p:cNvSpPr>
          <p:nvPr/>
        </p:nvSpPr>
        <p:spPr bwMode="auto">
          <a:xfrm>
            <a:off x="4319588" y="4024313"/>
            <a:ext cx="300037" cy="368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" y="17"/>
              </a:cxn>
              <a:cxn ang="0">
                <a:pos x="17" y="34"/>
              </a:cxn>
              <a:cxn ang="0">
                <a:pos x="23" y="53"/>
              </a:cxn>
              <a:cxn ang="0">
                <a:pos x="30" y="73"/>
              </a:cxn>
              <a:cxn ang="0">
                <a:pos x="39" y="94"/>
              </a:cxn>
              <a:cxn ang="0">
                <a:pos x="47" y="115"/>
              </a:cxn>
              <a:cxn ang="0">
                <a:pos x="56" y="135"/>
              </a:cxn>
              <a:cxn ang="0">
                <a:pos x="69" y="156"/>
              </a:cxn>
              <a:cxn ang="0">
                <a:pos x="82" y="173"/>
              </a:cxn>
              <a:cxn ang="0">
                <a:pos x="99" y="192"/>
              </a:cxn>
              <a:cxn ang="0">
                <a:pos x="117" y="211"/>
              </a:cxn>
              <a:cxn ang="0">
                <a:pos x="138" y="228"/>
              </a:cxn>
              <a:cxn ang="0">
                <a:pos x="160" y="243"/>
              </a:cxn>
              <a:cxn ang="0">
                <a:pos x="186" y="258"/>
              </a:cxn>
              <a:cxn ang="0">
                <a:pos x="212" y="273"/>
              </a:cxn>
              <a:cxn ang="0">
                <a:pos x="244" y="286"/>
              </a:cxn>
            </a:cxnLst>
            <a:rect l="0" t="0" r="r" b="b"/>
            <a:pathLst>
              <a:path w="244" h="286">
                <a:moveTo>
                  <a:pt x="0" y="0"/>
                </a:moveTo>
                <a:lnTo>
                  <a:pt x="10" y="17"/>
                </a:lnTo>
                <a:lnTo>
                  <a:pt x="17" y="34"/>
                </a:lnTo>
                <a:lnTo>
                  <a:pt x="23" y="53"/>
                </a:lnTo>
                <a:lnTo>
                  <a:pt x="30" y="73"/>
                </a:lnTo>
                <a:lnTo>
                  <a:pt x="39" y="94"/>
                </a:lnTo>
                <a:lnTo>
                  <a:pt x="47" y="115"/>
                </a:lnTo>
                <a:lnTo>
                  <a:pt x="56" y="135"/>
                </a:lnTo>
                <a:lnTo>
                  <a:pt x="69" y="156"/>
                </a:lnTo>
                <a:lnTo>
                  <a:pt x="82" y="173"/>
                </a:lnTo>
                <a:lnTo>
                  <a:pt x="99" y="192"/>
                </a:lnTo>
                <a:lnTo>
                  <a:pt x="117" y="211"/>
                </a:lnTo>
                <a:lnTo>
                  <a:pt x="138" y="228"/>
                </a:lnTo>
                <a:lnTo>
                  <a:pt x="160" y="243"/>
                </a:lnTo>
                <a:lnTo>
                  <a:pt x="186" y="258"/>
                </a:lnTo>
                <a:lnTo>
                  <a:pt x="212" y="273"/>
                </a:lnTo>
                <a:lnTo>
                  <a:pt x="244" y="286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4" name="Freeform 1176"/>
          <p:cNvSpPr>
            <a:spLocks/>
          </p:cNvSpPr>
          <p:nvPr/>
        </p:nvSpPr>
        <p:spPr bwMode="auto">
          <a:xfrm>
            <a:off x="4427538" y="3917950"/>
            <a:ext cx="227012" cy="428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" y="26"/>
              </a:cxn>
              <a:cxn ang="0">
                <a:pos x="7" y="51"/>
              </a:cxn>
              <a:cxn ang="0">
                <a:pos x="13" y="77"/>
              </a:cxn>
              <a:cxn ang="0">
                <a:pos x="18" y="102"/>
              </a:cxn>
              <a:cxn ang="0">
                <a:pos x="24" y="126"/>
              </a:cxn>
              <a:cxn ang="0">
                <a:pos x="31" y="149"/>
              </a:cxn>
              <a:cxn ang="0">
                <a:pos x="39" y="173"/>
              </a:cxn>
              <a:cxn ang="0">
                <a:pos x="48" y="194"/>
              </a:cxn>
              <a:cxn ang="0">
                <a:pos x="59" y="215"/>
              </a:cxn>
              <a:cxn ang="0">
                <a:pos x="70" y="235"/>
              </a:cxn>
              <a:cxn ang="0">
                <a:pos x="85" y="256"/>
              </a:cxn>
              <a:cxn ang="0">
                <a:pos x="100" y="273"/>
              </a:cxn>
              <a:cxn ang="0">
                <a:pos x="117" y="290"/>
              </a:cxn>
              <a:cxn ang="0">
                <a:pos x="137" y="307"/>
              </a:cxn>
              <a:cxn ang="0">
                <a:pos x="159" y="322"/>
              </a:cxn>
              <a:cxn ang="0">
                <a:pos x="185" y="333"/>
              </a:cxn>
            </a:cxnLst>
            <a:rect l="0" t="0" r="r" b="b"/>
            <a:pathLst>
              <a:path w="185" h="333">
                <a:moveTo>
                  <a:pt x="0" y="0"/>
                </a:moveTo>
                <a:lnTo>
                  <a:pt x="5" y="26"/>
                </a:lnTo>
                <a:lnTo>
                  <a:pt x="7" y="51"/>
                </a:lnTo>
                <a:lnTo>
                  <a:pt x="13" y="77"/>
                </a:lnTo>
                <a:lnTo>
                  <a:pt x="18" y="102"/>
                </a:lnTo>
                <a:lnTo>
                  <a:pt x="24" y="126"/>
                </a:lnTo>
                <a:lnTo>
                  <a:pt x="31" y="149"/>
                </a:lnTo>
                <a:lnTo>
                  <a:pt x="39" y="173"/>
                </a:lnTo>
                <a:lnTo>
                  <a:pt x="48" y="194"/>
                </a:lnTo>
                <a:lnTo>
                  <a:pt x="59" y="215"/>
                </a:lnTo>
                <a:lnTo>
                  <a:pt x="70" y="235"/>
                </a:lnTo>
                <a:lnTo>
                  <a:pt x="85" y="256"/>
                </a:lnTo>
                <a:lnTo>
                  <a:pt x="100" y="273"/>
                </a:lnTo>
                <a:lnTo>
                  <a:pt x="117" y="290"/>
                </a:lnTo>
                <a:lnTo>
                  <a:pt x="137" y="307"/>
                </a:lnTo>
                <a:lnTo>
                  <a:pt x="159" y="322"/>
                </a:lnTo>
                <a:lnTo>
                  <a:pt x="185" y="333"/>
                </a:lnTo>
              </a:path>
            </a:pathLst>
          </a:custGeom>
          <a:noFill/>
          <a:ln w="3175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5" name="Freeform 1177"/>
          <p:cNvSpPr>
            <a:spLocks/>
          </p:cNvSpPr>
          <p:nvPr/>
        </p:nvSpPr>
        <p:spPr bwMode="auto">
          <a:xfrm>
            <a:off x="4157663" y="3560763"/>
            <a:ext cx="128587" cy="146050"/>
          </a:xfrm>
          <a:custGeom>
            <a:avLst/>
            <a:gdLst/>
            <a:ahLst/>
            <a:cxnLst>
              <a:cxn ang="0">
                <a:pos x="104" y="113"/>
              </a:cxn>
              <a:cxn ang="0">
                <a:pos x="96" y="111"/>
              </a:cxn>
              <a:cxn ang="0">
                <a:pos x="89" y="106"/>
              </a:cxn>
              <a:cxn ang="0">
                <a:pos x="81" y="100"/>
              </a:cxn>
              <a:cxn ang="0">
                <a:pos x="76" y="96"/>
              </a:cxn>
              <a:cxn ang="0">
                <a:pos x="72" y="89"/>
              </a:cxn>
              <a:cxn ang="0">
                <a:pos x="68" y="83"/>
              </a:cxn>
              <a:cxn ang="0">
                <a:pos x="65" y="76"/>
              </a:cxn>
              <a:cxn ang="0">
                <a:pos x="61" y="70"/>
              </a:cxn>
              <a:cxn ang="0">
                <a:pos x="57" y="64"/>
              </a:cxn>
              <a:cxn ang="0">
                <a:pos x="55" y="57"/>
              </a:cxn>
              <a:cxn ang="0">
                <a:pos x="50" y="51"/>
              </a:cxn>
              <a:cxn ang="0">
                <a:pos x="46" y="47"/>
              </a:cxn>
              <a:cxn ang="0">
                <a:pos x="44" y="42"/>
              </a:cxn>
              <a:cxn ang="0">
                <a:pos x="39" y="40"/>
              </a:cxn>
              <a:cxn ang="0">
                <a:pos x="33" y="38"/>
              </a:cxn>
              <a:cxn ang="0">
                <a:pos x="26" y="38"/>
              </a:cxn>
              <a:cxn ang="0">
                <a:pos x="22" y="38"/>
              </a:cxn>
              <a:cxn ang="0">
                <a:pos x="16" y="38"/>
              </a:cxn>
              <a:cxn ang="0">
                <a:pos x="13" y="36"/>
              </a:cxn>
              <a:cxn ang="0">
                <a:pos x="7" y="32"/>
              </a:cxn>
              <a:cxn ang="0">
                <a:pos x="5" y="29"/>
              </a:cxn>
              <a:cxn ang="0">
                <a:pos x="3" y="23"/>
              </a:cxn>
              <a:cxn ang="0">
                <a:pos x="0" y="21"/>
              </a:cxn>
              <a:cxn ang="0">
                <a:pos x="0" y="17"/>
              </a:cxn>
              <a:cxn ang="0">
                <a:pos x="3" y="10"/>
              </a:cxn>
              <a:cxn ang="0">
                <a:pos x="5" y="6"/>
              </a:cxn>
              <a:cxn ang="0">
                <a:pos x="7" y="0"/>
              </a:cxn>
              <a:cxn ang="0">
                <a:pos x="7" y="8"/>
              </a:cxn>
              <a:cxn ang="0">
                <a:pos x="7" y="15"/>
              </a:cxn>
              <a:cxn ang="0">
                <a:pos x="7" y="21"/>
              </a:cxn>
              <a:cxn ang="0">
                <a:pos x="9" y="25"/>
              </a:cxn>
              <a:cxn ang="0">
                <a:pos x="13" y="29"/>
              </a:cxn>
              <a:cxn ang="0">
                <a:pos x="20" y="32"/>
              </a:cxn>
              <a:cxn ang="0">
                <a:pos x="26" y="32"/>
              </a:cxn>
              <a:cxn ang="0">
                <a:pos x="33" y="34"/>
              </a:cxn>
              <a:cxn ang="0">
                <a:pos x="39" y="34"/>
              </a:cxn>
              <a:cxn ang="0">
                <a:pos x="48" y="32"/>
              </a:cxn>
              <a:cxn ang="0">
                <a:pos x="57" y="32"/>
              </a:cxn>
              <a:cxn ang="0">
                <a:pos x="65" y="27"/>
              </a:cxn>
              <a:cxn ang="0">
                <a:pos x="74" y="23"/>
              </a:cxn>
              <a:cxn ang="0">
                <a:pos x="85" y="19"/>
              </a:cxn>
              <a:cxn ang="0">
                <a:pos x="91" y="10"/>
              </a:cxn>
              <a:cxn ang="0">
                <a:pos x="91" y="15"/>
              </a:cxn>
              <a:cxn ang="0">
                <a:pos x="91" y="19"/>
              </a:cxn>
              <a:cxn ang="0">
                <a:pos x="89" y="23"/>
              </a:cxn>
              <a:cxn ang="0">
                <a:pos x="87" y="27"/>
              </a:cxn>
              <a:cxn ang="0">
                <a:pos x="85" y="34"/>
              </a:cxn>
              <a:cxn ang="0">
                <a:pos x="81" y="38"/>
              </a:cxn>
              <a:cxn ang="0">
                <a:pos x="76" y="44"/>
              </a:cxn>
              <a:cxn ang="0">
                <a:pos x="72" y="49"/>
              </a:cxn>
              <a:cxn ang="0">
                <a:pos x="72" y="57"/>
              </a:cxn>
              <a:cxn ang="0">
                <a:pos x="72" y="66"/>
              </a:cxn>
              <a:cxn ang="0">
                <a:pos x="72" y="72"/>
              </a:cxn>
              <a:cxn ang="0">
                <a:pos x="76" y="81"/>
              </a:cxn>
              <a:cxn ang="0">
                <a:pos x="81" y="89"/>
              </a:cxn>
              <a:cxn ang="0">
                <a:pos x="85" y="96"/>
              </a:cxn>
              <a:cxn ang="0">
                <a:pos x="94" y="104"/>
              </a:cxn>
              <a:cxn ang="0">
                <a:pos x="104" y="113"/>
              </a:cxn>
            </a:cxnLst>
            <a:rect l="0" t="0" r="r" b="b"/>
            <a:pathLst>
              <a:path w="104" h="113">
                <a:moveTo>
                  <a:pt x="104" y="113"/>
                </a:moveTo>
                <a:lnTo>
                  <a:pt x="96" y="111"/>
                </a:lnTo>
                <a:lnTo>
                  <a:pt x="89" y="106"/>
                </a:lnTo>
                <a:lnTo>
                  <a:pt x="81" y="100"/>
                </a:lnTo>
                <a:lnTo>
                  <a:pt x="76" y="96"/>
                </a:lnTo>
                <a:lnTo>
                  <a:pt x="72" y="89"/>
                </a:lnTo>
                <a:lnTo>
                  <a:pt x="68" y="83"/>
                </a:lnTo>
                <a:lnTo>
                  <a:pt x="65" y="76"/>
                </a:lnTo>
                <a:lnTo>
                  <a:pt x="61" y="70"/>
                </a:lnTo>
                <a:lnTo>
                  <a:pt x="57" y="64"/>
                </a:lnTo>
                <a:lnTo>
                  <a:pt x="55" y="57"/>
                </a:lnTo>
                <a:lnTo>
                  <a:pt x="50" y="51"/>
                </a:lnTo>
                <a:lnTo>
                  <a:pt x="46" y="47"/>
                </a:lnTo>
                <a:lnTo>
                  <a:pt x="44" y="42"/>
                </a:lnTo>
                <a:lnTo>
                  <a:pt x="39" y="40"/>
                </a:lnTo>
                <a:lnTo>
                  <a:pt x="33" y="38"/>
                </a:lnTo>
                <a:lnTo>
                  <a:pt x="26" y="38"/>
                </a:lnTo>
                <a:lnTo>
                  <a:pt x="22" y="38"/>
                </a:lnTo>
                <a:lnTo>
                  <a:pt x="16" y="38"/>
                </a:lnTo>
                <a:lnTo>
                  <a:pt x="13" y="36"/>
                </a:lnTo>
                <a:lnTo>
                  <a:pt x="7" y="32"/>
                </a:lnTo>
                <a:lnTo>
                  <a:pt x="5" y="29"/>
                </a:lnTo>
                <a:lnTo>
                  <a:pt x="3" y="23"/>
                </a:lnTo>
                <a:lnTo>
                  <a:pt x="0" y="21"/>
                </a:lnTo>
                <a:lnTo>
                  <a:pt x="0" y="17"/>
                </a:lnTo>
                <a:lnTo>
                  <a:pt x="3" y="10"/>
                </a:lnTo>
                <a:lnTo>
                  <a:pt x="5" y="6"/>
                </a:lnTo>
                <a:lnTo>
                  <a:pt x="7" y="0"/>
                </a:lnTo>
                <a:lnTo>
                  <a:pt x="7" y="8"/>
                </a:lnTo>
                <a:lnTo>
                  <a:pt x="7" y="15"/>
                </a:lnTo>
                <a:lnTo>
                  <a:pt x="7" y="21"/>
                </a:lnTo>
                <a:lnTo>
                  <a:pt x="9" y="25"/>
                </a:lnTo>
                <a:lnTo>
                  <a:pt x="13" y="29"/>
                </a:lnTo>
                <a:lnTo>
                  <a:pt x="20" y="32"/>
                </a:lnTo>
                <a:lnTo>
                  <a:pt x="26" y="32"/>
                </a:lnTo>
                <a:lnTo>
                  <a:pt x="33" y="34"/>
                </a:lnTo>
                <a:lnTo>
                  <a:pt x="39" y="34"/>
                </a:lnTo>
                <a:lnTo>
                  <a:pt x="48" y="32"/>
                </a:lnTo>
                <a:lnTo>
                  <a:pt x="57" y="32"/>
                </a:lnTo>
                <a:lnTo>
                  <a:pt x="65" y="27"/>
                </a:lnTo>
                <a:lnTo>
                  <a:pt x="74" y="23"/>
                </a:lnTo>
                <a:lnTo>
                  <a:pt x="85" y="19"/>
                </a:lnTo>
                <a:lnTo>
                  <a:pt x="91" y="10"/>
                </a:lnTo>
                <a:lnTo>
                  <a:pt x="91" y="15"/>
                </a:lnTo>
                <a:lnTo>
                  <a:pt x="91" y="19"/>
                </a:lnTo>
                <a:lnTo>
                  <a:pt x="89" y="23"/>
                </a:lnTo>
                <a:lnTo>
                  <a:pt x="87" y="27"/>
                </a:lnTo>
                <a:lnTo>
                  <a:pt x="85" y="34"/>
                </a:lnTo>
                <a:lnTo>
                  <a:pt x="81" y="38"/>
                </a:lnTo>
                <a:lnTo>
                  <a:pt x="76" y="44"/>
                </a:lnTo>
                <a:lnTo>
                  <a:pt x="72" y="49"/>
                </a:lnTo>
                <a:lnTo>
                  <a:pt x="72" y="57"/>
                </a:lnTo>
                <a:lnTo>
                  <a:pt x="72" y="66"/>
                </a:lnTo>
                <a:lnTo>
                  <a:pt x="72" y="72"/>
                </a:lnTo>
                <a:lnTo>
                  <a:pt x="76" y="81"/>
                </a:lnTo>
                <a:lnTo>
                  <a:pt x="81" y="89"/>
                </a:lnTo>
                <a:lnTo>
                  <a:pt x="85" y="96"/>
                </a:lnTo>
                <a:lnTo>
                  <a:pt x="94" y="104"/>
                </a:lnTo>
                <a:lnTo>
                  <a:pt x="104" y="113"/>
                </a:lnTo>
                <a:close/>
              </a:path>
            </a:pathLst>
          </a:custGeom>
          <a:solidFill>
            <a:srgbClr val="66669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6" name="Freeform 1178"/>
          <p:cNvSpPr>
            <a:spLocks/>
          </p:cNvSpPr>
          <p:nvPr/>
        </p:nvSpPr>
        <p:spPr bwMode="auto">
          <a:xfrm>
            <a:off x="4518025" y="3390900"/>
            <a:ext cx="47625" cy="176213"/>
          </a:xfrm>
          <a:custGeom>
            <a:avLst/>
            <a:gdLst/>
            <a:ahLst/>
            <a:cxnLst>
              <a:cxn ang="0">
                <a:pos x="4" y="137"/>
              </a:cxn>
              <a:cxn ang="0">
                <a:pos x="11" y="128"/>
              </a:cxn>
              <a:cxn ang="0">
                <a:pos x="13" y="122"/>
              </a:cxn>
              <a:cxn ang="0">
                <a:pos x="17" y="113"/>
              </a:cxn>
              <a:cxn ang="0">
                <a:pos x="22" y="107"/>
              </a:cxn>
              <a:cxn ang="0">
                <a:pos x="24" y="96"/>
              </a:cxn>
              <a:cxn ang="0">
                <a:pos x="26" y="86"/>
              </a:cxn>
              <a:cxn ang="0">
                <a:pos x="26" y="77"/>
              </a:cxn>
              <a:cxn ang="0">
                <a:pos x="26" y="69"/>
              </a:cxn>
              <a:cxn ang="0">
                <a:pos x="24" y="62"/>
              </a:cxn>
              <a:cxn ang="0">
                <a:pos x="22" y="56"/>
              </a:cxn>
              <a:cxn ang="0">
                <a:pos x="17" y="49"/>
              </a:cxn>
              <a:cxn ang="0">
                <a:pos x="13" y="45"/>
              </a:cxn>
              <a:cxn ang="0">
                <a:pos x="9" y="39"/>
              </a:cxn>
              <a:cxn ang="0">
                <a:pos x="7" y="32"/>
              </a:cxn>
              <a:cxn ang="0">
                <a:pos x="2" y="26"/>
              </a:cxn>
              <a:cxn ang="0">
                <a:pos x="2" y="20"/>
              </a:cxn>
              <a:cxn ang="0">
                <a:pos x="0" y="11"/>
              </a:cxn>
              <a:cxn ang="0">
                <a:pos x="2" y="0"/>
              </a:cxn>
              <a:cxn ang="0">
                <a:pos x="7" y="7"/>
              </a:cxn>
              <a:cxn ang="0">
                <a:pos x="11" y="9"/>
              </a:cxn>
              <a:cxn ang="0">
                <a:pos x="13" y="15"/>
              </a:cxn>
              <a:cxn ang="0">
                <a:pos x="17" y="22"/>
              </a:cxn>
              <a:cxn ang="0">
                <a:pos x="22" y="28"/>
              </a:cxn>
              <a:cxn ang="0">
                <a:pos x="28" y="34"/>
              </a:cxn>
              <a:cxn ang="0">
                <a:pos x="33" y="43"/>
              </a:cxn>
              <a:cxn ang="0">
                <a:pos x="35" y="52"/>
              </a:cxn>
              <a:cxn ang="0">
                <a:pos x="37" y="60"/>
              </a:cxn>
              <a:cxn ang="0">
                <a:pos x="39" y="71"/>
              </a:cxn>
              <a:cxn ang="0">
                <a:pos x="39" y="79"/>
              </a:cxn>
              <a:cxn ang="0">
                <a:pos x="37" y="90"/>
              </a:cxn>
              <a:cxn ang="0">
                <a:pos x="35" y="96"/>
              </a:cxn>
              <a:cxn ang="0">
                <a:pos x="33" y="103"/>
              </a:cxn>
              <a:cxn ang="0">
                <a:pos x="28" y="109"/>
              </a:cxn>
              <a:cxn ang="0">
                <a:pos x="24" y="116"/>
              </a:cxn>
              <a:cxn ang="0">
                <a:pos x="22" y="120"/>
              </a:cxn>
              <a:cxn ang="0">
                <a:pos x="17" y="124"/>
              </a:cxn>
              <a:cxn ang="0">
                <a:pos x="13" y="130"/>
              </a:cxn>
              <a:cxn ang="0">
                <a:pos x="4" y="137"/>
              </a:cxn>
            </a:cxnLst>
            <a:rect l="0" t="0" r="r" b="b"/>
            <a:pathLst>
              <a:path w="39" h="137">
                <a:moveTo>
                  <a:pt x="4" y="137"/>
                </a:moveTo>
                <a:lnTo>
                  <a:pt x="11" y="128"/>
                </a:lnTo>
                <a:lnTo>
                  <a:pt x="13" y="122"/>
                </a:lnTo>
                <a:lnTo>
                  <a:pt x="17" y="113"/>
                </a:lnTo>
                <a:lnTo>
                  <a:pt x="22" y="107"/>
                </a:lnTo>
                <a:lnTo>
                  <a:pt x="24" y="96"/>
                </a:lnTo>
                <a:lnTo>
                  <a:pt x="26" y="86"/>
                </a:lnTo>
                <a:lnTo>
                  <a:pt x="26" y="77"/>
                </a:lnTo>
                <a:lnTo>
                  <a:pt x="26" y="69"/>
                </a:lnTo>
                <a:lnTo>
                  <a:pt x="24" y="62"/>
                </a:lnTo>
                <a:lnTo>
                  <a:pt x="22" y="56"/>
                </a:lnTo>
                <a:lnTo>
                  <a:pt x="17" y="49"/>
                </a:lnTo>
                <a:lnTo>
                  <a:pt x="13" y="45"/>
                </a:lnTo>
                <a:lnTo>
                  <a:pt x="9" y="39"/>
                </a:lnTo>
                <a:lnTo>
                  <a:pt x="7" y="32"/>
                </a:lnTo>
                <a:lnTo>
                  <a:pt x="2" y="26"/>
                </a:lnTo>
                <a:lnTo>
                  <a:pt x="2" y="20"/>
                </a:lnTo>
                <a:lnTo>
                  <a:pt x="0" y="11"/>
                </a:lnTo>
                <a:lnTo>
                  <a:pt x="2" y="0"/>
                </a:lnTo>
                <a:lnTo>
                  <a:pt x="7" y="7"/>
                </a:lnTo>
                <a:lnTo>
                  <a:pt x="11" y="9"/>
                </a:lnTo>
                <a:lnTo>
                  <a:pt x="13" y="15"/>
                </a:lnTo>
                <a:lnTo>
                  <a:pt x="17" y="22"/>
                </a:lnTo>
                <a:lnTo>
                  <a:pt x="22" y="28"/>
                </a:lnTo>
                <a:lnTo>
                  <a:pt x="28" y="34"/>
                </a:lnTo>
                <a:lnTo>
                  <a:pt x="33" y="43"/>
                </a:lnTo>
                <a:lnTo>
                  <a:pt x="35" y="52"/>
                </a:lnTo>
                <a:lnTo>
                  <a:pt x="37" y="60"/>
                </a:lnTo>
                <a:lnTo>
                  <a:pt x="39" y="71"/>
                </a:lnTo>
                <a:lnTo>
                  <a:pt x="39" y="79"/>
                </a:lnTo>
                <a:lnTo>
                  <a:pt x="37" y="90"/>
                </a:lnTo>
                <a:lnTo>
                  <a:pt x="35" y="96"/>
                </a:lnTo>
                <a:lnTo>
                  <a:pt x="33" y="103"/>
                </a:lnTo>
                <a:lnTo>
                  <a:pt x="28" y="109"/>
                </a:lnTo>
                <a:lnTo>
                  <a:pt x="24" y="116"/>
                </a:lnTo>
                <a:lnTo>
                  <a:pt x="22" y="120"/>
                </a:lnTo>
                <a:lnTo>
                  <a:pt x="17" y="124"/>
                </a:lnTo>
                <a:lnTo>
                  <a:pt x="13" y="130"/>
                </a:lnTo>
                <a:lnTo>
                  <a:pt x="4" y="137"/>
                </a:lnTo>
                <a:close/>
              </a:path>
            </a:pathLst>
          </a:custGeom>
          <a:solidFill>
            <a:srgbClr val="666699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7" name="Freeform 1179"/>
          <p:cNvSpPr>
            <a:spLocks/>
          </p:cNvSpPr>
          <p:nvPr/>
        </p:nvSpPr>
        <p:spPr bwMode="auto">
          <a:xfrm>
            <a:off x="4495800" y="3048000"/>
            <a:ext cx="801688" cy="242888"/>
          </a:xfrm>
          <a:custGeom>
            <a:avLst/>
            <a:gdLst/>
            <a:ahLst/>
            <a:cxnLst>
              <a:cxn ang="0">
                <a:pos x="6" y="165"/>
              </a:cxn>
              <a:cxn ang="0">
                <a:pos x="26" y="169"/>
              </a:cxn>
              <a:cxn ang="0">
                <a:pos x="50" y="175"/>
              </a:cxn>
              <a:cxn ang="0">
                <a:pos x="80" y="179"/>
              </a:cxn>
              <a:cxn ang="0">
                <a:pos x="113" y="179"/>
              </a:cxn>
              <a:cxn ang="0">
                <a:pos x="145" y="175"/>
              </a:cxn>
              <a:cxn ang="0">
                <a:pos x="173" y="165"/>
              </a:cxn>
              <a:cxn ang="0">
                <a:pos x="199" y="145"/>
              </a:cxn>
              <a:cxn ang="0">
                <a:pos x="215" y="135"/>
              </a:cxn>
              <a:cxn ang="0">
                <a:pos x="228" y="147"/>
              </a:cxn>
              <a:cxn ang="0">
                <a:pos x="258" y="158"/>
              </a:cxn>
              <a:cxn ang="0">
                <a:pos x="295" y="158"/>
              </a:cxn>
              <a:cxn ang="0">
                <a:pos x="334" y="152"/>
              </a:cxn>
              <a:cxn ang="0">
                <a:pos x="377" y="137"/>
              </a:cxn>
              <a:cxn ang="0">
                <a:pos x="420" y="115"/>
              </a:cxn>
              <a:cxn ang="0">
                <a:pos x="466" y="92"/>
              </a:cxn>
              <a:cxn ang="0">
                <a:pos x="511" y="62"/>
              </a:cxn>
              <a:cxn ang="0">
                <a:pos x="557" y="30"/>
              </a:cxn>
              <a:cxn ang="0">
                <a:pos x="576" y="17"/>
              </a:cxn>
              <a:cxn ang="0">
                <a:pos x="589" y="0"/>
              </a:cxn>
              <a:cxn ang="0">
                <a:pos x="583" y="19"/>
              </a:cxn>
              <a:cxn ang="0">
                <a:pos x="572" y="30"/>
              </a:cxn>
              <a:cxn ang="0">
                <a:pos x="555" y="47"/>
              </a:cxn>
              <a:cxn ang="0">
                <a:pos x="572" y="43"/>
              </a:cxn>
              <a:cxn ang="0">
                <a:pos x="592" y="39"/>
              </a:cxn>
              <a:cxn ang="0">
                <a:pos x="618" y="30"/>
              </a:cxn>
              <a:cxn ang="0">
                <a:pos x="652" y="11"/>
              </a:cxn>
              <a:cxn ang="0">
                <a:pos x="635" y="26"/>
              </a:cxn>
              <a:cxn ang="0">
                <a:pos x="618" y="41"/>
              </a:cxn>
              <a:cxn ang="0">
                <a:pos x="602" y="49"/>
              </a:cxn>
              <a:cxn ang="0">
                <a:pos x="587" y="54"/>
              </a:cxn>
              <a:cxn ang="0">
                <a:pos x="568" y="58"/>
              </a:cxn>
              <a:cxn ang="0">
                <a:pos x="548" y="62"/>
              </a:cxn>
              <a:cxn ang="0">
                <a:pos x="527" y="71"/>
              </a:cxn>
              <a:cxn ang="0">
                <a:pos x="503" y="81"/>
              </a:cxn>
              <a:cxn ang="0">
                <a:pos x="481" y="94"/>
              </a:cxn>
              <a:cxn ang="0">
                <a:pos x="457" y="107"/>
              </a:cxn>
              <a:cxn ang="0">
                <a:pos x="438" y="120"/>
              </a:cxn>
              <a:cxn ang="0">
                <a:pos x="416" y="135"/>
              </a:cxn>
              <a:cxn ang="0">
                <a:pos x="399" y="150"/>
              </a:cxn>
              <a:cxn ang="0">
                <a:pos x="384" y="158"/>
              </a:cxn>
              <a:cxn ang="0">
                <a:pos x="362" y="165"/>
              </a:cxn>
              <a:cxn ang="0">
                <a:pos x="336" y="171"/>
              </a:cxn>
              <a:cxn ang="0">
                <a:pos x="306" y="179"/>
              </a:cxn>
              <a:cxn ang="0">
                <a:pos x="275" y="182"/>
              </a:cxn>
              <a:cxn ang="0">
                <a:pos x="247" y="184"/>
              </a:cxn>
              <a:cxn ang="0">
                <a:pos x="223" y="179"/>
              </a:cxn>
              <a:cxn ang="0">
                <a:pos x="206" y="169"/>
              </a:cxn>
              <a:cxn ang="0">
                <a:pos x="189" y="165"/>
              </a:cxn>
              <a:cxn ang="0">
                <a:pos x="171" y="177"/>
              </a:cxn>
              <a:cxn ang="0">
                <a:pos x="150" y="184"/>
              </a:cxn>
              <a:cxn ang="0">
                <a:pos x="126" y="188"/>
              </a:cxn>
              <a:cxn ang="0">
                <a:pos x="102" y="188"/>
              </a:cxn>
              <a:cxn ang="0">
                <a:pos x="74" y="184"/>
              </a:cxn>
              <a:cxn ang="0">
                <a:pos x="46" y="179"/>
              </a:cxn>
              <a:cxn ang="0">
                <a:pos x="15" y="169"/>
              </a:cxn>
            </a:cxnLst>
            <a:rect l="0" t="0" r="r" b="b"/>
            <a:pathLst>
              <a:path w="652" h="188">
                <a:moveTo>
                  <a:pt x="0" y="162"/>
                </a:moveTo>
                <a:lnTo>
                  <a:pt x="6" y="165"/>
                </a:lnTo>
                <a:lnTo>
                  <a:pt x="15" y="167"/>
                </a:lnTo>
                <a:lnTo>
                  <a:pt x="26" y="169"/>
                </a:lnTo>
                <a:lnTo>
                  <a:pt x="37" y="173"/>
                </a:lnTo>
                <a:lnTo>
                  <a:pt x="50" y="175"/>
                </a:lnTo>
                <a:lnTo>
                  <a:pt x="65" y="177"/>
                </a:lnTo>
                <a:lnTo>
                  <a:pt x="80" y="179"/>
                </a:lnTo>
                <a:lnTo>
                  <a:pt x="98" y="182"/>
                </a:lnTo>
                <a:lnTo>
                  <a:pt x="113" y="179"/>
                </a:lnTo>
                <a:lnTo>
                  <a:pt x="130" y="179"/>
                </a:lnTo>
                <a:lnTo>
                  <a:pt x="145" y="175"/>
                </a:lnTo>
                <a:lnTo>
                  <a:pt x="160" y="171"/>
                </a:lnTo>
                <a:lnTo>
                  <a:pt x="173" y="165"/>
                </a:lnTo>
                <a:lnTo>
                  <a:pt x="189" y="154"/>
                </a:lnTo>
                <a:lnTo>
                  <a:pt x="199" y="145"/>
                </a:lnTo>
                <a:lnTo>
                  <a:pt x="208" y="130"/>
                </a:lnTo>
                <a:lnTo>
                  <a:pt x="215" y="135"/>
                </a:lnTo>
                <a:lnTo>
                  <a:pt x="219" y="141"/>
                </a:lnTo>
                <a:lnTo>
                  <a:pt x="228" y="147"/>
                </a:lnTo>
                <a:lnTo>
                  <a:pt x="241" y="154"/>
                </a:lnTo>
                <a:lnTo>
                  <a:pt x="258" y="158"/>
                </a:lnTo>
                <a:lnTo>
                  <a:pt x="275" y="158"/>
                </a:lnTo>
                <a:lnTo>
                  <a:pt x="295" y="158"/>
                </a:lnTo>
                <a:lnTo>
                  <a:pt x="312" y="154"/>
                </a:lnTo>
                <a:lnTo>
                  <a:pt x="334" y="152"/>
                </a:lnTo>
                <a:lnTo>
                  <a:pt x="353" y="145"/>
                </a:lnTo>
                <a:lnTo>
                  <a:pt x="377" y="137"/>
                </a:lnTo>
                <a:lnTo>
                  <a:pt x="399" y="128"/>
                </a:lnTo>
                <a:lnTo>
                  <a:pt x="420" y="115"/>
                </a:lnTo>
                <a:lnTo>
                  <a:pt x="442" y="105"/>
                </a:lnTo>
                <a:lnTo>
                  <a:pt x="466" y="92"/>
                </a:lnTo>
                <a:lnTo>
                  <a:pt x="488" y="77"/>
                </a:lnTo>
                <a:lnTo>
                  <a:pt x="511" y="62"/>
                </a:lnTo>
                <a:lnTo>
                  <a:pt x="535" y="47"/>
                </a:lnTo>
                <a:lnTo>
                  <a:pt x="557" y="30"/>
                </a:lnTo>
                <a:lnTo>
                  <a:pt x="568" y="24"/>
                </a:lnTo>
                <a:lnTo>
                  <a:pt x="576" y="17"/>
                </a:lnTo>
                <a:lnTo>
                  <a:pt x="583" y="11"/>
                </a:lnTo>
                <a:lnTo>
                  <a:pt x="589" y="0"/>
                </a:lnTo>
                <a:lnTo>
                  <a:pt x="587" y="11"/>
                </a:lnTo>
                <a:lnTo>
                  <a:pt x="583" y="19"/>
                </a:lnTo>
                <a:lnTo>
                  <a:pt x="576" y="26"/>
                </a:lnTo>
                <a:lnTo>
                  <a:pt x="572" y="30"/>
                </a:lnTo>
                <a:lnTo>
                  <a:pt x="559" y="41"/>
                </a:lnTo>
                <a:lnTo>
                  <a:pt x="555" y="47"/>
                </a:lnTo>
                <a:lnTo>
                  <a:pt x="563" y="45"/>
                </a:lnTo>
                <a:lnTo>
                  <a:pt x="572" y="43"/>
                </a:lnTo>
                <a:lnTo>
                  <a:pt x="581" y="41"/>
                </a:lnTo>
                <a:lnTo>
                  <a:pt x="592" y="39"/>
                </a:lnTo>
                <a:lnTo>
                  <a:pt x="602" y="34"/>
                </a:lnTo>
                <a:lnTo>
                  <a:pt x="618" y="30"/>
                </a:lnTo>
                <a:lnTo>
                  <a:pt x="633" y="22"/>
                </a:lnTo>
                <a:lnTo>
                  <a:pt x="652" y="11"/>
                </a:lnTo>
                <a:lnTo>
                  <a:pt x="644" y="19"/>
                </a:lnTo>
                <a:lnTo>
                  <a:pt x="635" y="26"/>
                </a:lnTo>
                <a:lnTo>
                  <a:pt x="626" y="34"/>
                </a:lnTo>
                <a:lnTo>
                  <a:pt x="618" y="41"/>
                </a:lnTo>
                <a:lnTo>
                  <a:pt x="609" y="45"/>
                </a:lnTo>
                <a:lnTo>
                  <a:pt x="602" y="49"/>
                </a:lnTo>
                <a:lnTo>
                  <a:pt x="594" y="51"/>
                </a:lnTo>
                <a:lnTo>
                  <a:pt x="587" y="54"/>
                </a:lnTo>
                <a:lnTo>
                  <a:pt x="576" y="54"/>
                </a:lnTo>
                <a:lnTo>
                  <a:pt x="568" y="58"/>
                </a:lnTo>
                <a:lnTo>
                  <a:pt x="559" y="60"/>
                </a:lnTo>
                <a:lnTo>
                  <a:pt x="548" y="62"/>
                </a:lnTo>
                <a:lnTo>
                  <a:pt x="537" y="66"/>
                </a:lnTo>
                <a:lnTo>
                  <a:pt x="527" y="71"/>
                </a:lnTo>
                <a:lnTo>
                  <a:pt x="514" y="77"/>
                </a:lnTo>
                <a:lnTo>
                  <a:pt x="503" y="81"/>
                </a:lnTo>
                <a:lnTo>
                  <a:pt x="492" y="88"/>
                </a:lnTo>
                <a:lnTo>
                  <a:pt x="481" y="94"/>
                </a:lnTo>
                <a:lnTo>
                  <a:pt x="468" y="101"/>
                </a:lnTo>
                <a:lnTo>
                  <a:pt x="457" y="107"/>
                </a:lnTo>
                <a:lnTo>
                  <a:pt x="446" y="115"/>
                </a:lnTo>
                <a:lnTo>
                  <a:pt x="438" y="120"/>
                </a:lnTo>
                <a:lnTo>
                  <a:pt x="425" y="128"/>
                </a:lnTo>
                <a:lnTo>
                  <a:pt x="416" y="135"/>
                </a:lnTo>
                <a:lnTo>
                  <a:pt x="407" y="143"/>
                </a:lnTo>
                <a:lnTo>
                  <a:pt x="399" y="150"/>
                </a:lnTo>
                <a:lnTo>
                  <a:pt x="392" y="154"/>
                </a:lnTo>
                <a:lnTo>
                  <a:pt x="384" y="158"/>
                </a:lnTo>
                <a:lnTo>
                  <a:pt x="375" y="162"/>
                </a:lnTo>
                <a:lnTo>
                  <a:pt x="362" y="165"/>
                </a:lnTo>
                <a:lnTo>
                  <a:pt x="349" y="169"/>
                </a:lnTo>
                <a:lnTo>
                  <a:pt x="336" y="171"/>
                </a:lnTo>
                <a:lnTo>
                  <a:pt x="321" y="175"/>
                </a:lnTo>
                <a:lnTo>
                  <a:pt x="306" y="179"/>
                </a:lnTo>
                <a:lnTo>
                  <a:pt x="290" y="179"/>
                </a:lnTo>
                <a:lnTo>
                  <a:pt x="275" y="182"/>
                </a:lnTo>
                <a:lnTo>
                  <a:pt x="260" y="184"/>
                </a:lnTo>
                <a:lnTo>
                  <a:pt x="247" y="184"/>
                </a:lnTo>
                <a:lnTo>
                  <a:pt x="234" y="182"/>
                </a:lnTo>
                <a:lnTo>
                  <a:pt x="223" y="179"/>
                </a:lnTo>
                <a:lnTo>
                  <a:pt x="212" y="173"/>
                </a:lnTo>
                <a:lnTo>
                  <a:pt x="206" y="169"/>
                </a:lnTo>
                <a:lnTo>
                  <a:pt x="202" y="165"/>
                </a:lnTo>
                <a:lnTo>
                  <a:pt x="189" y="165"/>
                </a:lnTo>
                <a:lnTo>
                  <a:pt x="180" y="171"/>
                </a:lnTo>
                <a:lnTo>
                  <a:pt x="171" y="177"/>
                </a:lnTo>
                <a:lnTo>
                  <a:pt x="160" y="182"/>
                </a:lnTo>
                <a:lnTo>
                  <a:pt x="150" y="184"/>
                </a:lnTo>
                <a:lnTo>
                  <a:pt x="139" y="186"/>
                </a:lnTo>
                <a:lnTo>
                  <a:pt x="126" y="188"/>
                </a:lnTo>
                <a:lnTo>
                  <a:pt x="115" y="188"/>
                </a:lnTo>
                <a:lnTo>
                  <a:pt x="102" y="188"/>
                </a:lnTo>
                <a:lnTo>
                  <a:pt x="87" y="188"/>
                </a:lnTo>
                <a:lnTo>
                  <a:pt x="74" y="184"/>
                </a:lnTo>
                <a:lnTo>
                  <a:pt x="59" y="184"/>
                </a:lnTo>
                <a:lnTo>
                  <a:pt x="46" y="179"/>
                </a:lnTo>
                <a:lnTo>
                  <a:pt x="30" y="173"/>
                </a:lnTo>
                <a:lnTo>
                  <a:pt x="15" y="169"/>
                </a:lnTo>
                <a:lnTo>
                  <a:pt x="0" y="162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8" name="Freeform 1180"/>
          <p:cNvSpPr>
            <a:spLocks/>
          </p:cNvSpPr>
          <p:nvPr/>
        </p:nvSpPr>
        <p:spPr bwMode="auto">
          <a:xfrm>
            <a:off x="4949825" y="3338513"/>
            <a:ext cx="212725" cy="77787"/>
          </a:xfrm>
          <a:custGeom>
            <a:avLst/>
            <a:gdLst/>
            <a:ahLst/>
            <a:cxnLst>
              <a:cxn ang="0">
                <a:pos x="0" y="57"/>
              </a:cxn>
              <a:cxn ang="0">
                <a:pos x="26" y="60"/>
              </a:cxn>
              <a:cxn ang="0">
                <a:pos x="50" y="60"/>
              </a:cxn>
              <a:cxn ang="0">
                <a:pos x="74" y="53"/>
              </a:cxn>
              <a:cxn ang="0">
                <a:pos x="93" y="47"/>
              </a:cxn>
              <a:cxn ang="0">
                <a:pos x="113" y="36"/>
              </a:cxn>
              <a:cxn ang="0">
                <a:pos x="134" y="25"/>
              </a:cxn>
              <a:cxn ang="0">
                <a:pos x="154" y="13"/>
              </a:cxn>
              <a:cxn ang="0">
                <a:pos x="173" y="0"/>
              </a:cxn>
            </a:cxnLst>
            <a:rect l="0" t="0" r="r" b="b"/>
            <a:pathLst>
              <a:path w="173" h="60">
                <a:moveTo>
                  <a:pt x="0" y="57"/>
                </a:moveTo>
                <a:lnTo>
                  <a:pt x="26" y="60"/>
                </a:lnTo>
                <a:lnTo>
                  <a:pt x="50" y="60"/>
                </a:lnTo>
                <a:lnTo>
                  <a:pt x="74" y="53"/>
                </a:lnTo>
                <a:lnTo>
                  <a:pt x="93" y="47"/>
                </a:lnTo>
                <a:lnTo>
                  <a:pt x="113" y="36"/>
                </a:lnTo>
                <a:lnTo>
                  <a:pt x="134" y="25"/>
                </a:lnTo>
                <a:lnTo>
                  <a:pt x="154" y="13"/>
                </a:lnTo>
                <a:lnTo>
                  <a:pt x="173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49" name="Freeform 1181"/>
          <p:cNvSpPr>
            <a:spLocks/>
          </p:cNvSpPr>
          <p:nvPr/>
        </p:nvSpPr>
        <p:spPr bwMode="auto">
          <a:xfrm>
            <a:off x="5351463" y="3222625"/>
            <a:ext cx="195262" cy="111125"/>
          </a:xfrm>
          <a:custGeom>
            <a:avLst/>
            <a:gdLst/>
            <a:ahLst/>
            <a:cxnLst>
              <a:cxn ang="0">
                <a:pos x="0" y="81"/>
              </a:cxn>
              <a:cxn ang="0">
                <a:pos x="16" y="81"/>
              </a:cxn>
              <a:cxn ang="0">
                <a:pos x="26" y="81"/>
              </a:cxn>
              <a:cxn ang="0">
                <a:pos x="37" y="81"/>
              </a:cxn>
              <a:cxn ang="0">
                <a:pos x="50" y="79"/>
              </a:cxn>
              <a:cxn ang="0">
                <a:pos x="61" y="77"/>
              </a:cxn>
              <a:cxn ang="0">
                <a:pos x="72" y="75"/>
              </a:cxn>
              <a:cxn ang="0">
                <a:pos x="81" y="71"/>
              </a:cxn>
              <a:cxn ang="0">
                <a:pos x="91" y="68"/>
              </a:cxn>
              <a:cxn ang="0">
                <a:pos x="98" y="64"/>
              </a:cxn>
              <a:cxn ang="0">
                <a:pos x="107" y="60"/>
              </a:cxn>
              <a:cxn ang="0">
                <a:pos x="111" y="56"/>
              </a:cxn>
              <a:cxn ang="0">
                <a:pos x="117" y="54"/>
              </a:cxn>
              <a:cxn ang="0">
                <a:pos x="120" y="49"/>
              </a:cxn>
              <a:cxn ang="0">
                <a:pos x="124" y="45"/>
              </a:cxn>
              <a:cxn ang="0">
                <a:pos x="126" y="41"/>
              </a:cxn>
              <a:cxn ang="0">
                <a:pos x="128" y="39"/>
              </a:cxn>
              <a:cxn ang="0">
                <a:pos x="117" y="39"/>
              </a:cxn>
              <a:cxn ang="0">
                <a:pos x="111" y="36"/>
              </a:cxn>
              <a:cxn ang="0">
                <a:pos x="104" y="36"/>
              </a:cxn>
              <a:cxn ang="0">
                <a:pos x="98" y="34"/>
              </a:cxn>
              <a:cxn ang="0">
                <a:pos x="91" y="34"/>
              </a:cxn>
              <a:cxn ang="0">
                <a:pos x="87" y="32"/>
              </a:cxn>
              <a:cxn ang="0">
                <a:pos x="81" y="30"/>
              </a:cxn>
              <a:cxn ang="0">
                <a:pos x="78" y="26"/>
              </a:cxn>
              <a:cxn ang="0">
                <a:pos x="74" y="24"/>
              </a:cxn>
              <a:cxn ang="0">
                <a:pos x="70" y="17"/>
              </a:cxn>
              <a:cxn ang="0">
                <a:pos x="68" y="13"/>
              </a:cxn>
              <a:cxn ang="0">
                <a:pos x="65" y="11"/>
              </a:cxn>
              <a:cxn ang="0">
                <a:pos x="63" y="4"/>
              </a:cxn>
              <a:cxn ang="0">
                <a:pos x="61" y="0"/>
              </a:cxn>
              <a:cxn ang="0">
                <a:pos x="65" y="7"/>
              </a:cxn>
              <a:cxn ang="0">
                <a:pos x="72" y="15"/>
              </a:cxn>
              <a:cxn ang="0">
                <a:pos x="76" y="19"/>
              </a:cxn>
              <a:cxn ang="0">
                <a:pos x="83" y="24"/>
              </a:cxn>
              <a:cxn ang="0">
                <a:pos x="87" y="26"/>
              </a:cxn>
              <a:cxn ang="0">
                <a:pos x="94" y="30"/>
              </a:cxn>
              <a:cxn ang="0">
                <a:pos x="100" y="30"/>
              </a:cxn>
              <a:cxn ang="0">
                <a:pos x="107" y="32"/>
              </a:cxn>
              <a:cxn ang="0">
                <a:pos x="111" y="32"/>
              </a:cxn>
              <a:cxn ang="0">
                <a:pos x="117" y="32"/>
              </a:cxn>
              <a:cxn ang="0">
                <a:pos x="124" y="32"/>
              </a:cxn>
              <a:cxn ang="0">
                <a:pos x="133" y="32"/>
              </a:cxn>
              <a:cxn ang="0">
                <a:pos x="137" y="32"/>
              </a:cxn>
              <a:cxn ang="0">
                <a:pos x="143" y="30"/>
              </a:cxn>
              <a:cxn ang="0">
                <a:pos x="150" y="30"/>
              </a:cxn>
              <a:cxn ang="0">
                <a:pos x="159" y="28"/>
              </a:cxn>
              <a:cxn ang="0">
                <a:pos x="154" y="34"/>
              </a:cxn>
              <a:cxn ang="0">
                <a:pos x="150" y="41"/>
              </a:cxn>
              <a:cxn ang="0">
                <a:pos x="143" y="47"/>
              </a:cxn>
              <a:cxn ang="0">
                <a:pos x="139" y="54"/>
              </a:cxn>
              <a:cxn ang="0">
                <a:pos x="130" y="58"/>
              </a:cxn>
              <a:cxn ang="0">
                <a:pos x="122" y="64"/>
              </a:cxn>
              <a:cxn ang="0">
                <a:pos x="111" y="68"/>
              </a:cxn>
              <a:cxn ang="0">
                <a:pos x="100" y="73"/>
              </a:cxn>
              <a:cxn ang="0">
                <a:pos x="89" y="79"/>
              </a:cxn>
              <a:cxn ang="0">
                <a:pos x="78" y="81"/>
              </a:cxn>
              <a:cxn ang="0">
                <a:pos x="65" y="83"/>
              </a:cxn>
              <a:cxn ang="0">
                <a:pos x="52" y="86"/>
              </a:cxn>
              <a:cxn ang="0">
                <a:pos x="39" y="86"/>
              </a:cxn>
              <a:cxn ang="0">
                <a:pos x="26" y="86"/>
              </a:cxn>
              <a:cxn ang="0">
                <a:pos x="16" y="83"/>
              </a:cxn>
              <a:cxn ang="0">
                <a:pos x="0" y="81"/>
              </a:cxn>
            </a:cxnLst>
            <a:rect l="0" t="0" r="r" b="b"/>
            <a:pathLst>
              <a:path w="159" h="86">
                <a:moveTo>
                  <a:pt x="0" y="81"/>
                </a:moveTo>
                <a:lnTo>
                  <a:pt x="16" y="81"/>
                </a:lnTo>
                <a:lnTo>
                  <a:pt x="26" y="81"/>
                </a:lnTo>
                <a:lnTo>
                  <a:pt x="37" y="81"/>
                </a:lnTo>
                <a:lnTo>
                  <a:pt x="50" y="79"/>
                </a:lnTo>
                <a:lnTo>
                  <a:pt x="61" y="77"/>
                </a:lnTo>
                <a:lnTo>
                  <a:pt x="72" y="75"/>
                </a:lnTo>
                <a:lnTo>
                  <a:pt x="81" y="71"/>
                </a:lnTo>
                <a:lnTo>
                  <a:pt x="91" y="68"/>
                </a:lnTo>
                <a:lnTo>
                  <a:pt x="98" y="64"/>
                </a:lnTo>
                <a:lnTo>
                  <a:pt x="107" y="60"/>
                </a:lnTo>
                <a:lnTo>
                  <a:pt x="111" y="56"/>
                </a:lnTo>
                <a:lnTo>
                  <a:pt x="117" y="54"/>
                </a:lnTo>
                <a:lnTo>
                  <a:pt x="120" y="49"/>
                </a:lnTo>
                <a:lnTo>
                  <a:pt x="124" y="45"/>
                </a:lnTo>
                <a:lnTo>
                  <a:pt x="126" y="41"/>
                </a:lnTo>
                <a:lnTo>
                  <a:pt x="128" y="39"/>
                </a:lnTo>
                <a:lnTo>
                  <a:pt x="117" y="39"/>
                </a:lnTo>
                <a:lnTo>
                  <a:pt x="111" y="36"/>
                </a:lnTo>
                <a:lnTo>
                  <a:pt x="104" y="36"/>
                </a:lnTo>
                <a:lnTo>
                  <a:pt x="98" y="34"/>
                </a:lnTo>
                <a:lnTo>
                  <a:pt x="91" y="34"/>
                </a:lnTo>
                <a:lnTo>
                  <a:pt x="87" y="32"/>
                </a:lnTo>
                <a:lnTo>
                  <a:pt x="81" y="30"/>
                </a:lnTo>
                <a:lnTo>
                  <a:pt x="78" y="26"/>
                </a:lnTo>
                <a:lnTo>
                  <a:pt x="74" y="24"/>
                </a:lnTo>
                <a:lnTo>
                  <a:pt x="70" y="17"/>
                </a:lnTo>
                <a:lnTo>
                  <a:pt x="68" y="13"/>
                </a:lnTo>
                <a:lnTo>
                  <a:pt x="65" y="11"/>
                </a:lnTo>
                <a:lnTo>
                  <a:pt x="63" y="4"/>
                </a:lnTo>
                <a:lnTo>
                  <a:pt x="61" y="0"/>
                </a:lnTo>
                <a:lnTo>
                  <a:pt x="65" y="7"/>
                </a:lnTo>
                <a:lnTo>
                  <a:pt x="72" y="15"/>
                </a:lnTo>
                <a:lnTo>
                  <a:pt x="76" y="19"/>
                </a:lnTo>
                <a:lnTo>
                  <a:pt x="83" y="24"/>
                </a:lnTo>
                <a:lnTo>
                  <a:pt x="87" y="26"/>
                </a:lnTo>
                <a:lnTo>
                  <a:pt x="94" y="30"/>
                </a:lnTo>
                <a:lnTo>
                  <a:pt x="100" y="30"/>
                </a:lnTo>
                <a:lnTo>
                  <a:pt x="107" y="32"/>
                </a:lnTo>
                <a:lnTo>
                  <a:pt x="111" y="32"/>
                </a:lnTo>
                <a:lnTo>
                  <a:pt x="117" y="32"/>
                </a:lnTo>
                <a:lnTo>
                  <a:pt x="124" y="32"/>
                </a:lnTo>
                <a:lnTo>
                  <a:pt x="133" y="32"/>
                </a:lnTo>
                <a:lnTo>
                  <a:pt x="137" y="32"/>
                </a:lnTo>
                <a:lnTo>
                  <a:pt x="143" y="30"/>
                </a:lnTo>
                <a:lnTo>
                  <a:pt x="150" y="30"/>
                </a:lnTo>
                <a:lnTo>
                  <a:pt x="159" y="28"/>
                </a:lnTo>
                <a:lnTo>
                  <a:pt x="154" y="34"/>
                </a:lnTo>
                <a:lnTo>
                  <a:pt x="150" y="41"/>
                </a:lnTo>
                <a:lnTo>
                  <a:pt x="143" y="47"/>
                </a:lnTo>
                <a:lnTo>
                  <a:pt x="139" y="54"/>
                </a:lnTo>
                <a:lnTo>
                  <a:pt x="130" y="58"/>
                </a:lnTo>
                <a:lnTo>
                  <a:pt x="122" y="64"/>
                </a:lnTo>
                <a:lnTo>
                  <a:pt x="111" y="68"/>
                </a:lnTo>
                <a:lnTo>
                  <a:pt x="100" y="73"/>
                </a:lnTo>
                <a:lnTo>
                  <a:pt x="89" y="79"/>
                </a:lnTo>
                <a:lnTo>
                  <a:pt x="78" y="81"/>
                </a:lnTo>
                <a:lnTo>
                  <a:pt x="65" y="83"/>
                </a:lnTo>
                <a:lnTo>
                  <a:pt x="52" y="86"/>
                </a:lnTo>
                <a:lnTo>
                  <a:pt x="39" y="86"/>
                </a:lnTo>
                <a:lnTo>
                  <a:pt x="26" y="86"/>
                </a:lnTo>
                <a:lnTo>
                  <a:pt x="16" y="83"/>
                </a:lnTo>
                <a:lnTo>
                  <a:pt x="0" y="81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0" name="Freeform 1182"/>
          <p:cNvSpPr>
            <a:spLocks/>
          </p:cNvSpPr>
          <p:nvPr/>
        </p:nvSpPr>
        <p:spPr bwMode="auto">
          <a:xfrm>
            <a:off x="4564063" y="3055938"/>
            <a:ext cx="17462" cy="158750"/>
          </a:xfrm>
          <a:custGeom>
            <a:avLst/>
            <a:gdLst/>
            <a:ahLst/>
            <a:cxnLst>
              <a:cxn ang="0">
                <a:pos x="2" y="124"/>
              </a:cxn>
              <a:cxn ang="0">
                <a:pos x="9" y="109"/>
              </a:cxn>
              <a:cxn ang="0">
                <a:pos x="13" y="96"/>
              </a:cxn>
              <a:cxn ang="0">
                <a:pos x="15" y="85"/>
              </a:cxn>
              <a:cxn ang="0">
                <a:pos x="15" y="79"/>
              </a:cxn>
              <a:cxn ang="0">
                <a:pos x="13" y="73"/>
              </a:cxn>
              <a:cxn ang="0">
                <a:pos x="11" y="66"/>
              </a:cxn>
              <a:cxn ang="0">
                <a:pos x="9" y="62"/>
              </a:cxn>
              <a:cxn ang="0">
                <a:pos x="4" y="56"/>
              </a:cxn>
              <a:cxn ang="0">
                <a:pos x="2" y="51"/>
              </a:cxn>
              <a:cxn ang="0">
                <a:pos x="0" y="47"/>
              </a:cxn>
              <a:cxn ang="0">
                <a:pos x="0" y="43"/>
              </a:cxn>
              <a:cxn ang="0">
                <a:pos x="0" y="36"/>
              </a:cxn>
              <a:cxn ang="0">
                <a:pos x="0" y="30"/>
              </a:cxn>
              <a:cxn ang="0">
                <a:pos x="2" y="21"/>
              </a:cxn>
              <a:cxn ang="0">
                <a:pos x="6" y="13"/>
              </a:cxn>
              <a:cxn ang="0">
                <a:pos x="15" y="0"/>
              </a:cxn>
            </a:cxnLst>
            <a:rect l="0" t="0" r="r" b="b"/>
            <a:pathLst>
              <a:path w="15" h="124">
                <a:moveTo>
                  <a:pt x="2" y="124"/>
                </a:moveTo>
                <a:lnTo>
                  <a:pt x="9" y="109"/>
                </a:lnTo>
                <a:lnTo>
                  <a:pt x="13" y="96"/>
                </a:lnTo>
                <a:lnTo>
                  <a:pt x="15" y="85"/>
                </a:lnTo>
                <a:lnTo>
                  <a:pt x="15" y="79"/>
                </a:lnTo>
                <a:lnTo>
                  <a:pt x="13" y="73"/>
                </a:lnTo>
                <a:lnTo>
                  <a:pt x="11" y="66"/>
                </a:lnTo>
                <a:lnTo>
                  <a:pt x="9" y="62"/>
                </a:lnTo>
                <a:lnTo>
                  <a:pt x="4" y="56"/>
                </a:lnTo>
                <a:lnTo>
                  <a:pt x="2" y="51"/>
                </a:lnTo>
                <a:lnTo>
                  <a:pt x="0" y="47"/>
                </a:lnTo>
                <a:lnTo>
                  <a:pt x="0" y="43"/>
                </a:lnTo>
                <a:lnTo>
                  <a:pt x="0" y="36"/>
                </a:lnTo>
                <a:lnTo>
                  <a:pt x="0" y="30"/>
                </a:lnTo>
                <a:lnTo>
                  <a:pt x="2" y="21"/>
                </a:lnTo>
                <a:lnTo>
                  <a:pt x="6" y="13"/>
                </a:lnTo>
                <a:lnTo>
                  <a:pt x="15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1" name="Freeform 1183"/>
          <p:cNvSpPr>
            <a:spLocks/>
          </p:cNvSpPr>
          <p:nvPr/>
        </p:nvSpPr>
        <p:spPr bwMode="auto">
          <a:xfrm>
            <a:off x="4840288" y="3101975"/>
            <a:ext cx="19050" cy="73025"/>
          </a:xfrm>
          <a:custGeom>
            <a:avLst/>
            <a:gdLst/>
            <a:ahLst/>
            <a:cxnLst>
              <a:cxn ang="0">
                <a:pos x="2" y="0"/>
              </a:cxn>
              <a:cxn ang="0">
                <a:pos x="2" y="5"/>
              </a:cxn>
              <a:cxn ang="0">
                <a:pos x="0" y="13"/>
              </a:cxn>
              <a:cxn ang="0">
                <a:pos x="2" y="20"/>
              </a:cxn>
              <a:cxn ang="0">
                <a:pos x="2" y="28"/>
              </a:cxn>
              <a:cxn ang="0">
                <a:pos x="2" y="34"/>
              </a:cxn>
              <a:cxn ang="0">
                <a:pos x="7" y="43"/>
              </a:cxn>
              <a:cxn ang="0">
                <a:pos x="9" y="49"/>
              </a:cxn>
              <a:cxn ang="0">
                <a:pos x="15" y="56"/>
              </a:cxn>
            </a:cxnLst>
            <a:rect l="0" t="0" r="r" b="b"/>
            <a:pathLst>
              <a:path w="15" h="56">
                <a:moveTo>
                  <a:pt x="2" y="0"/>
                </a:moveTo>
                <a:lnTo>
                  <a:pt x="2" y="5"/>
                </a:lnTo>
                <a:lnTo>
                  <a:pt x="0" y="13"/>
                </a:lnTo>
                <a:lnTo>
                  <a:pt x="2" y="20"/>
                </a:lnTo>
                <a:lnTo>
                  <a:pt x="2" y="28"/>
                </a:lnTo>
                <a:lnTo>
                  <a:pt x="2" y="34"/>
                </a:lnTo>
                <a:lnTo>
                  <a:pt x="7" y="43"/>
                </a:lnTo>
                <a:lnTo>
                  <a:pt x="9" y="49"/>
                </a:lnTo>
                <a:lnTo>
                  <a:pt x="15" y="56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2" name="Freeform 1184"/>
          <p:cNvSpPr>
            <a:spLocks/>
          </p:cNvSpPr>
          <p:nvPr/>
        </p:nvSpPr>
        <p:spPr bwMode="auto">
          <a:xfrm>
            <a:off x="4359275" y="2917825"/>
            <a:ext cx="217488" cy="55563"/>
          </a:xfrm>
          <a:custGeom>
            <a:avLst/>
            <a:gdLst/>
            <a:ahLst/>
            <a:cxnLst>
              <a:cxn ang="0">
                <a:pos x="7" y="13"/>
              </a:cxn>
              <a:cxn ang="0">
                <a:pos x="22" y="13"/>
              </a:cxn>
              <a:cxn ang="0">
                <a:pos x="37" y="13"/>
              </a:cxn>
              <a:cxn ang="0">
                <a:pos x="50" y="15"/>
              </a:cxn>
              <a:cxn ang="0">
                <a:pos x="61" y="22"/>
              </a:cxn>
              <a:cxn ang="0">
                <a:pos x="72" y="26"/>
              </a:cxn>
              <a:cxn ang="0">
                <a:pos x="82" y="32"/>
              </a:cxn>
              <a:cxn ang="0">
                <a:pos x="95" y="43"/>
              </a:cxn>
              <a:cxn ang="0">
                <a:pos x="91" y="32"/>
              </a:cxn>
              <a:cxn ang="0">
                <a:pos x="95" y="24"/>
              </a:cxn>
              <a:cxn ang="0">
                <a:pos x="102" y="15"/>
              </a:cxn>
              <a:cxn ang="0">
                <a:pos x="113" y="11"/>
              </a:cxn>
              <a:cxn ang="0">
                <a:pos x="124" y="7"/>
              </a:cxn>
              <a:cxn ang="0">
                <a:pos x="139" y="5"/>
              </a:cxn>
              <a:cxn ang="0">
                <a:pos x="152" y="3"/>
              </a:cxn>
              <a:cxn ang="0">
                <a:pos x="167" y="5"/>
              </a:cxn>
              <a:cxn ang="0">
                <a:pos x="178" y="7"/>
              </a:cxn>
              <a:cxn ang="0">
                <a:pos x="167" y="3"/>
              </a:cxn>
              <a:cxn ang="0">
                <a:pos x="154" y="0"/>
              </a:cxn>
              <a:cxn ang="0">
                <a:pos x="141" y="0"/>
              </a:cxn>
              <a:cxn ang="0">
                <a:pos x="128" y="0"/>
              </a:cxn>
              <a:cxn ang="0">
                <a:pos x="115" y="5"/>
              </a:cxn>
              <a:cxn ang="0">
                <a:pos x="104" y="9"/>
              </a:cxn>
              <a:cxn ang="0">
                <a:pos x="93" y="13"/>
              </a:cxn>
              <a:cxn ang="0">
                <a:pos x="85" y="22"/>
              </a:cxn>
              <a:cxn ang="0">
                <a:pos x="74" y="20"/>
              </a:cxn>
              <a:cxn ang="0">
                <a:pos x="63" y="15"/>
              </a:cxn>
              <a:cxn ang="0">
                <a:pos x="52" y="15"/>
              </a:cxn>
              <a:cxn ang="0">
                <a:pos x="43" y="13"/>
              </a:cxn>
              <a:cxn ang="0">
                <a:pos x="33" y="11"/>
              </a:cxn>
              <a:cxn ang="0">
                <a:pos x="22" y="9"/>
              </a:cxn>
              <a:cxn ang="0">
                <a:pos x="11" y="11"/>
              </a:cxn>
              <a:cxn ang="0">
                <a:pos x="0" y="15"/>
              </a:cxn>
            </a:cxnLst>
            <a:rect l="0" t="0" r="r" b="b"/>
            <a:pathLst>
              <a:path w="178" h="43">
                <a:moveTo>
                  <a:pt x="0" y="15"/>
                </a:moveTo>
                <a:lnTo>
                  <a:pt x="7" y="13"/>
                </a:lnTo>
                <a:lnTo>
                  <a:pt x="15" y="13"/>
                </a:lnTo>
                <a:lnTo>
                  <a:pt x="22" y="13"/>
                </a:lnTo>
                <a:lnTo>
                  <a:pt x="30" y="13"/>
                </a:lnTo>
                <a:lnTo>
                  <a:pt x="37" y="13"/>
                </a:lnTo>
                <a:lnTo>
                  <a:pt x="43" y="15"/>
                </a:lnTo>
                <a:lnTo>
                  <a:pt x="50" y="15"/>
                </a:lnTo>
                <a:lnTo>
                  <a:pt x="56" y="20"/>
                </a:lnTo>
                <a:lnTo>
                  <a:pt x="61" y="22"/>
                </a:lnTo>
                <a:lnTo>
                  <a:pt x="67" y="24"/>
                </a:lnTo>
                <a:lnTo>
                  <a:pt x="72" y="26"/>
                </a:lnTo>
                <a:lnTo>
                  <a:pt x="78" y="28"/>
                </a:lnTo>
                <a:lnTo>
                  <a:pt x="82" y="32"/>
                </a:lnTo>
                <a:lnTo>
                  <a:pt x="87" y="35"/>
                </a:lnTo>
                <a:lnTo>
                  <a:pt x="95" y="43"/>
                </a:lnTo>
                <a:lnTo>
                  <a:pt x="91" y="37"/>
                </a:lnTo>
                <a:lnTo>
                  <a:pt x="91" y="32"/>
                </a:lnTo>
                <a:lnTo>
                  <a:pt x="91" y="28"/>
                </a:lnTo>
                <a:lnTo>
                  <a:pt x="95" y="24"/>
                </a:lnTo>
                <a:lnTo>
                  <a:pt x="98" y="20"/>
                </a:lnTo>
                <a:lnTo>
                  <a:pt x="102" y="15"/>
                </a:lnTo>
                <a:lnTo>
                  <a:pt x="106" y="13"/>
                </a:lnTo>
                <a:lnTo>
                  <a:pt x="113" y="11"/>
                </a:lnTo>
                <a:lnTo>
                  <a:pt x="117" y="9"/>
                </a:lnTo>
                <a:lnTo>
                  <a:pt x="124" y="7"/>
                </a:lnTo>
                <a:lnTo>
                  <a:pt x="132" y="7"/>
                </a:lnTo>
                <a:lnTo>
                  <a:pt x="139" y="5"/>
                </a:lnTo>
                <a:lnTo>
                  <a:pt x="145" y="5"/>
                </a:lnTo>
                <a:lnTo>
                  <a:pt x="152" y="3"/>
                </a:lnTo>
                <a:lnTo>
                  <a:pt x="158" y="5"/>
                </a:lnTo>
                <a:lnTo>
                  <a:pt x="167" y="5"/>
                </a:lnTo>
                <a:lnTo>
                  <a:pt x="171" y="5"/>
                </a:lnTo>
                <a:lnTo>
                  <a:pt x="178" y="7"/>
                </a:lnTo>
                <a:lnTo>
                  <a:pt x="171" y="5"/>
                </a:lnTo>
                <a:lnTo>
                  <a:pt x="167" y="3"/>
                </a:lnTo>
                <a:lnTo>
                  <a:pt x="160" y="3"/>
                </a:lnTo>
                <a:lnTo>
                  <a:pt x="154" y="0"/>
                </a:lnTo>
                <a:lnTo>
                  <a:pt x="147" y="0"/>
                </a:lnTo>
                <a:lnTo>
                  <a:pt x="141" y="0"/>
                </a:lnTo>
                <a:lnTo>
                  <a:pt x="134" y="0"/>
                </a:lnTo>
                <a:lnTo>
                  <a:pt x="128" y="0"/>
                </a:lnTo>
                <a:lnTo>
                  <a:pt x="121" y="3"/>
                </a:lnTo>
                <a:lnTo>
                  <a:pt x="115" y="5"/>
                </a:lnTo>
                <a:lnTo>
                  <a:pt x="108" y="7"/>
                </a:lnTo>
                <a:lnTo>
                  <a:pt x="104" y="9"/>
                </a:lnTo>
                <a:lnTo>
                  <a:pt x="98" y="11"/>
                </a:lnTo>
                <a:lnTo>
                  <a:pt x="93" y="13"/>
                </a:lnTo>
                <a:lnTo>
                  <a:pt x="89" y="15"/>
                </a:lnTo>
                <a:lnTo>
                  <a:pt x="85" y="22"/>
                </a:lnTo>
                <a:lnTo>
                  <a:pt x="78" y="20"/>
                </a:lnTo>
                <a:lnTo>
                  <a:pt x="74" y="20"/>
                </a:lnTo>
                <a:lnTo>
                  <a:pt x="67" y="17"/>
                </a:lnTo>
                <a:lnTo>
                  <a:pt x="63" y="15"/>
                </a:lnTo>
                <a:lnTo>
                  <a:pt x="59" y="15"/>
                </a:lnTo>
                <a:lnTo>
                  <a:pt x="52" y="15"/>
                </a:lnTo>
                <a:lnTo>
                  <a:pt x="48" y="13"/>
                </a:lnTo>
                <a:lnTo>
                  <a:pt x="43" y="13"/>
                </a:lnTo>
                <a:lnTo>
                  <a:pt x="37" y="11"/>
                </a:lnTo>
                <a:lnTo>
                  <a:pt x="33" y="11"/>
                </a:lnTo>
                <a:lnTo>
                  <a:pt x="26" y="11"/>
                </a:lnTo>
                <a:lnTo>
                  <a:pt x="22" y="9"/>
                </a:lnTo>
                <a:lnTo>
                  <a:pt x="17" y="11"/>
                </a:lnTo>
                <a:lnTo>
                  <a:pt x="11" y="11"/>
                </a:lnTo>
                <a:lnTo>
                  <a:pt x="7" y="13"/>
                </a:lnTo>
                <a:lnTo>
                  <a:pt x="0" y="15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3" name="Freeform 1185"/>
          <p:cNvSpPr>
            <a:spLocks/>
          </p:cNvSpPr>
          <p:nvPr/>
        </p:nvSpPr>
        <p:spPr bwMode="auto">
          <a:xfrm>
            <a:off x="4244975" y="2295525"/>
            <a:ext cx="428625" cy="146050"/>
          </a:xfrm>
          <a:custGeom>
            <a:avLst/>
            <a:gdLst/>
            <a:ahLst/>
            <a:cxnLst>
              <a:cxn ang="0">
                <a:pos x="4" y="49"/>
              </a:cxn>
              <a:cxn ang="0">
                <a:pos x="32" y="53"/>
              </a:cxn>
              <a:cxn ang="0">
                <a:pos x="47" y="62"/>
              </a:cxn>
              <a:cxn ang="0">
                <a:pos x="61" y="71"/>
              </a:cxn>
              <a:cxn ang="0">
                <a:pos x="74" y="83"/>
              </a:cxn>
              <a:cxn ang="0">
                <a:pos x="82" y="96"/>
              </a:cxn>
              <a:cxn ang="0">
                <a:pos x="89" y="113"/>
              </a:cxn>
              <a:cxn ang="0">
                <a:pos x="100" y="94"/>
              </a:cxn>
              <a:cxn ang="0">
                <a:pos x="106" y="75"/>
              </a:cxn>
              <a:cxn ang="0">
                <a:pos x="115" y="62"/>
              </a:cxn>
              <a:cxn ang="0">
                <a:pos x="128" y="58"/>
              </a:cxn>
              <a:cxn ang="0">
                <a:pos x="145" y="51"/>
              </a:cxn>
              <a:cxn ang="0">
                <a:pos x="167" y="43"/>
              </a:cxn>
              <a:cxn ang="0">
                <a:pos x="188" y="36"/>
              </a:cxn>
              <a:cxn ang="0">
                <a:pos x="208" y="32"/>
              </a:cxn>
              <a:cxn ang="0">
                <a:pos x="230" y="32"/>
              </a:cxn>
              <a:cxn ang="0">
                <a:pos x="245" y="32"/>
              </a:cxn>
              <a:cxn ang="0">
                <a:pos x="264" y="32"/>
              </a:cxn>
              <a:cxn ang="0">
                <a:pos x="288" y="26"/>
              </a:cxn>
              <a:cxn ang="0">
                <a:pos x="312" y="13"/>
              </a:cxn>
              <a:cxn ang="0">
                <a:pos x="336" y="2"/>
              </a:cxn>
              <a:cxn ang="0">
                <a:pos x="338" y="0"/>
              </a:cxn>
              <a:cxn ang="0">
                <a:pos x="321" y="4"/>
              </a:cxn>
              <a:cxn ang="0">
                <a:pos x="301" y="13"/>
              </a:cxn>
              <a:cxn ang="0">
                <a:pos x="277" y="24"/>
              </a:cxn>
              <a:cxn ang="0">
                <a:pos x="256" y="26"/>
              </a:cxn>
              <a:cxn ang="0">
                <a:pos x="240" y="26"/>
              </a:cxn>
              <a:cxn ang="0">
                <a:pos x="223" y="24"/>
              </a:cxn>
              <a:cxn ang="0">
                <a:pos x="201" y="24"/>
              </a:cxn>
              <a:cxn ang="0">
                <a:pos x="178" y="30"/>
              </a:cxn>
              <a:cxn ang="0">
                <a:pos x="160" y="39"/>
              </a:cxn>
              <a:cxn ang="0">
                <a:pos x="147" y="47"/>
              </a:cxn>
              <a:cxn ang="0">
                <a:pos x="134" y="49"/>
              </a:cxn>
              <a:cxn ang="0">
                <a:pos x="119" y="49"/>
              </a:cxn>
              <a:cxn ang="0">
                <a:pos x="106" y="53"/>
              </a:cxn>
              <a:cxn ang="0">
                <a:pos x="97" y="64"/>
              </a:cxn>
              <a:cxn ang="0">
                <a:pos x="93" y="75"/>
              </a:cxn>
              <a:cxn ang="0">
                <a:pos x="84" y="75"/>
              </a:cxn>
              <a:cxn ang="0">
                <a:pos x="76" y="66"/>
              </a:cxn>
              <a:cxn ang="0">
                <a:pos x="65" y="60"/>
              </a:cxn>
              <a:cxn ang="0">
                <a:pos x="54" y="53"/>
              </a:cxn>
              <a:cxn ang="0">
                <a:pos x="43" y="49"/>
              </a:cxn>
              <a:cxn ang="0">
                <a:pos x="30" y="49"/>
              </a:cxn>
              <a:cxn ang="0">
                <a:pos x="0" y="47"/>
              </a:cxn>
            </a:cxnLst>
            <a:rect l="0" t="0" r="r" b="b"/>
            <a:pathLst>
              <a:path w="349" h="113">
                <a:moveTo>
                  <a:pt x="0" y="47"/>
                </a:moveTo>
                <a:lnTo>
                  <a:pt x="4" y="49"/>
                </a:lnTo>
                <a:lnTo>
                  <a:pt x="26" y="51"/>
                </a:lnTo>
                <a:lnTo>
                  <a:pt x="32" y="53"/>
                </a:lnTo>
                <a:lnTo>
                  <a:pt x="39" y="58"/>
                </a:lnTo>
                <a:lnTo>
                  <a:pt x="47" y="62"/>
                </a:lnTo>
                <a:lnTo>
                  <a:pt x="54" y="66"/>
                </a:lnTo>
                <a:lnTo>
                  <a:pt x="61" y="71"/>
                </a:lnTo>
                <a:lnTo>
                  <a:pt x="67" y="77"/>
                </a:lnTo>
                <a:lnTo>
                  <a:pt x="74" y="83"/>
                </a:lnTo>
                <a:lnTo>
                  <a:pt x="78" y="90"/>
                </a:lnTo>
                <a:lnTo>
                  <a:pt x="82" y="96"/>
                </a:lnTo>
                <a:lnTo>
                  <a:pt x="84" y="100"/>
                </a:lnTo>
                <a:lnTo>
                  <a:pt x="89" y="113"/>
                </a:lnTo>
                <a:lnTo>
                  <a:pt x="95" y="103"/>
                </a:lnTo>
                <a:lnTo>
                  <a:pt x="100" y="94"/>
                </a:lnTo>
                <a:lnTo>
                  <a:pt x="104" y="83"/>
                </a:lnTo>
                <a:lnTo>
                  <a:pt x="106" y="75"/>
                </a:lnTo>
                <a:lnTo>
                  <a:pt x="110" y="66"/>
                </a:lnTo>
                <a:lnTo>
                  <a:pt x="115" y="62"/>
                </a:lnTo>
                <a:lnTo>
                  <a:pt x="119" y="58"/>
                </a:lnTo>
                <a:lnTo>
                  <a:pt x="128" y="58"/>
                </a:lnTo>
                <a:lnTo>
                  <a:pt x="136" y="56"/>
                </a:lnTo>
                <a:lnTo>
                  <a:pt x="145" y="51"/>
                </a:lnTo>
                <a:lnTo>
                  <a:pt x="154" y="49"/>
                </a:lnTo>
                <a:lnTo>
                  <a:pt x="167" y="43"/>
                </a:lnTo>
                <a:lnTo>
                  <a:pt x="180" y="39"/>
                </a:lnTo>
                <a:lnTo>
                  <a:pt x="188" y="36"/>
                </a:lnTo>
                <a:lnTo>
                  <a:pt x="197" y="34"/>
                </a:lnTo>
                <a:lnTo>
                  <a:pt x="208" y="32"/>
                </a:lnTo>
                <a:lnTo>
                  <a:pt x="221" y="32"/>
                </a:lnTo>
                <a:lnTo>
                  <a:pt x="230" y="32"/>
                </a:lnTo>
                <a:lnTo>
                  <a:pt x="236" y="32"/>
                </a:lnTo>
                <a:lnTo>
                  <a:pt x="245" y="32"/>
                </a:lnTo>
                <a:lnTo>
                  <a:pt x="253" y="32"/>
                </a:lnTo>
                <a:lnTo>
                  <a:pt x="264" y="32"/>
                </a:lnTo>
                <a:lnTo>
                  <a:pt x="275" y="30"/>
                </a:lnTo>
                <a:lnTo>
                  <a:pt x="288" y="26"/>
                </a:lnTo>
                <a:lnTo>
                  <a:pt x="301" y="17"/>
                </a:lnTo>
                <a:lnTo>
                  <a:pt x="312" y="13"/>
                </a:lnTo>
                <a:lnTo>
                  <a:pt x="323" y="7"/>
                </a:lnTo>
                <a:lnTo>
                  <a:pt x="336" y="2"/>
                </a:lnTo>
                <a:lnTo>
                  <a:pt x="349" y="0"/>
                </a:lnTo>
                <a:lnTo>
                  <a:pt x="338" y="0"/>
                </a:lnTo>
                <a:lnTo>
                  <a:pt x="331" y="0"/>
                </a:lnTo>
                <a:lnTo>
                  <a:pt x="321" y="4"/>
                </a:lnTo>
                <a:lnTo>
                  <a:pt x="312" y="7"/>
                </a:lnTo>
                <a:lnTo>
                  <a:pt x="301" y="13"/>
                </a:lnTo>
                <a:lnTo>
                  <a:pt x="290" y="17"/>
                </a:lnTo>
                <a:lnTo>
                  <a:pt x="277" y="24"/>
                </a:lnTo>
                <a:lnTo>
                  <a:pt x="264" y="26"/>
                </a:lnTo>
                <a:lnTo>
                  <a:pt x="256" y="26"/>
                </a:lnTo>
                <a:lnTo>
                  <a:pt x="247" y="26"/>
                </a:lnTo>
                <a:lnTo>
                  <a:pt x="240" y="26"/>
                </a:lnTo>
                <a:lnTo>
                  <a:pt x="232" y="24"/>
                </a:lnTo>
                <a:lnTo>
                  <a:pt x="223" y="24"/>
                </a:lnTo>
                <a:lnTo>
                  <a:pt x="212" y="24"/>
                </a:lnTo>
                <a:lnTo>
                  <a:pt x="201" y="24"/>
                </a:lnTo>
                <a:lnTo>
                  <a:pt x="188" y="26"/>
                </a:lnTo>
                <a:lnTo>
                  <a:pt x="178" y="30"/>
                </a:lnTo>
                <a:lnTo>
                  <a:pt x="169" y="32"/>
                </a:lnTo>
                <a:lnTo>
                  <a:pt x="160" y="39"/>
                </a:lnTo>
                <a:lnTo>
                  <a:pt x="154" y="43"/>
                </a:lnTo>
                <a:lnTo>
                  <a:pt x="147" y="47"/>
                </a:lnTo>
                <a:lnTo>
                  <a:pt x="141" y="49"/>
                </a:lnTo>
                <a:lnTo>
                  <a:pt x="134" y="49"/>
                </a:lnTo>
                <a:lnTo>
                  <a:pt x="130" y="51"/>
                </a:lnTo>
                <a:lnTo>
                  <a:pt x="119" y="49"/>
                </a:lnTo>
                <a:lnTo>
                  <a:pt x="110" y="51"/>
                </a:lnTo>
                <a:lnTo>
                  <a:pt x="106" y="53"/>
                </a:lnTo>
                <a:lnTo>
                  <a:pt x="102" y="58"/>
                </a:lnTo>
                <a:lnTo>
                  <a:pt x="97" y="64"/>
                </a:lnTo>
                <a:lnTo>
                  <a:pt x="95" y="68"/>
                </a:lnTo>
                <a:lnTo>
                  <a:pt x="93" y="75"/>
                </a:lnTo>
                <a:lnTo>
                  <a:pt x="91" y="81"/>
                </a:lnTo>
                <a:lnTo>
                  <a:pt x="84" y="75"/>
                </a:lnTo>
                <a:lnTo>
                  <a:pt x="80" y="71"/>
                </a:lnTo>
                <a:lnTo>
                  <a:pt x="76" y="66"/>
                </a:lnTo>
                <a:lnTo>
                  <a:pt x="71" y="62"/>
                </a:lnTo>
                <a:lnTo>
                  <a:pt x="65" y="60"/>
                </a:lnTo>
                <a:lnTo>
                  <a:pt x="61" y="58"/>
                </a:lnTo>
                <a:lnTo>
                  <a:pt x="54" y="53"/>
                </a:lnTo>
                <a:lnTo>
                  <a:pt x="47" y="51"/>
                </a:lnTo>
                <a:lnTo>
                  <a:pt x="43" y="49"/>
                </a:lnTo>
                <a:lnTo>
                  <a:pt x="34" y="49"/>
                </a:lnTo>
                <a:lnTo>
                  <a:pt x="30" y="49"/>
                </a:lnTo>
                <a:lnTo>
                  <a:pt x="17" y="49"/>
                </a:lnTo>
                <a:lnTo>
                  <a:pt x="0" y="47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4" name="Freeform 1186"/>
          <p:cNvSpPr>
            <a:spLocks/>
          </p:cNvSpPr>
          <p:nvPr/>
        </p:nvSpPr>
        <p:spPr bwMode="auto">
          <a:xfrm>
            <a:off x="4595813" y="2381250"/>
            <a:ext cx="87312" cy="76200"/>
          </a:xfrm>
          <a:custGeom>
            <a:avLst/>
            <a:gdLst/>
            <a:ahLst/>
            <a:cxnLst>
              <a:cxn ang="0">
                <a:pos x="71" y="2"/>
              </a:cxn>
              <a:cxn ang="0">
                <a:pos x="65" y="0"/>
              </a:cxn>
              <a:cxn ang="0">
                <a:pos x="56" y="0"/>
              </a:cxn>
              <a:cxn ang="0">
                <a:pos x="48" y="5"/>
              </a:cxn>
              <a:cxn ang="0">
                <a:pos x="39" y="7"/>
              </a:cxn>
              <a:cxn ang="0">
                <a:pos x="30" y="11"/>
              </a:cxn>
              <a:cxn ang="0">
                <a:pos x="19" y="15"/>
              </a:cxn>
              <a:cxn ang="0">
                <a:pos x="11" y="17"/>
              </a:cxn>
              <a:cxn ang="0">
                <a:pos x="0" y="17"/>
              </a:cxn>
              <a:cxn ang="0">
                <a:pos x="11" y="17"/>
              </a:cxn>
              <a:cxn ang="0">
                <a:pos x="17" y="22"/>
              </a:cxn>
              <a:cxn ang="0">
                <a:pos x="24" y="26"/>
              </a:cxn>
              <a:cxn ang="0">
                <a:pos x="30" y="32"/>
              </a:cxn>
              <a:cxn ang="0">
                <a:pos x="32" y="39"/>
              </a:cxn>
              <a:cxn ang="0">
                <a:pos x="37" y="45"/>
              </a:cxn>
              <a:cxn ang="0">
                <a:pos x="37" y="51"/>
              </a:cxn>
              <a:cxn ang="0">
                <a:pos x="39" y="60"/>
              </a:cxn>
            </a:cxnLst>
            <a:rect l="0" t="0" r="r" b="b"/>
            <a:pathLst>
              <a:path w="71" h="60">
                <a:moveTo>
                  <a:pt x="71" y="2"/>
                </a:moveTo>
                <a:lnTo>
                  <a:pt x="65" y="0"/>
                </a:lnTo>
                <a:lnTo>
                  <a:pt x="56" y="0"/>
                </a:lnTo>
                <a:lnTo>
                  <a:pt x="48" y="5"/>
                </a:lnTo>
                <a:lnTo>
                  <a:pt x="39" y="7"/>
                </a:lnTo>
                <a:lnTo>
                  <a:pt x="30" y="11"/>
                </a:lnTo>
                <a:lnTo>
                  <a:pt x="19" y="15"/>
                </a:lnTo>
                <a:lnTo>
                  <a:pt x="11" y="17"/>
                </a:lnTo>
                <a:lnTo>
                  <a:pt x="0" y="17"/>
                </a:lnTo>
                <a:lnTo>
                  <a:pt x="11" y="17"/>
                </a:lnTo>
                <a:lnTo>
                  <a:pt x="17" y="22"/>
                </a:lnTo>
                <a:lnTo>
                  <a:pt x="24" y="26"/>
                </a:lnTo>
                <a:lnTo>
                  <a:pt x="30" y="32"/>
                </a:lnTo>
                <a:lnTo>
                  <a:pt x="32" y="39"/>
                </a:lnTo>
                <a:lnTo>
                  <a:pt x="37" y="45"/>
                </a:lnTo>
                <a:lnTo>
                  <a:pt x="37" y="51"/>
                </a:lnTo>
                <a:lnTo>
                  <a:pt x="39" y="6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5" name="Freeform 1187"/>
          <p:cNvSpPr>
            <a:spLocks/>
          </p:cNvSpPr>
          <p:nvPr/>
        </p:nvSpPr>
        <p:spPr bwMode="auto">
          <a:xfrm>
            <a:off x="5634038" y="3036888"/>
            <a:ext cx="138112" cy="103187"/>
          </a:xfrm>
          <a:custGeom>
            <a:avLst/>
            <a:gdLst/>
            <a:ahLst/>
            <a:cxnLst>
              <a:cxn ang="0">
                <a:pos x="0" y="75"/>
              </a:cxn>
              <a:cxn ang="0">
                <a:pos x="11" y="77"/>
              </a:cxn>
              <a:cxn ang="0">
                <a:pos x="20" y="79"/>
              </a:cxn>
              <a:cxn ang="0">
                <a:pos x="28" y="81"/>
              </a:cxn>
              <a:cxn ang="0">
                <a:pos x="37" y="81"/>
              </a:cxn>
              <a:cxn ang="0">
                <a:pos x="46" y="79"/>
              </a:cxn>
              <a:cxn ang="0">
                <a:pos x="50" y="77"/>
              </a:cxn>
              <a:cxn ang="0">
                <a:pos x="56" y="73"/>
              </a:cxn>
              <a:cxn ang="0">
                <a:pos x="63" y="68"/>
              </a:cxn>
              <a:cxn ang="0">
                <a:pos x="69" y="62"/>
              </a:cxn>
              <a:cxn ang="0">
                <a:pos x="74" y="56"/>
              </a:cxn>
              <a:cxn ang="0">
                <a:pos x="80" y="49"/>
              </a:cxn>
              <a:cxn ang="0">
                <a:pos x="87" y="41"/>
              </a:cxn>
              <a:cxn ang="0">
                <a:pos x="91" y="32"/>
              </a:cxn>
              <a:cxn ang="0">
                <a:pos x="98" y="21"/>
              </a:cxn>
              <a:cxn ang="0">
                <a:pos x="104" y="11"/>
              </a:cxn>
              <a:cxn ang="0">
                <a:pos x="113" y="0"/>
              </a:cxn>
            </a:cxnLst>
            <a:rect l="0" t="0" r="r" b="b"/>
            <a:pathLst>
              <a:path w="113" h="81">
                <a:moveTo>
                  <a:pt x="0" y="75"/>
                </a:moveTo>
                <a:lnTo>
                  <a:pt x="11" y="77"/>
                </a:lnTo>
                <a:lnTo>
                  <a:pt x="20" y="79"/>
                </a:lnTo>
                <a:lnTo>
                  <a:pt x="28" y="81"/>
                </a:lnTo>
                <a:lnTo>
                  <a:pt x="37" y="81"/>
                </a:lnTo>
                <a:lnTo>
                  <a:pt x="46" y="79"/>
                </a:lnTo>
                <a:lnTo>
                  <a:pt x="50" y="77"/>
                </a:lnTo>
                <a:lnTo>
                  <a:pt x="56" y="73"/>
                </a:lnTo>
                <a:lnTo>
                  <a:pt x="63" y="68"/>
                </a:lnTo>
                <a:lnTo>
                  <a:pt x="69" y="62"/>
                </a:lnTo>
                <a:lnTo>
                  <a:pt x="74" y="56"/>
                </a:lnTo>
                <a:lnTo>
                  <a:pt x="80" y="49"/>
                </a:lnTo>
                <a:lnTo>
                  <a:pt x="87" y="41"/>
                </a:lnTo>
                <a:lnTo>
                  <a:pt x="91" y="32"/>
                </a:lnTo>
                <a:lnTo>
                  <a:pt x="98" y="21"/>
                </a:lnTo>
                <a:lnTo>
                  <a:pt x="104" y="11"/>
                </a:lnTo>
                <a:lnTo>
                  <a:pt x="113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6" name="Freeform 1188"/>
          <p:cNvSpPr>
            <a:spLocks/>
          </p:cNvSpPr>
          <p:nvPr/>
        </p:nvSpPr>
        <p:spPr bwMode="auto">
          <a:xfrm>
            <a:off x="5260975" y="2751138"/>
            <a:ext cx="87313" cy="227012"/>
          </a:xfrm>
          <a:custGeom>
            <a:avLst/>
            <a:gdLst/>
            <a:ahLst/>
            <a:cxnLst>
              <a:cxn ang="0">
                <a:pos x="45" y="177"/>
              </a:cxn>
              <a:cxn ang="0">
                <a:pos x="41" y="165"/>
              </a:cxn>
              <a:cxn ang="0">
                <a:pos x="39" y="154"/>
              </a:cxn>
              <a:cxn ang="0">
                <a:pos x="41" y="143"/>
              </a:cxn>
              <a:cxn ang="0">
                <a:pos x="45" y="135"/>
              </a:cxn>
              <a:cxn ang="0">
                <a:pos x="50" y="128"/>
              </a:cxn>
              <a:cxn ang="0">
                <a:pos x="56" y="122"/>
              </a:cxn>
              <a:cxn ang="0">
                <a:pos x="63" y="120"/>
              </a:cxn>
              <a:cxn ang="0">
                <a:pos x="65" y="115"/>
              </a:cxn>
              <a:cxn ang="0">
                <a:pos x="71" y="113"/>
              </a:cxn>
              <a:cxn ang="0">
                <a:pos x="63" y="111"/>
              </a:cxn>
              <a:cxn ang="0">
                <a:pos x="54" y="107"/>
              </a:cxn>
              <a:cxn ang="0">
                <a:pos x="47" y="101"/>
              </a:cxn>
              <a:cxn ang="0">
                <a:pos x="41" y="96"/>
              </a:cxn>
              <a:cxn ang="0">
                <a:pos x="34" y="92"/>
              </a:cxn>
              <a:cxn ang="0">
                <a:pos x="28" y="86"/>
              </a:cxn>
              <a:cxn ang="0">
                <a:pos x="24" y="77"/>
              </a:cxn>
              <a:cxn ang="0">
                <a:pos x="17" y="71"/>
              </a:cxn>
              <a:cxn ang="0">
                <a:pos x="13" y="66"/>
              </a:cxn>
              <a:cxn ang="0">
                <a:pos x="11" y="58"/>
              </a:cxn>
              <a:cxn ang="0">
                <a:pos x="6" y="49"/>
              </a:cxn>
              <a:cxn ang="0">
                <a:pos x="4" y="41"/>
              </a:cxn>
              <a:cxn ang="0">
                <a:pos x="2" y="32"/>
              </a:cxn>
              <a:cxn ang="0">
                <a:pos x="2" y="22"/>
              </a:cxn>
              <a:cxn ang="0">
                <a:pos x="0" y="11"/>
              </a:cxn>
              <a:cxn ang="0">
                <a:pos x="0" y="0"/>
              </a:cxn>
            </a:cxnLst>
            <a:rect l="0" t="0" r="r" b="b"/>
            <a:pathLst>
              <a:path w="71" h="177">
                <a:moveTo>
                  <a:pt x="45" y="177"/>
                </a:moveTo>
                <a:lnTo>
                  <a:pt x="41" y="165"/>
                </a:lnTo>
                <a:lnTo>
                  <a:pt x="39" y="154"/>
                </a:lnTo>
                <a:lnTo>
                  <a:pt x="41" y="143"/>
                </a:lnTo>
                <a:lnTo>
                  <a:pt x="45" y="135"/>
                </a:lnTo>
                <a:lnTo>
                  <a:pt x="50" y="128"/>
                </a:lnTo>
                <a:lnTo>
                  <a:pt x="56" y="122"/>
                </a:lnTo>
                <a:lnTo>
                  <a:pt x="63" y="120"/>
                </a:lnTo>
                <a:lnTo>
                  <a:pt x="65" y="115"/>
                </a:lnTo>
                <a:lnTo>
                  <a:pt x="71" y="113"/>
                </a:lnTo>
                <a:lnTo>
                  <a:pt x="63" y="111"/>
                </a:lnTo>
                <a:lnTo>
                  <a:pt x="54" y="107"/>
                </a:lnTo>
                <a:lnTo>
                  <a:pt x="47" y="101"/>
                </a:lnTo>
                <a:lnTo>
                  <a:pt x="41" y="96"/>
                </a:lnTo>
                <a:lnTo>
                  <a:pt x="34" y="92"/>
                </a:lnTo>
                <a:lnTo>
                  <a:pt x="28" y="86"/>
                </a:lnTo>
                <a:lnTo>
                  <a:pt x="24" y="77"/>
                </a:lnTo>
                <a:lnTo>
                  <a:pt x="17" y="71"/>
                </a:lnTo>
                <a:lnTo>
                  <a:pt x="13" y="66"/>
                </a:lnTo>
                <a:lnTo>
                  <a:pt x="11" y="58"/>
                </a:lnTo>
                <a:lnTo>
                  <a:pt x="6" y="49"/>
                </a:lnTo>
                <a:lnTo>
                  <a:pt x="4" y="41"/>
                </a:lnTo>
                <a:lnTo>
                  <a:pt x="2" y="32"/>
                </a:lnTo>
                <a:lnTo>
                  <a:pt x="2" y="22"/>
                </a:lnTo>
                <a:lnTo>
                  <a:pt x="0" y="11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7" name="Freeform 1189"/>
          <p:cNvSpPr>
            <a:spLocks/>
          </p:cNvSpPr>
          <p:nvPr/>
        </p:nvSpPr>
        <p:spPr bwMode="auto">
          <a:xfrm>
            <a:off x="5348288" y="2890838"/>
            <a:ext cx="123825" cy="19050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11" y="9"/>
              </a:cxn>
              <a:cxn ang="0">
                <a:pos x="24" y="11"/>
              </a:cxn>
              <a:cxn ang="0">
                <a:pos x="37" y="13"/>
              </a:cxn>
              <a:cxn ang="0">
                <a:pos x="52" y="15"/>
              </a:cxn>
              <a:cxn ang="0">
                <a:pos x="65" y="15"/>
              </a:cxn>
              <a:cxn ang="0">
                <a:pos x="78" y="11"/>
              </a:cxn>
              <a:cxn ang="0">
                <a:pos x="89" y="6"/>
              </a:cxn>
              <a:cxn ang="0">
                <a:pos x="100" y="0"/>
              </a:cxn>
            </a:cxnLst>
            <a:rect l="0" t="0" r="r" b="b"/>
            <a:pathLst>
              <a:path w="100" h="15">
                <a:moveTo>
                  <a:pt x="0" y="4"/>
                </a:moveTo>
                <a:lnTo>
                  <a:pt x="11" y="9"/>
                </a:lnTo>
                <a:lnTo>
                  <a:pt x="24" y="11"/>
                </a:lnTo>
                <a:lnTo>
                  <a:pt x="37" y="13"/>
                </a:lnTo>
                <a:lnTo>
                  <a:pt x="52" y="15"/>
                </a:lnTo>
                <a:lnTo>
                  <a:pt x="65" y="15"/>
                </a:lnTo>
                <a:lnTo>
                  <a:pt x="78" y="11"/>
                </a:lnTo>
                <a:lnTo>
                  <a:pt x="89" y="6"/>
                </a:lnTo>
                <a:lnTo>
                  <a:pt x="100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8" name="Freeform 1190"/>
          <p:cNvSpPr>
            <a:spLocks/>
          </p:cNvSpPr>
          <p:nvPr/>
        </p:nvSpPr>
        <p:spPr bwMode="auto">
          <a:xfrm>
            <a:off x="5091113" y="2789238"/>
            <a:ext cx="66675" cy="150812"/>
          </a:xfrm>
          <a:custGeom>
            <a:avLst/>
            <a:gdLst/>
            <a:ahLst/>
            <a:cxnLst>
              <a:cxn ang="0">
                <a:pos x="54" y="117"/>
              </a:cxn>
              <a:cxn ang="0">
                <a:pos x="45" y="111"/>
              </a:cxn>
              <a:cxn ang="0">
                <a:pos x="39" y="105"/>
              </a:cxn>
              <a:cxn ang="0">
                <a:pos x="30" y="98"/>
              </a:cxn>
              <a:cxn ang="0">
                <a:pos x="26" y="92"/>
              </a:cxn>
              <a:cxn ang="0">
                <a:pos x="22" y="88"/>
              </a:cxn>
              <a:cxn ang="0">
                <a:pos x="15" y="81"/>
              </a:cxn>
              <a:cxn ang="0">
                <a:pos x="13" y="73"/>
              </a:cxn>
              <a:cxn ang="0">
                <a:pos x="11" y="66"/>
              </a:cxn>
              <a:cxn ang="0">
                <a:pos x="9" y="60"/>
              </a:cxn>
              <a:cxn ang="0">
                <a:pos x="6" y="53"/>
              </a:cxn>
              <a:cxn ang="0">
                <a:pos x="4" y="47"/>
              </a:cxn>
              <a:cxn ang="0">
                <a:pos x="2" y="36"/>
              </a:cxn>
              <a:cxn ang="0">
                <a:pos x="2" y="30"/>
              </a:cxn>
              <a:cxn ang="0">
                <a:pos x="2" y="19"/>
              </a:cxn>
              <a:cxn ang="0">
                <a:pos x="2" y="13"/>
              </a:cxn>
              <a:cxn ang="0">
                <a:pos x="0" y="0"/>
              </a:cxn>
            </a:cxnLst>
            <a:rect l="0" t="0" r="r" b="b"/>
            <a:pathLst>
              <a:path w="54" h="117">
                <a:moveTo>
                  <a:pt x="54" y="117"/>
                </a:moveTo>
                <a:lnTo>
                  <a:pt x="45" y="111"/>
                </a:lnTo>
                <a:lnTo>
                  <a:pt x="39" y="105"/>
                </a:lnTo>
                <a:lnTo>
                  <a:pt x="30" y="98"/>
                </a:lnTo>
                <a:lnTo>
                  <a:pt x="26" y="92"/>
                </a:lnTo>
                <a:lnTo>
                  <a:pt x="22" y="88"/>
                </a:lnTo>
                <a:lnTo>
                  <a:pt x="15" y="81"/>
                </a:lnTo>
                <a:lnTo>
                  <a:pt x="13" y="73"/>
                </a:lnTo>
                <a:lnTo>
                  <a:pt x="11" y="66"/>
                </a:lnTo>
                <a:lnTo>
                  <a:pt x="9" y="60"/>
                </a:lnTo>
                <a:lnTo>
                  <a:pt x="6" y="53"/>
                </a:lnTo>
                <a:lnTo>
                  <a:pt x="4" y="47"/>
                </a:lnTo>
                <a:lnTo>
                  <a:pt x="2" y="36"/>
                </a:lnTo>
                <a:lnTo>
                  <a:pt x="2" y="30"/>
                </a:lnTo>
                <a:lnTo>
                  <a:pt x="2" y="19"/>
                </a:lnTo>
                <a:lnTo>
                  <a:pt x="2" y="13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59" name="Freeform 1191"/>
          <p:cNvSpPr>
            <a:spLocks/>
          </p:cNvSpPr>
          <p:nvPr/>
        </p:nvSpPr>
        <p:spPr bwMode="auto">
          <a:xfrm>
            <a:off x="4741863" y="2513013"/>
            <a:ext cx="276225" cy="1143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" y="0"/>
              </a:cxn>
              <a:cxn ang="0">
                <a:pos x="17" y="2"/>
              </a:cxn>
              <a:cxn ang="0">
                <a:pos x="24" y="2"/>
              </a:cxn>
              <a:cxn ang="0">
                <a:pos x="33" y="4"/>
              </a:cxn>
              <a:cxn ang="0">
                <a:pos x="37" y="6"/>
              </a:cxn>
              <a:cxn ang="0">
                <a:pos x="46" y="8"/>
              </a:cxn>
              <a:cxn ang="0">
                <a:pos x="52" y="12"/>
              </a:cxn>
              <a:cxn ang="0">
                <a:pos x="56" y="17"/>
              </a:cxn>
              <a:cxn ang="0">
                <a:pos x="63" y="19"/>
              </a:cxn>
              <a:cxn ang="0">
                <a:pos x="69" y="25"/>
              </a:cxn>
              <a:cxn ang="0">
                <a:pos x="74" y="30"/>
              </a:cxn>
              <a:cxn ang="0">
                <a:pos x="80" y="34"/>
              </a:cxn>
              <a:cxn ang="0">
                <a:pos x="85" y="38"/>
              </a:cxn>
              <a:cxn ang="0">
                <a:pos x="91" y="42"/>
              </a:cxn>
              <a:cxn ang="0">
                <a:pos x="98" y="47"/>
              </a:cxn>
              <a:cxn ang="0">
                <a:pos x="104" y="53"/>
              </a:cxn>
              <a:cxn ang="0">
                <a:pos x="111" y="55"/>
              </a:cxn>
              <a:cxn ang="0">
                <a:pos x="117" y="59"/>
              </a:cxn>
              <a:cxn ang="0">
                <a:pos x="124" y="64"/>
              </a:cxn>
              <a:cxn ang="0">
                <a:pos x="130" y="66"/>
              </a:cxn>
              <a:cxn ang="0">
                <a:pos x="139" y="68"/>
              </a:cxn>
              <a:cxn ang="0">
                <a:pos x="145" y="72"/>
              </a:cxn>
              <a:cxn ang="0">
                <a:pos x="154" y="74"/>
              </a:cxn>
              <a:cxn ang="0">
                <a:pos x="163" y="76"/>
              </a:cxn>
              <a:cxn ang="0">
                <a:pos x="169" y="79"/>
              </a:cxn>
              <a:cxn ang="0">
                <a:pos x="178" y="81"/>
              </a:cxn>
              <a:cxn ang="0">
                <a:pos x="186" y="83"/>
              </a:cxn>
              <a:cxn ang="0">
                <a:pos x="195" y="85"/>
              </a:cxn>
              <a:cxn ang="0">
                <a:pos x="202" y="85"/>
              </a:cxn>
              <a:cxn ang="0">
                <a:pos x="210" y="87"/>
              </a:cxn>
              <a:cxn ang="0">
                <a:pos x="217" y="87"/>
              </a:cxn>
              <a:cxn ang="0">
                <a:pos x="225" y="89"/>
              </a:cxn>
            </a:cxnLst>
            <a:rect l="0" t="0" r="r" b="b"/>
            <a:pathLst>
              <a:path w="225" h="89">
                <a:moveTo>
                  <a:pt x="0" y="0"/>
                </a:moveTo>
                <a:lnTo>
                  <a:pt x="9" y="0"/>
                </a:lnTo>
                <a:lnTo>
                  <a:pt x="17" y="2"/>
                </a:lnTo>
                <a:lnTo>
                  <a:pt x="24" y="2"/>
                </a:lnTo>
                <a:lnTo>
                  <a:pt x="33" y="4"/>
                </a:lnTo>
                <a:lnTo>
                  <a:pt x="37" y="6"/>
                </a:lnTo>
                <a:lnTo>
                  <a:pt x="46" y="8"/>
                </a:lnTo>
                <a:lnTo>
                  <a:pt x="52" y="12"/>
                </a:lnTo>
                <a:lnTo>
                  <a:pt x="56" y="17"/>
                </a:lnTo>
                <a:lnTo>
                  <a:pt x="63" y="19"/>
                </a:lnTo>
                <a:lnTo>
                  <a:pt x="69" y="25"/>
                </a:lnTo>
                <a:lnTo>
                  <a:pt x="74" y="30"/>
                </a:lnTo>
                <a:lnTo>
                  <a:pt x="80" y="34"/>
                </a:lnTo>
                <a:lnTo>
                  <a:pt x="85" y="38"/>
                </a:lnTo>
                <a:lnTo>
                  <a:pt x="91" y="42"/>
                </a:lnTo>
                <a:lnTo>
                  <a:pt x="98" y="47"/>
                </a:lnTo>
                <a:lnTo>
                  <a:pt x="104" y="53"/>
                </a:lnTo>
                <a:lnTo>
                  <a:pt x="111" y="55"/>
                </a:lnTo>
                <a:lnTo>
                  <a:pt x="117" y="59"/>
                </a:lnTo>
                <a:lnTo>
                  <a:pt x="124" y="64"/>
                </a:lnTo>
                <a:lnTo>
                  <a:pt x="130" y="66"/>
                </a:lnTo>
                <a:lnTo>
                  <a:pt x="139" y="68"/>
                </a:lnTo>
                <a:lnTo>
                  <a:pt x="145" y="72"/>
                </a:lnTo>
                <a:lnTo>
                  <a:pt x="154" y="74"/>
                </a:lnTo>
                <a:lnTo>
                  <a:pt x="163" y="76"/>
                </a:lnTo>
                <a:lnTo>
                  <a:pt x="169" y="79"/>
                </a:lnTo>
                <a:lnTo>
                  <a:pt x="178" y="81"/>
                </a:lnTo>
                <a:lnTo>
                  <a:pt x="186" y="83"/>
                </a:lnTo>
                <a:lnTo>
                  <a:pt x="195" y="85"/>
                </a:lnTo>
                <a:lnTo>
                  <a:pt x="202" y="85"/>
                </a:lnTo>
                <a:lnTo>
                  <a:pt x="210" y="87"/>
                </a:lnTo>
                <a:lnTo>
                  <a:pt x="217" y="87"/>
                </a:lnTo>
                <a:lnTo>
                  <a:pt x="225" y="89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0" name="Freeform 1192"/>
          <p:cNvSpPr>
            <a:spLocks/>
          </p:cNvSpPr>
          <p:nvPr/>
        </p:nvSpPr>
        <p:spPr bwMode="auto">
          <a:xfrm>
            <a:off x="4824413" y="2482850"/>
            <a:ext cx="47625" cy="101600"/>
          </a:xfrm>
          <a:custGeom>
            <a:avLst/>
            <a:gdLst/>
            <a:ahLst/>
            <a:cxnLst>
              <a:cxn ang="0">
                <a:pos x="39" y="79"/>
              </a:cxn>
              <a:cxn ang="0">
                <a:pos x="37" y="68"/>
              </a:cxn>
              <a:cxn ang="0">
                <a:pos x="33" y="58"/>
              </a:cxn>
              <a:cxn ang="0">
                <a:pos x="28" y="49"/>
              </a:cxn>
              <a:cxn ang="0">
                <a:pos x="24" y="36"/>
              </a:cxn>
              <a:cxn ang="0">
                <a:pos x="20" y="28"/>
              </a:cxn>
              <a:cxn ang="0">
                <a:pos x="15" y="17"/>
              </a:cxn>
              <a:cxn ang="0">
                <a:pos x="9" y="9"/>
              </a:cxn>
              <a:cxn ang="0">
                <a:pos x="0" y="0"/>
              </a:cxn>
            </a:cxnLst>
            <a:rect l="0" t="0" r="r" b="b"/>
            <a:pathLst>
              <a:path w="39" h="79">
                <a:moveTo>
                  <a:pt x="39" y="79"/>
                </a:moveTo>
                <a:lnTo>
                  <a:pt x="37" y="68"/>
                </a:lnTo>
                <a:lnTo>
                  <a:pt x="33" y="58"/>
                </a:lnTo>
                <a:lnTo>
                  <a:pt x="28" y="49"/>
                </a:lnTo>
                <a:lnTo>
                  <a:pt x="24" y="36"/>
                </a:lnTo>
                <a:lnTo>
                  <a:pt x="20" y="28"/>
                </a:lnTo>
                <a:lnTo>
                  <a:pt x="15" y="17"/>
                </a:lnTo>
                <a:lnTo>
                  <a:pt x="9" y="9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1" name="Freeform 1193"/>
          <p:cNvSpPr>
            <a:spLocks/>
          </p:cNvSpPr>
          <p:nvPr/>
        </p:nvSpPr>
        <p:spPr bwMode="auto">
          <a:xfrm>
            <a:off x="5133975" y="2619375"/>
            <a:ext cx="638175" cy="3730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" y="2"/>
              </a:cxn>
              <a:cxn ang="0">
                <a:pos x="30" y="4"/>
              </a:cxn>
              <a:cxn ang="0">
                <a:pos x="45" y="4"/>
              </a:cxn>
              <a:cxn ang="0">
                <a:pos x="60" y="6"/>
              </a:cxn>
              <a:cxn ang="0">
                <a:pos x="75" y="6"/>
              </a:cxn>
              <a:cxn ang="0">
                <a:pos x="91" y="6"/>
              </a:cxn>
              <a:cxn ang="0">
                <a:pos x="106" y="6"/>
              </a:cxn>
              <a:cxn ang="0">
                <a:pos x="121" y="6"/>
              </a:cxn>
              <a:cxn ang="0">
                <a:pos x="132" y="6"/>
              </a:cxn>
              <a:cxn ang="0">
                <a:pos x="147" y="11"/>
              </a:cxn>
              <a:cxn ang="0">
                <a:pos x="154" y="13"/>
              </a:cxn>
              <a:cxn ang="0">
                <a:pos x="162" y="15"/>
              </a:cxn>
              <a:cxn ang="0">
                <a:pos x="169" y="17"/>
              </a:cxn>
              <a:cxn ang="0">
                <a:pos x="180" y="21"/>
              </a:cxn>
              <a:cxn ang="0">
                <a:pos x="186" y="25"/>
              </a:cxn>
              <a:cxn ang="0">
                <a:pos x="193" y="32"/>
              </a:cxn>
              <a:cxn ang="0">
                <a:pos x="199" y="34"/>
              </a:cxn>
              <a:cxn ang="0">
                <a:pos x="206" y="40"/>
              </a:cxn>
              <a:cxn ang="0">
                <a:pos x="210" y="45"/>
              </a:cxn>
              <a:cxn ang="0">
                <a:pos x="214" y="51"/>
              </a:cxn>
              <a:cxn ang="0">
                <a:pos x="216" y="57"/>
              </a:cxn>
              <a:cxn ang="0">
                <a:pos x="219" y="66"/>
              </a:cxn>
              <a:cxn ang="0">
                <a:pos x="227" y="60"/>
              </a:cxn>
              <a:cxn ang="0">
                <a:pos x="238" y="53"/>
              </a:cxn>
              <a:cxn ang="0">
                <a:pos x="251" y="51"/>
              </a:cxn>
              <a:cxn ang="0">
                <a:pos x="266" y="51"/>
              </a:cxn>
              <a:cxn ang="0">
                <a:pos x="279" y="51"/>
              </a:cxn>
              <a:cxn ang="0">
                <a:pos x="294" y="51"/>
              </a:cxn>
              <a:cxn ang="0">
                <a:pos x="310" y="53"/>
              </a:cxn>
              <a:cxn ang="0">
                <a:pos x="325" y="57"/>
              </a:cxn>
              <a:cxn ang="0">
                <a:pos x="340" y="62"/>
              </a:cxn>
              <a:cxn ang="0">
                <a:pos x="355" y="66"/>
              </a:cxn>
              <a:cxn ang="0">
                <a:pos x="368" y="72"/>
              </a:cxn>
              <a:cxn ang="0">
                <a:pos x="381" y="81"/>
              </a:cxn>
              <a:cxn ang="0">
                <a:pos x="392" y="87"/>
              </a:cxn>
              <a:cxn ang="0">
                <a:pos x="403" y="96"/>
              </a:cxn>
              <a:cxn ang="0">
                <a:pos x="411" y="104"/>
              </a:cxn>
              <a:cxn ang="0">
                <a:pos x="420" y="113"/>
              </a:cxn>
              <a:cxn ang="0">
                <a:pos x="429" y="117"/>
              </a:cxn>
              <a:cxn ang="0">
                <a:pos x="440" y="119"/>
              </a:cxn>
              <a:cxn ang="0">
                <a:pos x="448" y="126"/>
              </a:cxn>
              <a:cxn ang="0">
                <a:pos x="457" y="132"/>
              </a:cxn>
              <a:cxn ang="0">
                <a:pos x="466" y="139"/>
              </a:cxn>
              <a:cxn ang="0">
                <a:pos x="472" y="145"/>
              </a:cxn>
              <a:cxn ang="0">
                <a:pos x="481" y="156"/>
              </a:cxn>
              <a:cxn ang="0">
                <a:pos x="487" y="162"/>
              </a:cxn>
              <a:cxn ang="0">
                <a:pos x="494" y="173"/>
              </a:cxn>
              <a:cxn ang="0">
                <a:pos x="500" y="179"/>
              </a:cxn>
              <a:cxn ang="0">
                <a:pos x="507" y="190"/>
              </a:cxn>
              <a:cxn ang="0">
                <a:pos x="515" y="207"/>
              </a:cxn>
              <a:cxn ang="0">
                <a:pos x="518" y="220"/>
              </a:cxn>
              <a:cxn ang="0">
                <a:pos x="520" y="230"/>
              </a:cxn>
              <a:cxn ang="0">
                <a:pos x="518" y="241"/>
              </a:cxn>
              <a:cxn ang="0">
                <a:pos x="515" y="249"/>
              </a:cxn>
              <a:cxn ang="0">
                <a:pos x="513" y="260"/>
              </a:cxn>
              <a:cxn ang="0">
                <a:pos x="509" y="269"/>
              </a:cxn>
              <a:cxn ang="0">
                <a:pos x="505" y="277"/>
              </a:cxn>
              <a:cxn ang="0">
                <a:pos x="500" y="286"/>
              </a:cxn>
              <a:cxn ang="0">
                <a:pos x="496" y="290"/>
              </a:cxn>
            </a:cxnLst>
            <a:rect l="0" t="0" r="r" b="b"/>
            <a:pathLst>
              <a:path w="520" h="290">
                <a:moveTo>
                  <a:pt x="0" y="0"/>
                </a:moveTo>
                <a:lnTo>
                  <a:pt x="15" y="2"/>
                </a:lnTo>
                <a:lnTo>
                  <a:pt x="30" y="4"/>
                </a:lnTo>
                <a:lnTo>
                  <a:pt x="45" y="4"/>
                </a:lnTo>
                <a:lnTo>
                  <a:pt x="60" y="6"/>
                </a:lnTo>
                <a:lnTo>
                  <a:pt x="75" y="6"/>
                </a:lnTo>
                <a:lnTo>
                  <a:pt x="91" y="6"/>
                </a:lnTo>
                <a:lnTo>
                  <a:pt x="106" y="6"/>
                </a:lnTo>
                <a:lnTo>
                  <a:pt x="121" y="6"/>
                </a:lnTo>
                <a:lnTo>
                  <a:pt x="132" y="6"/>
                </a:lnTo>
                <a:lnTo>
                  <a:pt x="147" y="11"/>
                </a:lnTo>
                <a:lnTo>
                  <a:pt x="154" y="13"/>
                </a:lnTo>
                <a:lnTo>
                  <a:pt x="162" y="15"/>
                </a:lnTo>
                <a:lnTo>
                  <a:pt x="169" y="17"/>
                </a:lnTo>
                <a:lnTo>
                  <a:pt x="180" y="21"/>
                </a:lnTo>
                <a:lnTo>
                  <a:pt x="186" y="25"/>
                </a:lnTo>
                <a:lnTo>
                  <a:pt x="193" y="32"/>
                </a:lnTo>
                <a:lnTo>
                  <a:pt x="199" y="34"/>
                </a:lnTo>
                <a:lnTo>
                  <a:pt x="206" y="40"/>
                </a:lnTo>
                <a:lnTo>
                  <a:pt x="210" y="45"/>
                </a:lnTo>
                <a:lnTo>
                  <a:pt x="214" y="51"/>
                </a:lnTo>
                <a:lnTo>
                  <a:pt x="216" y="57"/>
                </a:lnTo>
                <a:lnTo>
                  <a:pt x="219" y="66"/>
                </a:lnTo>
                <a:lnTo>
                  <a:pt x="227" y="60"/>
                </a:lnTo>
                <a:lnTo>
                  <a:pt x="238" y="53"/>
                </a:lnTo>
                <a:lnTo>
                  <a:pt x="251" y="51"/>
                </a:lnTo>
                <a:lnTo>
                  <a:pt x="266" y="51"/>
                </a:lnTo>
                <a:lnTo>
                  <a:pt x="279" y="51"/>
                </a:lnTo>
                <a:lnTo>
                  <a:pt x="294" y="51"/>
                </a:lnTo>
                <a:lnTo>
                  <a:pt x="310" y="53"/>
                </a:lnTo>
                <a:lnTo>
                  <a:pt x="325" y="57"/>
                </a:lnTo>
                <a:lnTo>
                  <a:pt x="340" y="62"/>
                </a:lnTo>
                <a:lnTo>
                  <a:pt x="355" y="66"/>
                </a:lnTo>
                <a:lnTo>
                  <a:pt x="368" y="72"/>
                </a:lnTo>
                <a:lnTo>
                  <a:pt x="381" y="81"/>
                </a:lnTo>
                <a:lnTo>
                  <a:pt x="392" y="87"/>
                </a:lnTo>
                <a:lnTo>
                  <a:pt x="403" y="96"/>
                </a:lnTo>
                <a:lnTo>
                  <a:pt x="411" y="104"/>
                </a:lnTo>
                <a:lnTo>
                  <a:pt x="420" y="113"/>
                </a:lnTo>
                <a:lnTo>
                  <a:pt x="429" y="117"/>
                </a:lnTo>
                <a:lnTo>
                  <a:pt x="440" y="119"/>
                </a:lnTo>
                <a:lnTo>
                  <a:pt x="448" y="126"/>
                </a:lnTo>
                <a:lnTo>
                  <a:pt x="457" y="132"/>
                </a:lnTo>
                <a:lnTo>
                  <a:pt x="466" y="139"/>
                </a:lnTo>
                <a:lnTo>
                  <a:pt x="472" y="145"/>
                </a:lnTo>
                <a:lnTo>
                  <a:pt x="481" y="156"/>
                </a:lnTo>
                <a:lnTo>
                  <a:pt x="487" y="162"/>
                </a:lnTo>
                <a:lnTo>
                  <a:pt x="494" y="173"/>
                </a:lnTo>
                <a:lnTo>
                  <a:pt x="500" y="179"/>
                </a:lnTo>
                <a:lnTo>
                  <a:pt x="507" y="190"/>
                </a:lnTo>
                <a:lnTo>
                  <a:pt x="515" y="207"/>
                </a:lnTo>
                <a:lnTo>
                  <a:pt x="518" y="220"/>
                </a:lnTo>
                <a:lnTo>
                  <a:pt x="520" y="230"/>
                </a:lnTo>
                <a:lnTo>
                  <a:pt x="518" y="241"/>
                </a:lnTo>
                <a:lnTo>
                  <a:pt x="515" y="249"/>
                </a:lnTo>
                <a:lnTo>
                  <a:pt x="513" y="260"/>
                </a:lnTo>
                <a:lnTo>
                  <a:pt x="509" y="269"/>
                </a:lnTo>
                <a:lnTo>
                  <a:pt x="505" y="277"/>
                </a:lnTo>
                <a:lnTo>
                  <a:pt x="500" y="286"/>
                </a:lnTo>
                <a:lnTo>
                  <a:pt x="496" y="29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2" name="Freeform 1194"/>
          <p:cNvSpPr>
            <a:spLocks/>
          </p:cNvSpPr>
          <p:nvPr/>
        </p:nvSpPr>
        <p:spPr bwMode="auto">
          <a:xfrm>
            <a:off x="5426075" y="2581275"/>
            <a:ext cx="149225" cy="22225"/>
          </a:xfrm>
          <a:custGeom>
            <a:avLst/>
            <a:gdLst/>
            <a:ahLst/>
            <a:cxnLst>
              <a:cxn ang="0">
                <a:pos x="121" y="9"/>
              </a:cxn>
              <a:cxn ang="0">
                <a:pos x="113" y="6"/>
              </a:cxn>
              <a:cxn ang="0">
                <a:pos x="102" y="2"/>
              </a:cxn>
              <a:cxn ang="0">
                <a:pos x="91" y="2"/>
              </a:cxn>
              <a:cxn ang="0">
                <a:pos x="78" y="0"/>
              </a:cxn>
              <a:cxn ang="0">
                <a:pos x="69" y="4"/>
              </a:cxn>
              <a:cxn ang="0">
                <a:pos x="59" y="6"/>
              </a:cxn>
              <a:cxn ang="0">
                <a:pos x="48" y="11"/>
              </a:cxn>
              <a:cxn ang="0">
                <a:pos x="39" y="17"/>
              </a:cxn>
              <a:cxn ang="0">
                <a:pos x="35" y="13"/>
              </a:cxn>
              <a:cxn ang="0">
                <a:pos x="30" y="9"/>
              </a:cxn>
              <a:cxn ang="0">
                <a:pos x="26" y="6"/>
              </a:cxn>
              <a:cxn ang="0">
                <a:pos x="22" y="4"/>
              </a:cxn>
              <a:cxn ang="0">
                <a:pos x="17" y="4"/>
              </a:cxn>
              <a:cxn ang="0">
                <a:pos x="11" y="2"/>
              </a:cxn>
              <a:cxn ang="0">
                <a:pos x="7" y="2"/>
              </a:cxn>
              <a:cxn ang="0">
                <a:pos x="0" y="2"/>
              </a:cxn>
            </a:cxnLst>
            <a:rect l="0" t="0" r="r" b="b"/>
            <a:pathLst>
              <a:path w="121" h="17">
                <a:moveTo>
                  <a:pt x="121" y="9"/>
                </a:moveTo>
                <a:lnTo>
                  <a:pt x="113" y="6"/>
                </a:lnTo>
                <a:lnTo>
                  <a:pt x="102" y="2"/>
                </a:lnTo>
                <a:lnTo>
                  <a:pt x="91" y="2"/>
                </a:lnTo>
                <a:lnTo>
                  <a:pt x="78" y="0"/>
                </a:lnTo>
                <a:lnTo>
                  <a:pt x="69" y="4"/>
                </a:lnTo>
                <a:lnTo>
                  <a:pt x="59" y="6"/>
                </a:lnTo>
                <a:lnTo>
                  <a:pt x="48" y="11"/>
                </a:lnTo>
                <a:lnTo>
                  <a:pt x="39" y="17"/>
                </a:lnTo>
                <a:lnTo>
                  <a:pt x="35" y="13"/>
                </a:lnTo>
                <a:lnTo>
                  <a:pt x="30" y="9"/>
                </a:lnTo>
                <a:lnTo>
                  <a:pt x="26" y="6"/>
                </a:lnTo>
                <a:lnTo>
                  <a:pt x="22" y="4"/>
                </a:lnTo>
                <a:lnTo>
                  <a:pt x="17" y="4"/>
                </a:lnTo>
                <a:lnTo>
                  <a:pt x="11" y="2"/>
                </a:lnTo>
                <a:lnTo>
                  <a:pt x="7" y="2"/>
                </a:lnTo>
                <a:lnTo>
                  <a:pt x="0" y="2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3" name="Freeform 1195"/>
          <p:cNvSpPr>
            <a:spLocks/>
          </p:cNvSpPr>
          <p:nvPr/>
        </p:nvSpPr>
        <p:spPr bwMode="auto">
          <a:xfrm>
            <a:off x="5186363" y="2482850"/>
            <a:ext cx="193675" cy="65088"/>
          </a:xfrm>
          <a:custGeom>
            <a:avLst/>
            <a:gdLst/>
            <a:ahLst/>
            <a:cxnLst>
              <a:cxn ang="0">
                <a:pos x="158" y="0"/>
              </a:cxn>
              <a:cxn ang="0">
                <a:pos x="150" y="0"/>
              </a:cxn>
              <a:cxn ang="0">
                <a:pos x="139" y="0"/>
              </a:cxn>
              <a:cxn ang="0">
                <a:pos x="132" y="0"/>
              </a:cxn>
              <a:cxn ang="0">
                <a:pos x="124" y="2"/>
              </a:cxn>
              <a:cxn ang="0">
                <a:pos x="117" y="4"/>
              </a:cxn>
              <a:cxn ang="0">
                <a:pos x="111" y="7"/>
              </a:cxn>
              <a:cxn ang="0">
                <a:pos x="106" y="11"/>
              </a:cxn>
              <a:cxn ang="0">
                <a:pos x="100" y="15"/>
              </a:cxn>
              <a:cxn ang="0">
                <a:pos x="95" y="17"/>
              </a:cxn>
              <a:cxn ang="0">
                <a:pos x="91" y="24"/>
              </a:cxn>
              <a:cxn ang="0">
                <a:pos x="87" y="28"/>
              </a:cxn>
              <a:cxn ang="0">
                <a:pos x="82" y="32"/>
              </a:cxn>
              <a:cxn ang="0">
                <a:pos x="80" y="36"/>
              </a:cxn>
              <a:cxn ang="0">
                <a:pos x="74" y="41"/>
              </a:cxn>
              <a:cxn ang="0">
                <a:pos x="72" y="47"/>
              </a:cxn>
              <a:cxn ang="0">
                <a:pos x="67" y="51"/>
              </a:cxn>
              <a:cxn ang="0">
                <a:pos x="63" y="47"/>
              </a:cxn>
              <a:cxn ang="0">
                <a:pos x="58" y="43"/>
              </a:cxn>
              <a:cxn ang="0">
                <a:pos x="54" y="39"/>
              </a:cxn>
              <a:cxn ang="0">
                <a:pos x="50" y="34"/>
              </a:cxn>
              <a:cxn ang="0">
                <a:pos x="45" y="32"/>
              </a:cxn>
              <a:cxn ang="0">
                <a:pos x="41" y="30"/>
              </a:cxn>
              <a:cxn ang="0">
                <a:pos x="37" y="28"/>
              </a:cxn>
              <a:cxn ang="0">
                <a:pos x="30" y="28"/>
              </a:cxn>
              <a:cxn ang="0">
                <a:pos x="26" y="28"/>
              </a:cxn>
              <a:cxn ang="0">
                <a:pos x="19" y="28"/>
              </a:cxn>
              <a:cxn ang="0">
                <a:pos x="13" y="30"/>
              </a:cxn>
              <a:cxn ang="0">
                <a:pos x="6" y="32"/>
              </a:cxn>
              <a:cxn ang="0">
                <a:pos x="0" y="39"/>
              </a:cxn>
            </a:cxnLst>
            <a:rect l="0" t="0" r="r" b="b"/>
            <a:pathLst>
              <a:path w="158" h="51">
                <a:moveTo>
                  <a:pt x="158" y="0"/>
                </a:moveTo>
                <a:lnTo>
                  <a:pt x="150" y="0"/>
                </a:lnTo>
                <a:lnTo>
                  <a:pt x="139" y="0"/>
                </a:lnTo>
                <a:lnTo>
                  <a:pt x="132" y="0"/>
                </a:lnTo>
                <a:lnTo>
                  <a:pt x="124" y="2"/>
                </a:lnTo>
                <a:lnTo>
                  <a:pt x="117" y="4"/>
                </a:lnTo>
                <a:lnTo>
                  <a:pt x="111" y="7"/>
                </a:lnTo>
                <a:lnTo>
                  <a:pt x="106" y="11"/>
                </a:lnTo>
                <a:lnTo>
                  <a:pt x="100" y="15"/>
                </a:lnTo>
                <a:lnTo>
                  <a:pt x="95" y="17"/>
                </a:lnTo>
                <a:lnTo>
                  <a:pt x="91" y="24"/>
                </a:lnTo>
                <a:lnTo>
                  <a:pt x="87" y="28"/>
                </a:lnTo>
                <a:lnTo>
                  <a:pt x="82" y="32"/>
                </a:lnTo>
                <a:lnTo>
                  <a:pt x="80" y="36"/>
                </a:lnTo>
                <a:lnTo>
                  <a:pt x="74" y="41"/>
                </a:lnTo>
                <a:lnTo>
                  <a:pt x="72" y="47"/>
                </a:lnTo>
                <a:lnTo>
                  <a:pt x="67" y="51"/>
                </a:lnTo>
                <a:lnTo>
                  <a:pt x="63" y="47"/>
                </a:lnTo>
                <a:lnTo>
                  <a:pt x="58" y="43"/>
                </a:lnTo>
                <a:lnTo>
                  <a:pt x="54" y="39"/>
                </a:lnTo>
                <a:lnTo>
                  <a:pt x="50" y="34"/>
                </a:lnTo>
                <a:lnTo>
                  <a:pt x="45" y="32"/>
                </a:lnTo>
                <a:lnTo>
                  <a:pt x="41" y="30"/>
                </a:lnTo>
                <a:lnTo>
                  <a:pt x="37" y="28"/>
                </a:lnTo>
                <a:lnTo>
                  <a:pt x="30" y="28"/>
                </a:lnTo>
                <a:lnTo>
                  <a:pt x="26" y="28"/>
                </a:lnTo>
                <a:lnTo>
                  <a:pt x="19" y="28"/>
                </a:lnTo>
                <a:lnTo>
                  <a:pt x="13" y="30"/>
                </a:lnTo>
                <a:lnTo>
                  <a:pt x="6" y="32"/>
                </a:lnTo>
                <a:lnTo>
                  <a:pt x="0" y="39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4" name="Freeform 1196"/>
          <p:cNvSpPr>
            <a:spLocks/>
          </p:cNvSpPr>
          <p:nvPr/>
        </p:nvSpPr>
        <p:spPr bwMode="auto">
          <a:xfrm>
            <a:off x="4824413" y="2246313"/>
            <a:ext cx="263525" cy="41275"/>
          </a:xfrm>
          <a:custGeom>
            <a:avLst/>
            <a:gdLst/>
            <a:ahLst/>
            <a:cxnLst>
              <a:cxn ang="0">
                <a:pos x="215" y="32"/>
              </a:cxn>
              <a:cxn ang="0">
                <a:pos x="187" y="30"/>
              </a:cxn>
              <a:cxn ang="0">
                <a:pos x="182" y="27"/>
              </a:cxn>
              <a:cxn ang="0">
                <a:pos x="174" y="25"/>
              </a:cxn>
              <a:cxn ang="0">
                <a:pos x="167" y="23"/>
              </a:cxn>
              <a:cxn ang="0">
                <a:pos x="158" y="21"/>
              </a:cxn>
              <a:cxn ang="0">
                <a:pos x="152" y="21"/>
              </a:cxn>
              <a:cxn ang="0">
                <a:pos x="145" y="19"/>
              </a:cxn>
              <a:cxn ang="0">
                <a:pos x="139" y="15"/>
              </a:cxn>
              <a:cxn ang="0">
                <a:pos x="132" y="13"/>
              </a:cxn>
              <a:cxn ang="0">
                <a:pos x="126" y="13"/>
              </a:cxn>
              <a:cxn ang="0">
                <a:pos x="119" y="10"/>
              </a:cxn>
              <a:cxn ang="0">
                <a:pos x="111" y="6"/>
              </a:cxn>
              <a:cxn ang="0">
                <a:pos x="104" y="6"/>
              </a:cxn>
              <a:cxn ang="0">
                <a:pos x="98" y="4"/>
              </a:cxn>
              <a:cxn ang="0">
                <a:pos x="91" y="2"/>
              </a:cxn>
              <a:cxn ang="0">
                <a:pos x="85" y="2"/>
              </a:cxn>
              <a:cxn ang="0">
                <a:pos x="76" y="0"/>
              </a:cxn>
              <a:cxn ang="0">
                <a:pos x="72" y="0"/>
              </a:cxn>
              <a:cxn ang="0">
                <a:pos x="65" y="0"/>
              </a:cxn>
              <a:cxn ang="0">
                <a:pos x="59" y="0"/>
              </a:cxn>
              <a:cxn ang="0">
                <a:pos x="50" y="0"/>
              </a:cxn>
              <a:cxn ang="0">
                <a:pos x="46" y="2"/>
              </a:cxn>
              <a:cxn ang="0">
                <a:pos x="39" y="4"/>
              </a:cxn>
              <a:cxn ang="0">
                <a:pos x="31" y="6"/>
              </a:cxn>
              <a:cxn ang="0">
                <a:pos x="24" y="10"/>
              </a:cxn>
              <a:cxn ang="0">
                <a:pos x="20" y="13"/>
              </a:cxn>
              <a:cxn ang="0">
                <a:pos x="0" y="27"/>
              </a:cxn>
              <a:cxn ang="0">
                <a:pos x="9" y="21"/>
              </a:cxn>
              <a:cxn ang="0">
                <a:pos x="18" y="17"/>
              </a:cxn>
              <a:cxn ang="0">
                <a:pos x="26" y="15"/>
              </a:cxn>
              <a:cxn ang="0">
                <a:pos x="33" y="13"/>
              </a:cxn>
              <a:cxn ang="0">
                <a:pos x="39" y="13"/>
              </a:cxn>
              <a:cxn ang="0">
                <a:pos x="46" y="10"/>
              </a:cxn>
              <a:cxn ang="0">
                <a:pos x="52" y="13"/>
              </a:cxn>
              <a:cxn ang="0">
                <a:pos x="61" y="13"/>
              </a:cxn>
              <a:cxn ang="0">
                <a:pos x="67" y="13"/>
              </a:cxn>
              <a:cxn ang="0">
                <a:pos x="76" y="13"/>
              </a:cxn>
              <a:cxn ang="0">
                <a:pos x="83" y="13"/>
              </a:cxn>
              <a:cxn ang="0">
                <a:pos x="91" y="15"/>
              </a:cxn>
              <a:cxn ang="0">
                <a:pos x="100" y="15"/>
              </a:cxn>
              <a:cxn ang="0">
                <a:pos x="106" y="15"/>
              </a:cxn>
              <a:cxn ang="0">
                <a:pos x="115" y="17"/>
              </a:cxn>
              <a:cxn ang="0">
                <a:pos x="122" y="19"/>
              </a:cxn>
              <a:cxn ang="0">
                <a:pos x="130" y="21"/>
              </a:cxn>
              <a:cxn ang="0">
                <a:pos x="139" y="21"/>
              </a:cxn>
              <a:cxn ang="0">
                <a:pos x="145" y="23"/>
              </a:cxn>
              <a:cxn ang="0">
                <a:pos x="152" y="25"/>
              </a:cxn>
              <a:cxn ang="0">
                <a:pos x="161" y="27"/>
              </a:cxn>
              <a:cxn ang="0">
                <a:pos x="167" y="27"/>
              </a:cxn>
              <a:cxn ang="0">
                <a:pos x="176" y="30"/>
              </a:cxn>
              <a:cxn ang="0">
                <a:pos x="182" y="30"/>
              </a:cxn>
              <a:cxn ang="0">
                <a:pos x="193" y="32"/>
              </a:cxn>
              <a:cxn ang="0">
                <a:pos x="215" y="32"/>
              </a:cxn>
            </a:cxnLst>
            <a:rect l="0" t="0" r="r" b="b"/>
            <a:pathLst>
              <a:path w="215" h="32">
                <a:moveTo>
                  <a:pt x="215" y="32"/>
                </a:moveTo>
                <a:lnTo>
                  <a:pt x="187" y="30"/>
                </a:lnTo>
                <a:lnTo>
                  <a:pt x="182" y="27"/>
                </a:lnTo>
                <a:lnTo>
                  <a:pt x="174" y="25"/>
                </a:lnTo>
                <a:lnTo>
                  <a:pt x="167" y="23"/>
                </a:lnTo>
                <a:lnTo>
                  <a:pt x="158" y="21"/>
                </a:lnTo>
                <a:lnTo>
                  <a:pt x="152" y="21"/>
                </a:lnTo>
                <a:lnTo>
                  <a:pt x="145" y="19"/>
                </a:lnTo>
                <a:lnTo>
                  <a:pt x="139" y="15"/>
                </a:lnTo>
                <a:lnTo>
                  <a:pt x="132" y="13"/>
                </a:lnTo>
                <a:lnTo>
                  <a:pt x="126" y="13"/>
                </a:lnTo>
                <a:lnTo>
                  <a:pt x="119" y="10"/>
                </a:lnTo>
                <a:lnTo>
                  <a:pt x="111" y="6"/>
                </a:lnTo>
                <a:lnTo>
                  <a:pt x="104" y="6"/>
                </a:lnTo>
                <a:lnTo>
                  <a:pt x="98" y="4"/>
                </a:lnTo>
                <a:lnTo>
                  <a:pt x="91" y="2"/>
                </a:lnTo>
                <a:lnTo>
                  <a:pt x="85" y="2"/>
                </a:lnTo>
                <a:lnTo>
                  <a:pt x="76" y="0"/>
                </a:lnTo>
                <a:lnTo>
                  <a:pt x="72" y="0"/>
                </a:lnTo>
                <a:lnTo>
                  <a:pt x="65" y="0"/>
                </a:lnTo>
                <a:lnTo>
                  <a:pt x="59" y="0"/>
                </a:lnTo>
                <a:lnTo>
                  <a:pt x="50" y="0"/>
                </a:lnTo>
                <a:lnTo>
                  <a:pt x="46" y="2"/>
                </a:lnTo>
                <a:lnTo>
                  <a:pt x="39" y="4"/>
                </a:lnTo>
                <a:lnTo>
                  <a:pt x="31" y="6"/>
                </a:lnTo>
                <a:lnTo>
                  <a:pt x="24" y="10"/>
                </a:lnTo>
                <a:lnTo>
                  <a:pt x="20" y="13"/>
                </a:lnTo>
                <a:lnTo>
                  <a:pt x="0" y="27"/>
                </a:lnTo>
                <a:lnTo>
                  <a:pt x="9" y="21"/>
                </a:lnTo>
                <a:lnTo>
                  <a:pt x="18" y="17"/>
                </a:lnTo>
                <a:lnTo>
                  <a:pt x="26" y="15"/>
                </a:lnTo>
                <a:lnTo>
                  <a:pt x="33" y="13"/>
                </a:lnTo>
                <a:lnTo>
                  <a:pt x="39" y="13"/>
                </a:lnTo>
                <a:lnTo>
                  <a:pt x="46" y="10"/>
                </a:lnTo>
                <a:lnTo>
                  <a:pt x="52" y="13"/>
                </a:lnTo>
                <a:lnTo>
                  <a:pt x="61" y="13"/>
                </a:lnTo>
                <a:lnTo>
                  <a:pt x="67" y="13"/>
                </a:lnTo>
                <a:lnTo>
                  <a:pt x="76" y="13"/>
                </a:lnTo>
                <a:lnTo>
                  <a:pt x="83" y="13"/>
                </a:lnTo>
                <a:lnTo>
                  <a:pt x="91" y="15"/>
                </a:lnTo>
                <a:lnTo>
                  <a:pt x="100" y="15"/>
                </a:lnTo>
                <a:lnTo>
                  <a:pt x="106" y="15"/>
                </a:lnTo>
                <a:lnTo>
                  <a:pt x="115" y="17"/>
                </a:lnTo>
                <a:lnTo>
                  <a:pt x="122" y="19"/>
                </a:lnTo>
                <a:lnTo>
                  <a:pt x="130" y="21"/>
                </a:lnTo>
                <a:lnTo>
                  <a:pt x="139" y="21"/>
                </a:lnTo>
                <a:lnTo>
                  <a:pt x="145" y="23"/>
                </a:lnTo>
                <a:lnTo>
                  <a:pt x="152" y="25"/>
                </a:lnTo>
                <a:lnTo>
                  <a:pt x="161" y="27"/>
                </a:lnTo>
                <a:lnTo>
                  <a:pt x="167" y="27"/>
                </a:lnTo>
                <a:lnTo>
                  <a:pt x="176" y="30"/>
                </a:lnTo>
                <a:lnTo>
                  <a:pt x="182" y="30"/>
                </a:lnTo>
                <a:lnTo>
                  <a:pt x="193" y="32"/>
                </a:lnTo>
                <a:lnTo>
                  <a:pt x="215" y="32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5" name="Freeform 1197"/>
          <p:cNvSpPr>
            <a:spLocks/>
          </p:cNvSpPr>
          <p:nvPr/>
        </p:nvSpPr>
        <p:spPr bwMode="auto">
          <a:xfrm>
            <a:off x="4840288" y="2336800"/>
            <a:ext cx="392112" cy="93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" y="2"/>
              </a:cxn>
              <a:cxn ang="0">
                <a:pos x="28" y="4"/>
              </a:cxn>
              <a:cxn ang="0">
                <a:pos x="41" y="4"/>
              </a:cxn>
              <a:cxn ang="0">
                <a:pos x="54" y="7"/>
              </a:cxn>
              <a:cxn ang="0">
                <a:pos x="67" y="7"/>
              </a:cxn>
              <a:cxn ang="0">
                <a:pos x="80" y="9"/>
              </a:cxn>
              <a:cxn ang="0">
                <a:pos x="91" y="15"/>
              </a:cxn>
              <a:cxn ang="0">
                <a:pos x="102" y="24"/>
              </a:cxn>
              <a:cxn ang="0">
                <a:pos x="117" y="17"/>
              </a:cxn>
              <a:cxn ang="0">
                <a:pos x="135" y="17"/>
              </a:cxn>
              <a:cxn ang="0">
                <a:pos x="152" y="17"/>
              </a:cxn>
              <a:cxn ang="0">
                <a:pos x="171" y="17"/>
              </a:cxn>
              <a:cxn ang="0">
                <a:pos x="191" y="21"/>
              </a:cxn>
              <a:cxn ang="0">
                <a:pos x="206" y="28"/>
              </a:cxn>
              <a:cxn ang="0">
                <a:pos x="219" y="36"/>
              </a:cxn>
              <a:cxn ang="0">
                <a:pos x="230" y="47"/>
              </a:cxn>
              <a:cxn ang="0">
                <a:pos x="241" y="47"/>
              </a:cxn>
              <a:cxn ang="0">
                <a:pos x="252" y="49"/>
              </a:cxn>
              <a:cxn ang="0">
                <a:pos x="265" y="49"/>
              </a:cxn>
              <a:cxn ang="0">
                <a:pos x="278" y="53"/>
              </a:cxn>
              <a:cxn ang="0">
                <a:pos x="288" y="56"/>
              </a:cxn>
              <a:cxn ang="0">
                <a:pos x="301" y="60"/>
              </a:cxn>
              <a:cxn ang="0">
                <a:pos x="310" y="66"/>
              </a:cxn>
              <a:cxn ang="0">
                <a:pos x="319" y="73"/>
              </a:cxn>
            </a:cxnLst>
            <a:rect l="0" t="0" r="r" b="b"/>
            <a:pathLst>
              <a:path w="319" h="73">
                <a:moveTo>
                  <a:pt x="0" y="0"/>
                </a:moveTo>
                <a:lnTo>
                  <a:pt x="13" y="2"/>
                </a:lnTo>
                <a:lnTo>
                  <a:pt x="28" y="4"/>
                </a:lnTo>
                <a:lnTo>
                  <a:pt x="41" y="4"/>
                </a:lnTo>
                <a:lnTo>
                  <a:pt x="54" y="7"/>
                </a:lnTo>
                <a:lnTo>
                  <a:pt x="67" y="7"/>
                </a:lnTo>
                <a:lnTo>
                  <a:pt x="80" y="9"/>
                </a:lnTo>
                <a:lnTo>
                  <a:pt x="91" y="15"/>
                </a:lnTo>
                <a:lnTo>
                  <a:pt x="102" y="24"/>
                </a:lnTo>
                <a:lnTo>
                  <a:pt x="117" y="17"/>
                </a:lnTo>
                <a:lnTo>
                  <a:pt x="135" y="17"/>
                </a:lnTo>
                <a:lnTo>
                  <a:pt x="152" y="17"/>
                </a:lnTo>
                <a:lnTo>
                  <a:pt x="171" y="17"/>
                </a:lnTo>
                <a:lnTo>
                  <a:pt x="191" y="21"/>
                </a:lnTo>
                <a:lnTo>
                  <a:pt x="206" y="28"/>
                </a:lnTo>
                <a:lnTo>
                  <a:pt x="219" y="36"/>
                </a:lnTo>
                <a:lnTo>
                  <a:pt x="230" y="47"/>
                </a:lnTo>
                <a:lnTo>
                  <a:pt x="241" y="47"/>
                </a:lnTo>
                <a:lnTo>
                  <a:pt x="252" y="49"/>
                </a:lnTo>
                <a:lnTo>
                  <a:pt x="265" y="49"/>
                </a:lnTo>
                <a:lnTo>
                  <a:pt x="278" y="53"/>
                </a:lnTo>
                <a:lnTo>
                  <a:pt x="288" y="56"/>
                </a:lnTo>
                <a:lnTo>
                  <a:pt x="301" y="60"/>
                </a:lnTo>
                <a:lnTo>
                  <a:pt x="310" y="66"/>
                </a:lnTo>
                <a:lnTo>
                  <a:pt x="319" y="73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6" name="Freeform 1198"/>
          <p:cNvSpPr>
            <a:spLocks/>
          </p:cNvSpPr>
          <p:nvPr/>
        </p:nvSpPr>
        <p:spPr bwMode="auto">
          <a:xfrm>
            <a:off x="3722688" y="3581400"/>
            <a:ext cx="125412" cy="74613"/>
          </a:xfrm>
          <a:custGeom>
            <a:avLst/>
            <a:gdLst/>
            <a:ahLst/>
            <a:cxnLst>
              <a:cxn ang="0">
                <a:pos x="102" y="59"/>
              </a:cxn>
              <a:cxn ang="0">
                <a:pos x="80" y="49"/>
              </a:cxn>
              <a:cxn ang="0">
                <a:pos x="59" y="36"/>
              </a:cxn>
              <a:cxn ang="0">
                <a:pos x="39" y="25"/>
              </a:cxn>
              <a:cxn ang="0">
                <a:pos x="20" y="12"/>
              </a:cxn>
              <a:cxn ang="0">
                <a:pos x="0" y="0"/>
              </a:cxn>
            </a:cxnLst>
            <a:rect l="0" t="0" r="r" b="b"/>
            <a:pathLst>
              <a:path w="102" h="59">
                <a:moveTo>
                  <a:pt x="102" y="59"/>
                </a:moveTo>
                <a:lnTo>
                  <a:pt x="80" y="49"/>
                </a:lnTo>
                <a:lnTo>
                  <a:pt x="59" y="36"/>
                </a:lnTo>
                <a:lnTo>
                  <a:pt x="39" y="25"/>
                </a:lnTo>
                <a:lnTo>
                  <a:pt x="20" y="12"/>
                </a:lnTo>
                <a:lnTo>
                  <a:pt x="0" y="0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7" name="Freeform 1199"/>
          <p:cNvSpPr>
            <a:spLocks/>
          </p:cNvSpPr>
          <p:nvPr/>
        </p:nvSpPr>
        <p:spPr bwMode="auto">
          <a:xfrm>
            <a:off x="3644900" y="2524125"/>
            <a:ext cx="322263" cy="1066800"/>
          </a:xfrm>
          <a:custGeom>
            <a:avLst/>
            <a:gdLst/>
            <a:ahLst/>
            <a:cxnLst>
              <a:cxn ang="0">
                <a:pos x="171" y="822"/>
              </a:cxn>
              <a:cxn ang="0">
                <a:pos x="150" y="802"/>
              </a:cxn>
              <a:cxn ang="0">
                <a:pos x="128" y="781"/>
              </a:cxn>
              <a:cxn ang="0">
                <a:pos x="111" y="758"/>
              </a:cxn>
              <a:cxn ang="0">
                <a:pos x="100" y="736"/>
              </a:cxn>
              <a:cxn ang="0">
                <a:pos x="93" y="717"/>
              </a:cxn>
              <a:cxn ang="0">
                <a:pos x="91" y="696"/>
              </a:cxn>
              <a:cxn ang="0">
                <a:pos x="96" y="672"/>
              </a:cxn>
              <a:cxn ang="0">
                <a:pos x="80" y="649"/>
              </a:cxn>
              <a:cxn ang="0">
                <a:pos x="52" y="617"/>
              </a:cxn>
              <a:cxn ang="0">
                <a:pos x="39" y="585"/>
              </a:cxn>
              <a:cxn ang="0">
                <a:pos x="48" y="555"/>
              </a:cxn>
              <a:cxn ang="0">
                <a:pos x="48" y="538"/>
              </a:cxn>
              <a:cxn ang="0">
                <a:pos x="24" y="510"/>
              </a:cxn>
              <a:cxn ang="0">
                <a:pos x="11" y="472"/>
              </a:cxn>
              <a:cxn ang="0">
                <a:pos x="5" y="431"/>
              </a:cxn>
              <a:cxn ang="0">
                <a:pos x="0" y="403"/>
              </a:cxn>
              <a:cxn ang="0">
                <a:pos x="7" y="376"/>
              </a:cxn>
              <a:cxn ang="0">
                <a:pos x="18" y="350"/>
              </a:cxn>
              <a:cxn ang="0">
                <a:pos x="35" y="331"/>
              </a:cxn>
              <a:cxn ang="0">
                <a:pos x="39" y="316"/>
              </a:cxn>
              <a:cxn ang="0">
                <a:pos x="44" y="290"/>
              </a:cxn>
              <a:cxn ang="0">
                <a:pos x="63" y="265"/>
              </a:cxn>
              <a:cxn ang="0">
                <a:pos x="80" y="237"/>
              </a:cxn>
              <a:cxn ang="0">
                <a:pos x="85" y="211"/>
              </a:cxn>
              <a:cxn ang="0">
                <a:pos x="96" y="173"/>
              </a:cxn>
              <a:cxn ang="0">
                <a:pos x="119" y="132"/>
              </a:cxn>
              <a:cxn ang="0">
                <a:pos x="154" y="100"/>
              </a:cxn>
              <a:cxn ang="0">
                <a:pos x="176" y="81"/>
              </a:cxn>
              <a:cxn ang="0">
                <a:pos x="189" y="51"/>
              </a:cxn>
              <a:cxn ang="0">
                <a:pos x="215" y="24"/>
              </a:cxn>
              <a:cxn ang="0">
                <a:pos x="247" y="4"/>
              </a:cxn>
            </a:cxnLst>
            <a:rect l="0" t="0" r="r" b="b"/>
            <a:pathLst>
              <a:path w="262" h="830">
                <a:moveTo>
                  <a:pt x="180" y="830"/>
                </a:moveTo>
                <a:lnTo>
                  <a:pt x="171" y="822"/>
                </a:lnTo>
                <a:lnTo>
                  <a:pt x="158" y="811"/>
                </a:lnTo>
                <a:lnTo>
                  <a:pt x="150" y="802"/>
                </a:lnTo>
                <a:lnTo>
                  <a:pt x="137" y="792"/>
                </a:lnTo>
                <a:lnTo>
                  <a:pt x="128" y="781"/>
                </a:lnTo>
                <a:lnTo>
                  <a:pt x="119" y="770"/>
                </a:lnTo>
                <a:lnTo>
                  <a:pt x="111" y="758"/>
                </a:lnTo>
                <a:lnTo>
                  <a:pt x="104" y="745"/>
                </a:lnTo>
                <a:lnTo>
                  <a:pt x="100" y="736"/>
                </a:lnTo>
                <a:lnTo>
                  <a:pt x="96" y="728"/>
                </a:lnTo>
                <a:lnTo>
                  <a:pt x="93" y="717"/>
                </a:lnTo>
                <a:lnTo>
                  <a:pt x="91" y="704"/>
                </a:lnTo>
                <a:lnTo>
                  <a:pt x="91" y="696"/>
                </a:lnTo>
                <a:lnTo>
                  <a:pt x="93" y="683"/>
                </a:lnTo>
                <a:lnTo>
                  <a:pt x="96" y="672"/>
                </a:lnTo>
                <a:lnTo>
                  <a:pt x="100" y="662"/>
                </a:lnTo>
                <a:lnTo>
                  <a:pt x="80" y="649"/>
                </a:lnTo>
                <a:lnTo>
                  <a:pt x="65" y="634"/>
                </a:lnTo>
                <a:lnTo>
                  <a:pt x="52" y="617"/>
                </a:lnTo>
                <a:lnTo>
                  <a:pt x="44" y="600"/>
                </a:lnTo>
                <a:lnTo>
                  <a:pt x="39" y="585"/>
                </a:lnTo>
                <a:lnTo>
                  <a:pt x="41" y="568"/>
                </a:lnTo>
                <a:lnTo>
                  <a:pt x="48" y="555"/>
                </a:lnTo>
                <a:lnTo>
                  <a:pt x="63" y="544"/>
                </a:lnTo>
                <a:lnTo>
                  <a:pt x="48" y="538"/>
                </a:lnTo>
                <a:lnTo>
                  <a:pt x="35" y="525"/>
                </a:lnTo>
                <a:lnTo>
                  <a:pt x="24" y="510"/>
                </a:lnTo>
                <a:lnTo>
                  <a:pt x="18" y="491"/>
                </a:lnTo>
                <a:lnTo>
                  <a:pt x="11" y="472"/>
                </a:lnTo>
                <a:lnTo>
                  <a:pt x="7" y="450"/>
                </a:lnTo>
                <a:lnTo>
                  <a:pt x="5" y="431"/>
                </a:lnTo>
                <a:lnTo>
                  <a:pt x="0" y="414"/>
                </a:lnTo>
                <a:lnTo>
                  <a:pt x="0" y="403"/>
                </a:lnTo>
                <a:lnTo>
                  <a:pt x="2" y="388"/>
                </a:lnTo>
                <a:lnTo>
                  <a:pt x="7" y="376"/>
                </a:lnTo>
                <a:lnTo>
                  <a:pt x="11" y="361"/>
                </a:lnTo>
                <a:lnTo>
                  <a:pt x="18" y="350"/>
                </a:lnTo>
                <a:lnTo>
                  <a:pt x="26" y="337"/>
                </a:lnTo>
                <a:lnTo>
                  <a:pt x="35" y="331"/>
                </a:lnTo>
                <a:lnTo>
                  <a:pt x="48" y="329"/>
                </a:lnTo>
                <a:lnTo>
                  <a:pt x="39" y="316"/>
                </a:lnTo>
                <a:lnTo>
                  <a:pt x="39" y="303"/>
                </a:lnTo>
                <a:lnTo>
                  <a:pt x="44" y="290"/>
                </a:lnTo>
                <a:lnTo>
                  <a:pt x="52" y="278"/>
                </a:lnTo>
                <a:lnTo>
                  <a:pt x="63" y="265"/>
                </a:lnTo>
                <a:lnTo>
                  <a:pt x="72" y="252"/>
                </a:lnTo>
                <a:lnTo>
                  <a:pt x="80" y="237"/>
                </a:lnTo>
                <a:lnTo>
                  <a:pt x="83" y="222"/>
                </a:lnTo>
                <a:lnTo>
                  <a:pt x="85" y="211"/>
                </a:lnTo>
                <a:lnTo>
                  <a:pt x="87" y="192"/>
                </a:lnTo>
                <a:lnTo>
                  <a:pt x="96" y="173"/>
                </a:lnTo>
                <a:lnTo>
                  <a:pt x="104" y="152"/>
                </a:lnTo>
                <a:lnTo>
                  <a:pt x="119" y="132"/>
                </a:lnTo>
                <a:lnTo>
                  <a:pt x="135" y="115"/>
                </a:lnTo>
                <a:lnTo>
                  <a:pt x="154" y="100"/>
                </a:lnTo>
                <a:lnTo>
                  <a:pt x="178" y="94"/>
                </a:lnTo>
                <a:lnTo>
                  <a:pt x="176" y="81"/>
                </a:lnTo>
                <a:lnTo>
                  <a:pt x="180" y="66"/>
                </a:lnTo>
                <a:lnTo>
                  <a:pt x="189" y="51"/>
                </a:lnTo>
                <a:lnTo>
                  <a:pt x="202" y="34"/>
                </a:lnTo>
                <a:lnTo>
                  <a:pt x="215" y="24"/>
                </a:lnTo>
                <a:lnTo>
                  <a:pt x="232" y="11"/>
                </a:lnTo>
                <a:lnTo>
                  <a:pt x="247" y="4"/>
                </a:lnTo>
                <a:lnTo>
                  <a:pt x="262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8" name="Freeform 1200"/>
          <p:cNvSpPr>
            <a:spLocks/>
          </p:cNvSpPr>
          <p:nvPr/>
        </p:nvSpPr>
        <p:spPr bwMode="auto">
          <a:xfrm>
            <a:off x="3603625" y="3282950"/>
            <a:ext cx="119063" cy="2524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" y="28"/>
              </a:cxn>
              <a:cxn ang="0">
                <a:pos x="17" y="51"/>
              </a:cxn>
              <a:cxn ang="0">
                <a:pos x="19" y="60"/>
              </a:cxn>
              <a:cxn ang="0">
                <a:pos x="23" y="68"/>
              </a:cxn>
              <a:cxn ang="0">
                <a:pos x="28" y="75"/>
              </a:cxn>
              <a:cxn ang="0">
                <a:pos x="34" y="81"/>
              </a:cxn>
              <a:cxn ang="0">
                <a:pos x="43" y="90"/>
              </a:cxn>
              <a:cxn ang="0">
                <a:pos x="49" y="94"/>
              </a:cxn>
              <a:cxn ang="0">
                <a:pos x="56" y="98"/>
              </a:cxn>
              <a:cxn ang="0">
                <a:pos x="65" y="100"/>
              </a:cxn>
              <a:cxn ang="0">
                <a:pos x="73" y="100"/>
              </a:cxn>
              <a:cxn ang="0">
                <a:pos x="84" y="103"/>
              </a:cxn>
              <a:cxn ang="0">
                <a:pos x="97" y="103"/>
              </a:cxn>
              <a:cxn ang="0">
                <a:pos x="91" y="105"/>
              </a:cxn>
              <a:cxn ang="0">
                <a:pos x="84" y="109"/>
              </a:cxn>
              <a:cxn ang="0">
                <a:pos x="73" y="113"/>
              </a:cxn>
              <a:cxn ang="0">
                <a:pos x="65" y="120"/>
              </a:cxn>
              <a:cxn ang="0">
                <a:pos x="58" y="126"/>
              </a:cxn>
              <a:cxn ang="0">
                <a:pos x="54" y="137"/>
              </a:cxn>
              <a:cxn ang="0">
                <a:pos x="56" y="149"/>
              </a:cxn>
              <a:cxn ang="0">
                <a:pos x="60" y="158"/>
              </a:cxn>
              <a:cxn ang="0">
                <a:pos x="65" y="169"/>
              </a:cxn>
              <a:cxn ang="0">
                <a:pos x="71" y="181"/>
              </a:cxn>
              <a:cxn ang="0">
                <a:pos x="82" y="196"/>
              </a:cxn>
              <a:cxn ang="0">
                <a:pos x="69" y="181"/>
              </a:cxn>
              <a:cxn ang="0">
                <a:pos x="56" y="169"/>
              </a:cxn>
              <a:cxn ang="0">
                <a:pos x="47" y="154"/>
              </a:cxn>
              <a:cxn ang="0">
                <a:pos x="43" y="143"/>
              </a:cxn>
              <a:cxn ang="0">
                <a:pos x="41" y="132"/>
              </a:cxn>
              <a:cxn ang="0">
                <a:pos x="43" y="124"/>
              </a:cxn>
              <a:cxn ang="0">
                <a:pos x="47" y="117"/>
              </a:cxn>
              <a:cxn ang="0">
                <a:pos x="56" y="111"/>
              </a:cxn>
              <a:cxn ang="0">
                <a:pos x="47" y="105"/>
              </a:cxn>
              <a:cxn ang="0">
                <a:pos x="41" y="103"/>
              </a:cxn>
              <a:cxn ang="0">
                <a:pos x="34" y="100"/>
              </a:cxn>
              <a:cxn ang="0">
                <a:pos x="28" y="96"/>
              </a:cxn>
              <a:cxn ang="0">
                <a:pos x="21" y="92"/>
              </a:cxn>
              <a:cxn ang="0">
                <a:pos x="17" y="85"/>
              </a:cxn>
              <a:cxn ang="0">
                <a:pos x="10" y="75"/>
              </a:cxn>
              <a:cxn ang="0">
                <a:pos x="8" y="60"/>
              </a:cxn>
              <a:cxn ang="0">
                <a:pos x="8" y="53"/>
              </a:cxn>
              <a:cxn ang="0">
                <a:pos x="6" y="45"/>
              </a:cxn>
              <a:cxn ang="0">
                <a:pos x="6" y="36"/>
              </a:cxn>
              <a:cxn ang="0">
                <a:pos x="6" y="28"/>
              </a:cxn>
              <a:cxn ang="0">
                <a:pos x="4" y="19"/>
              </a:cxn>
              <a:cxn ang="0">
                <a:pos x="2" y="11"/>
              </a:cxn>
              <a:cxn ang="0">
                <a:pos x="2" y="7"/>
              </a:cxn>
              <a:cxn ang="0">
                <a:pos x="0" y="0"/>
              </a:cxn>
            </a:cxnLst>
            <a:rect l="0" t="0" r="r" b="b"/>
            <a:pathLst>
              <a:path w="97" h="196">
                <a:moveTo>
                  <a:pt x="0" y="0"/>
                </a:moveTo>
                <a:lnTo>
                  <a:pt x="8" y="28"/>
                </a:lnTo>
                <a:lnTo>
                  <a:pt x="17" y="51"/>
                </a:lnTo>
                <a:lnTo>
                  <a:pt x="19" y="60"/>
                </a:lnTo>
                <a:lnTo>
                  <a:pt x="23" y="68"/>
                </a:lnTo>
                <a:lnTo>
                  <a:pt x="28" y="75"/>
                </a:lnTo>
                <a:lnTo>
                  <a:pt x="34" y="81"/>
                </a:lnTo>
                <a:lnTo>
                  <a:pt x="43" y="90"/>
                </a:lnTo>
                <a:lnTo>
                  <a:pt x="49" y="94"/>
                </a:lnTo>
                <a:lnTo>
                  <a:pt x="56" y="98"/>
                </a:lnTo>
                <a:lnTo>
                  <a:pt x="65" y="100"/>
                </a:lnTo>
                <a:lnTo>
                  <a:pt x="73" y="100"/>
                </a:lnTo>
                <a:lnTo>
                  <a:pt x="84" y="103"/>
                </a:lnTo>
                <a:lnTo>
                  <a:pt x="97" y="103"/>
                </a:lnTo>
                <a:lnTo>
                  <a:pt x="91" y="105"/>
                </a:lnTo>
                <a:lnTo>
                  <a:pt x="84" y="109"/>
                </a:lnTo>
                <a:lnTo>
                  <a:pt x="73" y="113"/>
                </a:lnTo>
                <a:lnTo>
                  <a:pt x="65" y="120"/>
                </a:lnTo>
                <a:lnTo>
                  <a:pt x="58" y="126"/>
                </a:lnTo>
                <a:lnTo>
                  <a:pt x="54" y="137"/>
                </a:lnTo>
                <a:lnTo>
                  <a:pt x="56" y="149"/>
                </a:lnTo>
                <a:lnTo>
                  <a:pt x="60" y="158"/>
                </a:lnTo>
                <a:lnTo>
                  <a:pt x="65" y="169"/>
                </a:lnTo>
                <a:lnTo>
                  <a:pt x="71" y="181"/>
                </a:lnTo>
                <a:lnTo>
                  <a:pt x="82" y="196"/>
                </a:lnTo>
                <a:lnTo>
                  <a:pt x="69" y="181"/>
                </a:lnTo>
                <a:lnTo>
                  <a:pt x="56" y="169"/>
                </a:lnTo>
                <a:lnTo>
                  <a:pt x="47" y="154"/>
                </a:lnTo>
                <a:lnTo>
                  <a:pt x="43" y="143"/>
                </a:lnTo>
                <a:lnTo>
                  <a:pt x="41" y="132"/>
                </a:lnTo>
                <a:lnTo>
                  <a:pt x="43" y="124"/>
                </a:lnTo>
                <a:lnTo>
                  <a:pt x="47" y="117"/>
                </a:lnTo>
                <a:lnTo>
                  <a:pt x="56" y="111"/>
                </a:lnTo>
                <a:lnTo>
                  <a:pt x="47" y="105"/>
                </a:lnTo>
                <a:lnTo>
                  <a:pt x="41" y="103"/>
                </a:lnTo>
                <a:lnTo>
                  <a:pt x="34" y="100"/>
                </a:lnTo>
                <a:lnTo>
                  <a:pt x="28" y="96"/>
                </a:lnTo>
                <a:lnTo>
                  <a:pt x="21" y="92"/>
                </a:lnTo>
                <a:lnTo>
                  <a:pt x="17" y="85"/>
                </a:lnTo>
                <a:lnTo>
                  <a:pt x="10" y="75"/>
                </a:lnTo>
                <a:lnTo>
                  <a:pt x="8" y="60"/>
                </a:lnTo>
                <a:lnTo>
                  <a:pt x="8" y="53"/>
                </a:lnTo>
                <a:lnTo>
                  <a:pt x="6" y="45"/>
                </a:lnTo>
                <a:lnTo>
                  <a:pt x="6" y="36"/>
                </a:lnTo>
                <a:lnTo>
                  <a:pt x="6" y="28"/>
                </a:lnTo>
                <a:lnTo>
                  <a:pt x="4" y="19"/>
                </a:lnTo>
                <a:lnTo>
                  <a:pt x="2" y="11"/>
                </a:lnTo>
                <a:lnTo>
                  <a:pt x="2" y="7"/>
                </a:lnTo>
                <a:lnTo>
                  <a:pt x="0" y="0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69" name="Freeform 1201"/>
          <p:cNvSpPr>
            <a:spLocks/>
          </p:cNvSpPr>
          <p:nvPr/>
        </p:nvSpPr>
        <p:spPr bwMode="auto">
          <a:xfrm>
            <a:off x="3587750" y="3078163"/>
            <a:ext cx="73025" cy="873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" y="4"/>
              </a:cxn>
              <a:cxn ang="0">
                <a:pos x="4" y="11"/>
              </a:cxn>
              <a:cxn ang="0">
                <a:pos x="4" y="15"/>
              </a:cxn>
              <a:cxn ang="0">
                <a:pos x="8" y="21"/>
              </a:cxn>
              <a:cxn ang="0">
                <a:pos x="10" y="28"/>
              </a:cxn>
              <a:cxn ang="0">
                <a:pos x="13" y="34"/>
              </a:cxn>
              <a:cxn ang="0">
                <a:pos x="15" y="39"/>
              </a:cxn>
              <a:cxn ang="0">
                <a:pos x="19" y="45"/>
              </a:cxn>
              <a:cxn ang="0">
                <a:pos x="23" y="49"/>
              </a:cxn>
              <a:cxn ang="0">
                <a:pos x="28" y="51"/>
              </a:cxn>
              <a:cxn ang="0">
                <a:pos x="32" y="56"/>
              </a:cxn>
              <a:cxn ang="0">
                <a:pos x="36" y="58"/>
              </a:cxn>
              <a:cxn ang="0">
                <a:pos x="41" y="60"/>
              </a:cxn>
              <a:cxn ang="0">
                <a:pos x="47" y="60"/>
              </a:cxn>
              <a:cxn ang="0">
                <a:pos x="52" y="60"/>
              </a:cxn>
              <a:cxn ang="0">
                <a:pos x="60" y="60"/>
              </a:cxn>
              <a:cxn ang="0">
                <a:pos x="52" y="64"/>
              </a:cxn>
              <a:cxn ang="0">
                <a:pos x="45" y="68"/>
              </a:cxn>
              <a:cxn ang="0">
                <a:pos x="39" y="68"/>
              </a:cxn>
              <a:cxn ang="0">
                <a:pos x="32" y="68"/>
              </a:cxn>
              <a:cxn ang="0">
                <a:pos x="28" y="66"/>
              </a:cxn>
              <a:cxn ang="0">
                <a:pos x="23" y="64"/>
              </a:cxn>
              <a:cxn ang="0">
                <a:pos x="19" y="60"/>
              </a:cxn>
              <a:cxn ang="0">
                <a:pos x="15" y="53"/>
              </a:cxn>
              <a:cxn ang="0">
                <a:pos x="10" y="49"/>
              </a:cxn>
              <a:cxn ang="0">
                <a:pos x="8" y="41"/>
              </a:cxn>
              <a:cxn ang="0">
                <a:pos x="6" y="34"/>
              </a:cxn>
              <a:cxn ang="0">
                <a:pos x="4" y="28"/>
              </a:cxn>
              <a:cxn ang="0">
                <a:pos x="2" y="19"/>
              </a:cxn>
              <a:cxn ang="0">
                <a:pos x="2" y="13"/>
              </a:cxn>
              <a:cxn ang="0">
                <a:pos x="0" y="7"/>
              </a:cxn>
              <a:cxn ang="0">
                <a:pos x="0" y="0"/>
              </a:cxn>
            </a:cxnLst>
            <a:rect l="0" t="0" r="r" b="b"/>
            <a:pathLst>
              <a:path w="60" h="68">
                <a:moveTo>
                  <a:pt x="0" y="0"/>
                </a:moveTo>
                <a:lnTo>
                  <a:pt x="2" y="4"/>
                </a:lnTo>
                <a:lnTo>
                  <a:pt x="4" y="11"/>
                </a:lnTo>
                <a:lnTo>
                  <a:pt x="4" y="15"/>
                </a:lnTo>
                <a:lnTo>
                  <a:pt x="8" y="21"/>
                </a:lnTo>
                <a:lnTo>
                  <a:pt x="10" y="28"/>
                </a:lnTo>
                <a:lnTo>
                  <a:pt x="13" y="34"/>
                </a:lnTo>
                <a:lnTo>
                  <a:pt x="15" y="39"/>
                </a:lnTo>
                <a:lnTo>
                  <a:pt x="19" y="45"/>
                </a:lnTo>
                <a:lnTo>
                  <a:pt x="23" y="49"/>
                </a:lnTo>
                <a:lnTo>
                  <a:pt x="28" y="51"/>
                </a:lnTo>
                <a:lnTo>
                  <a:pt x="32" y="56"/>
                </a:lnTo>
                <a:lnTo>
                  <a:pt x="36" y="58"/>
                </a:lnTo>
                <a:lnTo>
                  <a:pt x="41" y="60"/>
                </a:lnTo>
                <a:lnTo>
                  <a:pt x="47" y="60"/>
                </a:lnTo>
                <a:lnTo>
                  <a:pt x="52" y="60"/>
                </a:lnTo>
                <a:lnTo>
                  <a:pt x="60" y="60"/>
                </a:lnTo>
                <a:lnTo>
                  <a:pt x="52" y="64"/>
                </a:lnTo>
                <a:lnTo>
                  <a:pt x="45" y="68"/>
                </a:lnTo>
                <a:lnTo>
                  <a:pt x="39" y="68"/>
                </a:lnTo>
                <a:lnTo>
                  <a:pt x="32" y="68"/>
                </a:lnTo>
                <a:lnTo>
                  <a:pt x="28" y="66"/>
                </a:lnTo>
                <a:lnTo>
                  <a:pt x="23" y="64"/>
                </a:lnTo>
                <a:lnTo>
                  <a:pt x="19" y="60"/>
                </a:lnTo>
                <a:lnTo>
                  <a:pt x="15" y="53"/>
                </a:lnTo>
                <a:lnTo>
                  <a:pt x="10" y="49"/>
                </a:lnTo>
                <a:lnTo>
                  <a:pt x="8" y="41"/>
                </a:lnTo>
                <a:lnTo>
                  <a:pt x="6" y="34"/>
                </a:lnTo>
                <a:lnTo>
                  <a:pt x="4" y="28"/>
                </a:lnTo>
                <a:lnTo>
                  <a:pt x="2" y="19"/>
                </a:lnTo>
                <a:lnTo>
                  <a:pt x="2" y="13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0" name="Freeform 1202"/>
          <p:cNvSpPr>
            <a:spLocks/>
          </p:cNvSpPr>
          <p:nvPr/>
        </p:nvSpPr>
        <p:spPr bwMode="auto">
          <a:xfrm>
            <a:off x="3698875" y="2795588"/>
            <a:ext cx="25400" cy="34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5"/>
              </a:cxn>
              <a:cxn ang="0">
                <a:pos x="6" y="22"/>
              </a:cxn>
              <a:cxn ang="0">
                <a:pos x="15" y="24"/>
              </a:cxn>
              <a:cxn ang="0">
                <a:pos x="21" y="28"/>
              </a:cxn>
            </a:cxnLst>
            <a:rect l="0" t="0" r="r" b="b"/>
            <a:pathLst>
              <a:path w="21" h="28">
                <a:moveTo>
                  <a:pt x="0" y="0"/>
                </a:moveTo>
                <a:lnTo>
                  <a:pt x="0" y="15"/>
                </a:lnTo>
                <a:lnTo>
                  <a:pt x="6" y="22"/>
                </a:lnTo>
                <a:lnTo>
                  <a:pt x="15" y="24"/>
                </a:lnTo>
                <a:lnTo>
                  <a:pt x="21" y="28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1" name="Freeform 1203"/>
          <p:cNvSpPr>
            <a:spLocks/>
          </p:cNvSpPr>
          <p:nvPr/>
        </p:nvSpPr>
        <p:spPr bwMode="auto">
          <a:xfrm>
            <a:off x="3865563" y="2640013"/>
            <a:ext cx="336550" cy="292100"/>
          </a:xfrm>
          <a:custGeom>
            <a:avLst/>
            <a:gdLst/>
            <a:ahLst/>
            <a:cxnLst>
              <a:cxn ang="0">
                <a:pos x="4" y="4"/>
              </a:cxn>
              <a:cxn ang="0">
                <a:pos x="20" y="4"/>
              </a:cxn>
              <a:cxn ang="0">
                <a:pos x="33" y="4"/>
              </a:cxn>
              <a:cxn ang="0">
                <a:pos x="46" y="10"/>
              </a:cxn>
              <a:cxn ang="0">
                <a:pos x="56" y="28"/>
              </a:cxn>
              <a:cxn ang="0">
                <a:pos x="72" y="55"/>
              </a:cxn>
              <a:cxn ang="0">
                <a:pos x="89" y="89"/>
              </a:cxn>
              <a:cxn ang="0">
                <a:pos x="113" y="117"/>
              </a:cxn>
              <a:cxn ang="0">
                <a:pos x="147" y="134"/>
              </a:cxn>
              <a:cxn ang="0">
                <a:pos x="173" y="145"/>
              </a:cxn>
              <a:cxn ang="0">
                <a:pos x="184" y="162"/>
              </a:cxn>
              <a:cxn ang="0">
                <a:pos x="189" y="181"/>
              </a:cxn>
              <a:cxn ang="0">
                <a:pos x="186" y="200"/>
              </a:cxn>
              <a:cxn ang="0">
                <a:pos x="195" y="209"/>
              </a:cxn>
              <a:cxn ang="0">
                <a:pos x="215" y="202"/>
              </a:cxn>
              <a:cxn ang="0">
                <a:pos x="236" y="202"/>
              </a:cxn>
              <a:cxn ang="0">
                <a:pos x="262" y="215"/>
              </a:cxn>
              <a:cxn ang="0">
                <a:pos x="264" y="213"/>
              </a:cxn>
              <a:cxn ang="0">
                <a:pos x="247" y="200"/>
              </a:cxn>
              <a:cxn ang="0">
                <a:pos x="225" y="198"/>
              </a:cxn>
              <a:cxn ang="0">
                <a:pos x="206" y="198"/>
              </a:cxn>
              <a:cxn ang="0">
                <a:pos x="195" y="188"/>
              </a:cxn>
              <a:cxn ang="0">
                <a:pos x="186" y="156"/>
              </a:cxn>
              <a:cxn ang="0">
                <a:pos x="171" y="136"/>
              </a:cxn>
              <a:cxn ang="0">
                <a:pos x="152" y="130"/>
              </a:cxn>
              <a:cxn ang="0">
                <a:pos x="126" y="121"/>
              </a:cxn>
              <a:cxn ang="0">
                <a:pos x="108" y="111"/>
              </a:cxn>
              <a:cxn ang="0">
                <a:pos x="98" y="96"/>
              </a:cxn>
              <a:cxn ang="0">
                <a:pos x="91" y="77"/>
              </a:cxn>
              <a:cxn ang="0">
                <a:pos x="80" y="51"/>
              </a:cxn>
              <a:cxn ang="0">
                <a:pos x="65" y="23"/>
              </a:cxn>
              <a:cxn ang="0">
                <a:pos x="48" y="6"/>
              </a:cxn>
              <a:cxn ang="0">
                <a:pos x="26" y="0"/>
              </a:cxn>
              <a:cxn ang="0">
                <a:pos x="0" y="4"/>
              </a:cxn>
            </a:cxnLst>
            <a:rect l="0" t="0" r="r" b="b"/>
            <a:pathLst>
              <a:path w="273" h="228">
                <a:moveTo>
                  <a:pt x="0" y="4"/>
                </a:moveTo>
                <a:lnTo>
                  <a:pt x="4" y="4"/>
                </a:lnTo>
                <a:lnTo>
                  <a:pt x="13" y="4"/>
                </a:lnTo>
                <a:lnTo>
                  <a:pt x="20" y="4"/>
                </a:lnTo>
                <a:lnTo>
                  <a:pt x="26" y="4"/>
                </a:lnTo>
                <a:lnTo>
                  <a:pt x="33" y="4"/>
                </a:lnTo>
                <a:lnTo>
                  <a:pt x="39" y="8"/>
                </a:lnTo>
                <a:lnTo>
                  <a:pt x="46" y="10"/>
                </a:lnTo>
                <a:lnTo>
                  <a:pt x="50" y="17"/>
                </a:lnTo>
                <a:lnTo>
                  <a:pt x="56" y="28"/>
                </a:lnTo>
                <a:lnTo>
                  <a:pt x="63" y="36"/>
                </a:lnTo>
                <a:lnTo>
                  <a:pt x="72" y="55"/>
                </a:lnTo>
                <a:lnTo>
                  <a:pt x="80" y="74"/>
                </a:lnTo>
                <a:lnTo>
                  <a:pt x="89" y="89"/>
                </a:lnTo>
                <a:lnTo>
                  <a:pt x="100" y="104"/>
                </a:lnTo>
                <a:lnTo>
                  <a:pt x="113" y="117"/>
                </a:lnTo>
                <a:lnTo>
                  <a:pt x="134" y="130"/>
                </a:lnTo>
                <a:lnTo>
                  <a:pt x="147" y="134"/>
                </a:lnTo>
                <a:lnTo>
                  <a:pt x="163" y="141"/>
                </a:lnTo>
                <a:lnTo>
                  <a:pt x="173" y="145"/>
                </a:lnTo>
                <a:lnTo>
                  <a:pt x="180" y="153"/>
                </a:lnTo>
                <a:lnTo>
                  <a:pt x="184" y="162"/>
                </a:lnTo>
                <a:lnTo>
                  <a:pt x="189" y="173"/>
                </a:lnTo>
                <a:lnTo>
                  <a:pt x="189" y="181"/>
                </a:lnTo>
                <a:lnTo>
                  <a:pt x="189" y="192"/>
                </a:lnTo>
                <a:lnTo>
                  <a:pt x="186" y="200"/>
                </a:lnTo>
                <a:lnTo>
                  <a:pt x="186" y="209"/>
                </a:lnTo>
                <a:lnTo>
                  <a:pt x="195" y="209"/>
                </a:lnTo>
                <a:lnTo>
                  <a:pt x="204" y="207"/>
                </a:lnTo>
                <a:lnTo>
                  <a:pt x="215" y="202"/>
                </a:lnTo>
                <a:lnTo>
                  <a:pt x="225" y="202"/>
                </a:lnTo>
                <a:lnTo>
                  <a:pt x="236" y="202"/>
                </a:lnTo>
                <a:lnTo>
                  <a:pt x="249" y="207"/>
                </a:lnTo>
                <a:lnTo>
                  <a:pt x="262" y="215"/>
                </a:lnTo>
                <a:lnTo>
                  <a:pt x="273" y="228"/>
                </a:lnTo>
                <a:lnTo>
                  <a:pt x="264" y="213"/>
                </a:lnTo>
                <a:lnTo>
                  <a:pt x="258" y="205"/>
                </a:lnTo>
                <a:lnTo>
                  <a:pt x="247" y="200"/>
                </a:lnTo>
                <a:lnTo>
                  <a:pt x="236" y="198"/>
                </a:lnTo>
                <a:lnTo>
                  <a:pt x="225" y="198"/>
                </a:lnTo>
                <a:lnTo>
                  <a:pt x="217" y="198"/>
                </a:lnTo>
                <a:lnTo>
                  <a:pt x="206" y="198"/>
                </a:lnTo>
                <a:lnTo>
                  <a:pt x="197" y="198"/>
                </a:lnTo>
                <a:lnTo>
                  <a:pt x="195" y="188"/>
                </a:lnTo>
                <a:lnTo>
                  <a:pt x="193" y="173"/>
                </a:lnTo>
                <a:lnTo>
                  <a:pt x="186" y="156"/>
                </a:lnTo>
                <a:lnTo>
                  <a:pt x="180" y="143"/>
                </a:lnTo>
                <a:lnTo>
                  <a:pt x="171" y="136"/>
                </a:lnTo>
                <a:lnTo>
                  <a:pt x="163" y="132"/>
                </a:lnTo>
                <a:lnTo>
                  <a:pt x="152" y="130"/>
                </a:lnTo>
                <a:lnTo>
                  <a:pt x="139" y="126"/>
                </a:lnTo>
                <a:lnTo>
                  <a:pt x="126" y="121"/>
                </a:lnTo>
                <a:lnTo>
                  <a:pt x="117" y="117"/>
                </a:lnTo>
                <a:lnTo>
                  <a:pt x="108" y="111"/>
                </a:lnTo>
                <a:lnTo>
                  <a:pt x="102" y="104"/>
                </a:lnTo>
                <a:lnTo>
                  <a:pt x="98" y="96"/>
                </a:lnTo>
                <a:lnTo>
                  <a:pt x="93" y="85"/>
                </a:lnTo>
                <a:lnTo>
                  <a:pt x="91" y="77"/>
                </a:lnTo>
                <a:lnTo>
                  <a:pt x="85" y="64"/>
                </a:lnTo>
                <a:lnTo>
                  <a:pt x="80" y="51"/>
                </a:lnTo>
                <a:lnTo>
                  <a:pt x="74" y="36"/>
                </a:lnTo>
                <a:lnTo>
                  <a:pt x="65" y="23"/>
                </a:lnTo>
                <a:lnTo>
                  <a:pt x="56" y="13"/>
                </a:lnTo>
                <a:lnTo>
                  <a:pt x="48" y="6"/>
                </a:lnTo>
                <a:lnTo>
                  <a:pt x="37" y="2"/>
                </a:lnTo>
                <a:lnTo>
                  <a:pt x="26" y="0"/>
                </a:lnTo>
                <a:lnTo>
                  <a:pt x="13" y="2"/>
                </a:lnTo>
                <a:lnTo>
                  <a:pt x="0" y="4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2" name="Freeform 1204"/>
          <p:cNvSpPr>
            <a:spLocks/>
          </p:cNvSpPr>
          <p:nvPr/>
        </p:nvSpPr>
        <p:spPr bwMode="auto">
          <a:xfrm>
            <a:off x="3706813" y="2946400"/>
            <a:ext cx="158750" cy="301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" y="4"/>
              </a:cxn>
              <a:cxn ang="0">
                <a:pos x="15" y="6"/>
              </a:cxn>
              <a:cxn ang="0">
                <a:pos x="24" y="8"/>
              </a:cxn>
              <a:cxn ang="0">
                <a:pos x="33" y="8"/>
              </a:cxn>
              <a:cxn ang="0">
                <a:pos x="41" y="8"/>
              </a:cxn>
              <a:cxn ang="0">
                <a:pos x="52" y="8"/>
              </a:cxn>
              <a:cxn ang="0">
                <a:pos x="61" y="8"/>
              </a:cxn>
              <a:cxn ang="0">
                <a:pos x="69" y="8"/>
              </a:cxn>
              <a:cxn ang="0">
                <a:pos x="80" y="6"/>
              </a:cxn>
              <a:cxn ang="0">
                <a:pos x="89" y="6"/>
              </a:cxn>
              <a:cxn ang="0">
                <a:pos x="95" y="6"/>
              </a:cxn>
              <a:cxn ang="0">
                <a:pos x="104" y="6"/>
              </a:cxn>
              <a:cxn ang="0">
                <a:pos x="111" y="8"/>
              </a:cxn>
              <a:cxn ang="0">
                <a:pos x="119" y="13"/>
              </a:cxn>
              <a:cxn ang="0">
                <a:pos x="126" y="17"/>
              </a:cxn>
              <a:cxn ang="0">
                <a:pos x="130" y="23"/>
              </a:cxn>
            </a:cxnLst>
            <a:rect l="0" t="0" r="r" b="b"/>
            <a:pathLst>
              <a:path w="130" h="23">
                <a:moveTo>
                  <a:pt x="0" y="0"/>
                </a:moveTo>
                <a:lnTo>
                  <a:pt x="7" y="4"/>
                </a:lnTo>
                <a:lnTo>
                  <a:pt x="15" y="6"/>
                </a:lnTo>
                <a:lnTo>
                  <a:pt x="24" y="8"/>
                </a:lnTo>
                <a:lnTo>
                  <a:pt x="33" y="8"/>
                </a:lnTo>
                <a:lnTo>
                  <a:pt x="41" y="8"/>
                </a:lnTo>
                <a:lnTo>
                  <a:pt x="52" y="8"/>
                </a:lnTo>
                <a:lnTo>
                  <a:pt x="61" y="8"/>
                </a:lnTo>
                <a:lnTo>
                  <a:pt x="69" y="8"/>
                </a:lnTo>
                <a:lnTo>
                  <a:pt x="80" y="6"/>
                </a:lnTo>
                <a:lnTo>
                  <a:pt x="89" y="6"/>
                </a:lnTo>
                <a:lnTo>
                  <a:pt x="95" y="6"/>
                </a:lnTo>
                <a:lnTo>
                  <a:pt x="104" y="6"/>
                </a:lnTo>
                <a:lnTo>
                  <a:pt x="111" y="8"/>
                </a:lnTo>
                <a:lnTo>
                  <a:pt x="119" y="13"/>
                </a:lnTo>
                <a:lnTo>
                  <a:pt x="126" y="17"/>
                </a:lnTo>
                <a:lnTo>
                  <a:pt x="130" y="23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3" name="Freeform 1205"/>
          <p:cNvSpPr>
            <a:spLocks/>
          </p:cNvSpPr>
          <p:nvPr/>
        </p:nvSpPr>
        <p:spPr bwMode="auto">
          <a:xfrm>
            <a:off x="3775075" y="3157538"/>
            <a:ext cx="168275" cy="36512"/>
          </a:xfrm>
          <a:custGeom>
            <a:avLst/>
            <a:gdLst/>
            <a:ahLst/>
            <a:cxnLst>
              <a:cxn ang="0">
                <a:pos x="0" y="28"/>
              </a:cxn>
              <a:cxn ang="0">
                <a:pos x="20" y="26"/>
              </a:cxn>
              <a:cxn ang="0">
                <a:pos x="31" y="23"/>
              </a:cxn>
              <a:cxn ang="0">
                <a:pos x="42" y="23"/>
              </a:cxn>
              <a:cxn ang="0">
                <a:pos x="50" y="17"/>
              </a:cxn>
              <a:cxn ang="0">
                <a:pos x="59" y="15"/>
              </a:cxn>
              <a:cxn ang="0">
                <a:pos x="68" y="11"/>
              </a:cxn>
              <a:cxn ang="0">
                <a:pos x="76" y="6"/>
              </a:cxn>
              <a:cxn ang="0">
                <a:pos x="85" y="4"/>
              </a:cxn>
              <a:cxn ang="0">
                <a:pos x="94" y="2"/>
              </a:cxn>
              <a:cxn ang="0">
                <a:pos x="100" y="0"/>
              </a:cxn>
              <a:cxn ang="0">
                <a:pos x="109" y="0"/>
              </a:cxn>
              <a:cxn ang="0">
                <a:pos x="115" y="0"/>
              </a:cxn>
              <a:cxn ang="0">
                <a:pos x="122" y="4"/>
              </a:cxn>
              <a:cxn ang="0">
                <a:pos x="130" y="11"/>
              </a:cxn>
              <a:cxn ang="0">
                <a:pos x="137" y="19"/>
              </a:cxn>
              <a:cxn ang="0">
                <a:pos x="128" y="15"/>
              </a:cxn>
              <a:cxn ang="0">
                <a:pos x="122" y="15"/>
              </a:cxn>
              <a:cxn ang="0">
                <a:pos x="113" y="13"/>
              </a:cxn>
              <a:cxn ang="0">
                <a:pos x="104" y="13"/>
              </a:cxn>
              <a:cxn ang="0">
                <a:pos x="98" y="13"/>
              </a:cxn>
              <a:cxn ang="0">
                <a:pos x="89" y="15"/>
              </a:cxn>
              <a:cxn ang="0">
                <a:pos x="78" y="17"/>
              </a:cxn>
              <a:cxn ang="0">
                <a:pos x="68" y="19"/>
              </a:cxn>
              <a:cxn ang="0">
                <a:pos x="55" y="23"/>
              </a:cxn>
              <a:cxn ang="0">
                <a:pos x="42" y="23"/>
              </a:cxn>
              <a:cxn ang="0">
                <a:pos x="31" y="26"/>
              </a:cxn>
              <a:cxn ang="0">
                <a:pos x="0" y="28"/>
              </a:cxn>
            </a:cxnLst>
            <a:rect l="0" t="0" r="r" b="b"/>
            <a:pathLst>
              <a:path w="137" h="28">
                <a:moveTo>
                  <a:pt x="0" y="28"/>
                </a:moveTo>
                <a:lnTo>
                  <a:pt x="20" y="26"/>
                </a:lnTo>
                <a:lnTo>
                  <a:pt x="31" y="23"/>
                </a:lnTo>
                <a:lnTo>
                  <a:pt x="42" y="23"/>
                </a:lnTo>
                <a:lnTo>
                  <a:pt x="50" y="17"/>
                </a:lnTo>
                <a:lnTo>
                  <a:pt x="59" y="15"/>
                </a:lnTo>
                <a:lnTo>
                  <a:pt x="68" y="11"/>
                </a:lnTo>
                <a:lnTo>
                  <a:pt x="76" y="6"/>
                </a:lnTo>
                <a:lnTo>
                  <a:pt x="85" y="4"/>
                </a:lnTo>
                <a:lnTo>
                  <a:pt x="94" y="2"/>
                </a:lnTo>
                <a:lnTo>
                  <a:pt x="100" y="0"/>
                </a:lnTo>
                <a:lnTo>
                  <a:pt x="109" y="0"/>
                </a:lnTo>
                <a:lnTo>
                  <a:pt x="115" y="0"/>
                </a:lnTo>
                <a:lnTo>
                  <a:pt x="122" y="4"/>
                </a:lnTo>
                <a:lnTo>
                  <a:pt x="130" y="11"/>
                </a:lnTo>
                <a:lnTo>
                  <a:pt x="137" y="19"/>
                </a:lnTo>
                <a:lnTo>
                  <a:pt x="128" y="15"/>
                </a:lnTo>
                <a:lnTo>
                  <a:pt x="122" y="15"/>
                </a:lnTo>
                <a:lnTo>
                  <a:pt x="113" y="13"/>
                </a:lnTo>
                <a:lnTo>
                  <a:pt x="104" y="13"/>
                </a:lnTo>
                <a:lnTo>
                  <a:pt x="98" y="13"/>
                </a:lnTo>
                <a:lnTo>
                  <a:pt x="89" y="15"/>
                </a:lnTo>
                <a:lnTo>
                  <a:pt x="78" y="17"/>
                </a:lnTo>
                <a:lnTo>
                  <a:pt x="68" y="19"/>
                </a:lnTo>
                <a:lnTo>
                  <a:pt x="55" y="23"/>
                </a:lnTo>
                <a:lnTo>
                  <a:pt x="42" y="23"/>
                </a:lnTo>
                <a:lnTo>
                  <a:pt x="31" y="26"/>
                </a:lnTo>
                <a:lnTo>
                  <a:pt x="0" y="28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4" name="Freeform 1206"/>
          <p:cNvSpPr>
            <a:spLocks/>
          </p:cNvSpPr>
          <p:nvPr/>
        </p:nvSpPr>
        <p:spPr bwMode="auto">
          <a:xfrm>
            <a:off x="3979863" y="3333750"/>
            <a:ext cx="96837" cy="320675"/>
          </a:xfrm>
          <a:custGeom>
            <a:avLst/>
            <a:gdLst/>
            <a:ahLst/>
            <a:cxnLst>
              <a:cxn ang="0">
                <a:pos x="0" y="249"/>
              </a:cxn>
              <a:cxn ang="0">
                <a:pos x="18" y="238"/>
              </a:cxn>
              <a:cxn ang="0">
                <a:pos x="26" y="224"/>
              </a:cxn>
              <a:cxn ang="0">
                <a:pos x="28" y="206"/>
              </a:cxn>
              <a:cxn ang="0">
                <a:pos x="28" y="185"/>
              </a:cxn>
              <a:cxn ang="0">
                <a:pos x="26" y="166"/>
              </a:cxn>
              <a:cxn ang="0">
                <a:pos x="26" y="145"/>
              </a:cxn>
              <a:cxn ang="0">
                <a:pos x="28" y="125"/>
              </a:cxn>
              <a:cxn ang="0">
                <a:pos x="37" y="110"/>
              </a:cxn>
              <a:cxn ang="0">
                <a:pos x="52" y="98"/>
              </a:cxn>
              <a:cxn ang="0">
                <a:pos x="63" y="83"/>
              </a:cxn>
              <a:cxn ang="0">
                <a:pos x="72" y="68"/>
              </a:cxn>
              <a:cxn ang="0">
                <a:pos x="78" y="55"/>
              </a:cxn>
              <a:cxn ang="0">
                <a:pos x="78" y="42"/>
              </a:cxn>
              <a:cxn ang="0">
                <a:pos x="78" y="27"/>
              </a:cxn>
              <a:cxn ang="0">
                <a:pos x="72" y="14"/>
              </a:cxn>
              <a:cxn ang="0">
                <a:pos x="61" y="0"/>
              </a:cxn>
            </a:cxnLst>
            <a:rect l="0" t="0" r="r" b="b"/>
            <a:pathLst>
              <a:path w="78" h="249">
                <a:moveTo>
                  <a:pt x="0" y="249"/>
                </a:moveTo>
                <a:lnTo>
                  <a:pt x="18" y="238"/>
                </a:lnTo>
                <a:lnTo>
                  <a:pt x="26" y="224"/>
                </a:lnTo>
                <a:lnTo>
                  <a:pt x="28" y="206"/>
                </a:lnTo>
                <a:lnTo>
                  <a:pt x="28" y="185"/>
                </a:lnTo>
                <a:lnTo>
                  <a:pt x="26" y="166"/>
                </a:lnTo>
                <a:lnTo>
                  <a:pt x="26" y="145"/>
                </a:lnTo>
                <a:lnTo>
                  <a:pt x="28" y="125"/>
                </a:lnTo>
                <a:lnTo>
                  <a:pt x="37" y="110"/>
                </a:lnTo>
                <a:lnTo>
                  <a:pt x="52" y="98"/>
                </a:lnTo>
                <a:lnTo>
                  <a:pt x="63" y="83"/>
                </a:lnTo>
                <a:lnTo>
                  <a:pt x="72" y="68"/>
                </a:lnTo>
                <a:lnTo>
                  <a:pt x="78" y="55"/>
                </a:lnTo>
                <a:lnTo>
                  <a:pt x="78" y="42"/>
                </a:lnTo>
                <a:lnTo>
                  <a:pt x="78" y="27"/>
                </a:lnTo>
                <a:lnTo>
                  <a:pt x="72" y="14"/>
                </a:lnTo>
                <a:lnTo>
                  <a:pt x="61" y="0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5" name="Freeform 1207"/>
          <p:cNvSpPr>
            <a:spLocks/>
          </p:cNvSpPr>
          <p:nvPr/>
        </p:nvSpPr>
        <p:spPr bwMode="auto">
          <a:xfrm>
            <a:off x="3990975" y="2484438"/>
            <a:ext cx="777875" cy="379412"/>
          </a:xfrm>
          <a:custGeom>
            <a:avLst/>
            <a:gdLst/>
            <a:ahLst/>
            <a:cxnLst>
              <a:cxn ang="0">
                <a:pos x="35" y="13"/>
              </a:cxn>
              <a:cxn ang="0">
                <a:pos x="26" y="34"/>
              </a:cxn>
              <a:cxn ang="0">
                <a:pos x="0" y="45"/>
              </a:cxn>
              <a:cxn ang="0">
                <a:pos x="52" y="60"/>
              </a:cxn>
              <a:cxn ang="0">
                <a:pos x="106" y="92"/>
              </a:cxn>
              <a:cxn ang="0">
                <a:pos x="119" y="113"/>
              </a:cxn>
              <a:cxn ang="0">
                <a:pos x="141" y="120"/>
              </a:cxn>
              <a:cxn ang="0">
                <a:pos x="178" y="130"/>
              </a:cxn>
              <a:cxn ang="0">
                <a:pos x="234" y="165"/>
              </a:cxn>
              <a:cxn ang="0">
                <a:pos x="290" y="207"/>
              </a:cxn>
              <a:cxn ang="0">
                <a:pos x="351" y="231"/>
              </a:cxn>
              <a:cxn ang="0">
                <a:pos x="392" y="235"/>
              </a:cxn>
              <a:cxn ang="0">
                <a:pos x="423" y="246"/>
              </a:cxn>
              <a:cxn ang="0">
                <a:pos x="459" y="271"/>
              </a:cxn>
              <a:cxn ang="0">
                <a:pos x="494" y="290"/>
              </a:cxn>
              <a:cxn ang="0">
                <a:pos x="529" y="295"/>
              </a:cxn>
              <a:cxn ang="0">
                <a:pos x="568" y="286"/>
              </a:cxn>
              <a:cxn ang="0">
                <a:pos x="605" y="278"/>
              </a:cxn>
              <a:cxn ang="0">
                <a:pos x="622" y="271"/>
              </a:cxn>
              <a:cxn ang="0">
                <a:pos x="579" y="276"/>
              </a:cxn>
              <a:cxn ang="0">
                <a:pos x="518" y="288"/>
              </a:cxn>
              <a:cxn ang="0">
                <a:pos x="485" y="282"/>
              </a:cxn>
              <a:cxn ang="0">
                <a:pos x="442" y="250"/>
              </a:cxn>
              <a:cxn ang="0">
                <a:pos x="403" y="222"/>
              </a:cxn>
              <a:cxn ang="0">
                <a:pos x="358" y="220"/>
              </a:cxn>
              <a:cxn ang="0">
                <a:pos x="342" y="203"/>
              </a:cxn>
              <a:cxn ang="0">
                <a:pos x="362" y="182"/>
              </a:cxn>
              <a:cxn ang="0">
                <a:pos x="403" y="162"/>
              </a:cxn>
              <a:cxn ang="0">
                <a:pos x="362" y="173"/>
              </a:cxn>
              <a:cxn ang="0">
                <a:pos x="334" y="192"/>
              </a:cxn>
              <a:cxn ang="0">
                <a:pos x="303" y="203"/>
              </a:cxn>
              <a:cxn ang="0">
                <a:pos x="275" y="182"/>
              </a:cxn>
              <a:cxn ang="0">
                <a:pos x="243" y="150"/>
              </a:cxn>
              <a:cxn ang="0">
                <a:pos x="206" y="130"/>
              </a:cxn>
              <a:cxn ang="0">
                <a:pos x="173" y="118"/>
              </a:cxn>
              <a:cxn ang="0">
                <a:pos x="141" y="113"/>
              </a:cxn>
              <a:cxn ang="0">
                <a:pos x="143" y="92"/>
              </a:cxn>
              <a:cxn ang="0">
                <a:pos x="167" y="75"/>
              </a:cxn>
              <a:cxn ang="0">
                <a:pos x="136" y="90"/>
              </a:cxn>
              <a:cxn ang="0">
                <a:pos x="117" y="86"/>
              </a:cxn>
              <a:cxn ang="0">
                <a:pos x="95" y="69"/>
              </a:cxn>
              <a:cxn ang="0">
                <a:pos x="69" y="58"/>
              </a:cxn>
              <a:cxn ang="0">
                <a:pos x="50" y="43"/>
              </a:cxn>
              <a:cxn ang="0">
                <a:pos x="41" y="15"/>
              </a:cxn>
            </a:cxnLst>
            <a:rect l="0" t="0" r="r" b="b"/>
            <a:pathLst>
              <a:path w="633" h="295">
                <a:moveTo>
                  <a:pt x="43" y="0"/>
                </a:moveTo>
                <a:lnTo>
                  <a:pt x="37" y="9"/>
                </a:lnTo>
                <a:lnTo>
                  <a:pt x="35" y="13"/>
                </a:lnTo>
                <a:lnTo>
                  <a:pt x="30" y="22"/>
                </a:lnTo>
                <a:lnTo>
                  <a:pt x="28" y="28"/>
                </a:lnTo>
                <a:lnTo>
                  <a:pt x="26" y="34"/>
                </a:lnTo>
                <a:lnTo>
                  <a:pt x="19" y="39"/>
                </a:lnTo>
                <a:lnTo>
                  <a:pt x="13" y="43"/>
                </a:lnTo>
                <a:lnTo>
                  <a:pt x="0" y="45"/>
                </a:lnTo>
                <a:lnTo>
                  <a:pt x="15" y="47"/>
                </a:lnTo>
                <a:lnTo>
                  <a:pt x="32" y="52"/>
                </a:lnTo>
                <a:lnTo>
                  <a:pt x="52" y="60"/>
                </a:lnTo>
                <a:lnTo>
                  <a:pt x="71" y="69"/>
                </a:lnTo>
                <a:lnTo>
                  <a:pt x="91" y="79"/>
                </a:lnTo>
                <a:lnTo>
                  <a:pt x="106" y="92"/>
                </a:lnTo>
                <a:lnTo>
                  <a:pt x="113" y="98"/>
                </a:lnTo>
                <a:lnTo>
                  <a:pt x="117" y="107"/>
                </a:lnTo>
                <a:lnTo>
                  <a:pt x="119" y="113"/>
                </a:lnTo>
                <a:lnTo>
                  <a:pt x="123" y="120"/>
                </a:lnTo>
                <a:lnTo>
                  <a:pt x="132" y="120"/>
                </a:lnTo>
                <a:lnTo>
                  <a:pt x="141" y="120"/>
                </a:lnTo>
                <a:lnTo>
                  <a:pt x="152" y="122"/>
                </a:lnTo>
                <a:lnTo>
                  <a:pt x="165" y="124"/>
                </a:lnTo>
                <a:lnTo>
                  <a:pt x="178" y="130"/>
                </a:lnTo>
                <a:lnTo>
                  <a:pt x="195" y="139"/>
                </a:lnTo>
                <a:lnTo>
                  <a:pt x="214" y="152"/>
                </a:lnTo>
                <a:lnTo>
                  <a:pt x="234" y="165"/>
                </a:lnTo>
                <a:lnTo>
                  <a:pt x="251" y="180"/>
                </a:lnTo>
                <a:lnTo>
                  <a:pt x="271" y="194"/>
                </a:lnTo>
                <a:lnTo>
                  <a:pt x="290" y="207"/>
                </a:lnTo>
                <a:lnTo>
                  <a:pt x="308" y="218"/>
                </a:lnTo>
                <a:lnTo>
                  <a:pt x="329" y="224"/>
                </a:lnTo>
                <a:lnTo>
                  <a:pt x="351" y="231"/>
                </a:lnTo>
                <a:lnTo>
                  <a:pt x="368" y="233"/>
                </a:lnTo>
                <a:lnTo>
                  <a:pt x="379" y="233"/>
                </a:lnTo>
                <a:lnTo>
                  <a:pt x="392" y="235"/>
                </a:lnTo>
                <a:lnTo>
                  <a:pt x="403" y="237"/>
                </a:lnTo>
                <a:lnTo>
                  <a:pt x="414" y="241"/>
                </a:lnTo>
                <a:lnTo>
                  <a:pt x="423" y="246"/>
                </a:lnTo>
                <a:lnTo>
                  <a:pt x="436" y="252"/>
                </a:lnTo>
                <a:lnTo>
                  <a:pt x="446" y="263"/>
                </a:lnTo>
                <a:lnTo>
                  <a:pt x="459" y="271"/>
                </a:lnTo>
                <a:lnTo>
                  <a:pt x="470" y="280"/>
                </a:lnTo>
                <a:lnTo>
                  <a:pt x="483" y="284"/>
                </a:lnTo>
                <a:lnTo>
                  <a:pt x="494" y="290"/>
                </a:lnTo>
                <a:lnTo>
                  <a:pt x="507" y="295"/>
                </a:lnTo>
                <a:lnTo>
                  <a:pt x="518" y="295"/>
                </a:lnTo>
                <a:lnTo>
                  <a:pt x="529" y="295"/>
                </a:lnTo>
                <a:lnTo>
                  <a:pt x="542" y="293"/>
                </a:lnTo>
                <a:lnTo>
                  <a:pt x="555" y="290"/>
                </a:lnTo>
                <a:lnTo>
                  <a:pt x="568" y="286"/>
                </a:lnTo>
                <a:lnTo>
                  <a:pt x="581" y="284"/>
                </a:lnTo>
                <a:lnTo>
                  <a:pt x="594" y="280"/>
                </a:lnTo>
                <a:lnTo>
                  <a:pt x="605" y="278"/>
                </a:lnTo>
                <a:lnTo>
                  <a:pt x="620" y="276"/>
                </a:lnTo>
                <a:lnTo>
                  <a:pt x="633" y="273"/>
                </a:lnTo>
                <a:lnTo>
                  <a:pt x="622" y="271"/>
                </a:lnTo>
                <a:lnTo>
                  <a:pt x="611" y="271"/>
                </a:lnTo>
                <a:lnTo>
                  <a:pt x="598" y="273"/>
                </a:lnTo>
                <a:lnTo>
                  <a:pt x="579" y="276"/>
                </a:lnTo>
                <a:lnTo>
                  <a:pt x="557" y="282"/>
                </a:lnTo>
                <a:lnTo>
                  <a:pt x="537" y="284"/>
                </a:lnTo>
                <a:lnTo>
                  <a:pt x="518" y="288"/>
                </a:lnTo>
                <a:lnTo>
                  <a:pt x="505" y="288"/>
                </a:lnTo>
                <a:lnTo>
                  <a:pt x="494" y="284"/>
                </a:lnTo>
                <a:lnTo>
                  <a:pt x="485" y="282"/>
                </a:lnTo>
                <a:lnTo>
                  <a:pt x="470" y="273"/>
                </a:lnTo>
                <a:lnTo>
                  <a:pt x="457" y="261"/>
                </a:lnTo>
                <a:lnTo>
                  <a:pt x="442" y="250"/>
                </a:lnTo>
                <a:lnTo>
                  <a:pt x="429" y="237"/>
                </a:lnTo>
                <a:lnTo>
                  <a:pt x="414" y="226"/>
                </a:lnTo>
                <a:lnTo>
                  <a:pt x="403" y="222"/>
                </a:lnTo>
                <a:lnTo>
                  <a:pt x="392" y="220"/>
                </a:lnTo>
                <a:lnTo>
                  <a:pt x="377" y="218"/>
                </a:lnTo>
                <a:lnTo>
                  <a:pt x="358" y="220"/>
                </a:lnTo>
                <a:lnTo>
                  <a:pt x="349" y="218"/>
                </a:lnTo>
                <a:lnTo>
                  <a:pt x="345" y="212"/>
                </a:lnTo>
                <a:lnTo>
                  <a:pt x="342" y="203"/>
                </a:lnTo>
                <a:lnTo>
                  <a:pt x="347" y="194"/>
                </a:lnTo>
                <a:lnTo>
                  <a:pt x="353" y="188"/>
                </a:lnTo>
                <a:lnTo>
                  <a:pt x="362" y="182"/>
                </a:lnTo>
                <a:lnTo>
                  <a:pt x="375" y="173"/>
                </a:lnTo>
                <a:lnTo>
                  <a:pt x="388" y="167"/>
                </a:lnTo>
                <a:lnTo>
                  <a:pt x="403" y="162"/>
                </a:lnTo>
                <a:lnTo>
                  <a:pt x="388" y="165"/>
                </a:lnTo>
                <a:lnTo>
                  <a:pt x="375" y="169"/>
                </a:lnTo>
                <a:lnTo>
                  <a:pt x="362" y="173"/>
                </a:lnTo>
                <a:lnTo>
                  <a:pt x="351" y="180"/>
                </a:lnTo>
                <a:lnTo>
                  <a:pt x="342" y="186"/>
                </a:lnTo>
                <a:lnTo>
                  <a:pt x="334" y="192"/>
                </a:lnTo>
                <a:lnTo>
                  <a:pt x="325" y="199"/>
                </a:lnTo>
                <a:lnTo>
                  <a:pt x="314" y="207"/>
                </a:lnTo>
                <a:lnTo>
                  <a:pt x="303" y="203"/>
                </a:lnTo>
                <a:lnTo>
                  <a:pt x="293" y="197"/>
                </a:lnTo>
                <a:lnTo>
                  <a:pt x="284" y="190"/>
                </a:lnTo>
                <a:lnTo>
                  <a:pt x="275" y="182"/>
                </a:lnTo>
                <a:lnTo>
                  <a:pt x="267" y="171"/>
                </a:lnTo>
                <a:lnTo>
                  <a:pt x="258" y="158"/>
                </a:lnTo>
                <a:lnTo>
                  <a:pt x="243" y="150"/>
                </a:lnTo>
                <a:lnTo>
                  <a:pt x="225" y="139"/>
                </a:lnTo>
                <a:lnTo>
                  <a:pt x="217" y="135"/>
                </a:lnTo>
                <a:lnTo>
                  <a:pt x="206" y="130"/>
                </a:lnTo>
                <a:lnTo>
                  <a:pt x="195" y="126"/>
                </a:lnTo>
                <a:lnTo>
                  <a:pt x="184" y="122"/>
                </a:lnTo>
                <a:lnTo>
                  <a:pt x="173" y="118"/>
                </a:lnTo>
                <a:lnTo>
                  <a:pt x="162" y="116"/>
                </a:lnTo>
                <a:lnTo>
                  <a:pt x="149" y="113"/>
                </a:lnTo>
                <a:lnTo>
                  <a:pt x="141" y="113"/>
                </a:lnTo>
                <a:lnTo>
                  <a:pt x="141" y="107"/>
                </a:lnTo>
                <a:lnTo>
                  <a:pt x="141" y="101"/>
                </a:lnTo>
                <a:lnTo>
                  <a:pt x="143" y="92"/>
                </a:lnTo>
                <a:lnTo>
                  <a:pt x="152" y="84"/>
                </a:lnTo>
                <a:lnTo>
                  <a:pt x="158" y="79"/>
                </a:lnTo>
                <a:lnTo>
                  <a:pt x="167" y="75"/>
                </a:lnTo>
                <a:lnTo>
                  <a:pt x="156" y="77"/>
                </a:lnTo>
                <a:lnTo>
                  <a:pt x="145" y="81"/>
                </a:lnTo>
                <a:lnTo>
                  <a:pt x="136" y="90"/>
                </a:lnTo>
                <a:lnTo>
                  <a:pt x="128" y="98"/>
                </a:lnTo>
                <a:lnTo>
                  <a:pt x="123" y="92"/>
                </a:lnTo>
                <a:lnTo>
                  <a:pt x="117" y="86"/>
                </a:lnTo>
                <a:lnTo>
                  <a:pt x="108" y="79"/>
                </a:lnTo>
                <a:lnTo>
                  <a:pt x="102" y="75"/>
                </a:lnTo>
                <a:lnTo>
                  <a:pt x="95" y="69"/>
                </a:lnTo>
                <a:lnTo>
                  <a:pt x="84" y="66"/>
                </a:lnTo>
                <a:lnTo>
                  <a:pt x="78" y="64"/>
                </a:lnTo>
                <a:lnTo>
                  <a:pt x="69" y="58"/>
                </a:lnTo>
                <a:lnTo>
                  <a:pt x="63" y="54"/>
                </a:lnTo>
                <a:lnTo>
                  <a:pt x="56" y="47"/>
                </a:lnTo>
                <a:lnTo>
                  <a:pt x="50" y="43"/>
                </a:lnTo>
                <a:lnTo>
                  <a:pt x="45" y="34"/>
                </a:lnTo>
                <a:lnTo>
                  <a:pt x="41" y="26"/>
                </a:lnTo>
                <a:lnTo>
                  <a:pt x="41" y="15"/>
                </a:lnTo>
                <a:lnTo>
                  <a:pt x="43" y="0"/>
                </a:lnTo>
                <a:close/>
              </a:path>
            </a:pathLst>
          </a:custGeom>
          <a:solidFill>
            <a:srgbClr val="7A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6" name="Freeform 1208"/>
          <p:cNvSpPr>
            <a:spLocks/>
          </p:cNvSpPr>
          <p:nvPr/>
        </p:nvSpPr>
        <p:spPr bwMode="auto">
          <a:xfrm>
            <a:off x="4030663" y="2998788"/>
            <a:ext cx="204787" cy="379412"/>
          </a:xfrm>
          <a:custGeom>
            <a:avLst/>
            <a:gdLst/>
            <a:ahLst/>
            <a:cxnLst>
              <a:cxn ang="0">
                <a:pos x="7" y="0"/>
              </a:cxn>
              <a:cxn ang="0">
                <a:pos x="0" y="37"/>
              </a:cxn>
              <a:cxn ang="0">
                <a:pos x="0" y="60"/>
              </a:cxn>
              <a:cxn ang="0">
                <a:pos x="3" y="81"/>
              </a:cxn>
              <a:cxn ang="0">
                <a:pos x="7" y="103"/>
              </a:cxn>
              <a:cxn ang="0">
                <a:pos x="13" y="122"/>
              </a:cxn>
              <a:cxn ang="0">
                <a:pos x="20" y="137"/>
              </a:cxn>
              <a:cxn ang="0">
                <a:pos x="29" y="152"/>
              </a:cxn>
              <a:cxn ang="0">
                <a:pos x="37" y="165"/>
              </a:cxn>
              <a:cxn ang="0">
                <a:pos x="48" y="175"/>
              </a:cxn>
              <a:cxn ang="0">
                <a:pos x="59" y="182"/>
              </a:cxn>
              <a:cxn ang="0">
                <a:pos x="72" y="188"/>
              </a:cxn>
              <a:cxn ang="0">
                <a:pos x="85" y="194"/>
              </a:cxn>
              <a:cxn ang="0">
                <a:pos x="100" y="199"/>
              </a:cxn>
              <a:cxn ang="0">
                <a:pos x="115" y="201"/>
              </a:cxn>
              <a:cxn ang="0">
                <a:pos x="130" y="203"/>
              </a:cxn>
              <a:cxn ang="0">
                <a:pos x="148" y="205"/>
              </a:cxn>
              <a:cxn ang="0">
                <a:pos x="167" y="205"/>
              </a:cxn>
              <a:cxn ang="0">
                <a:pos x="152" y="220"/>
              </a:cxn>
              <a:cxn ang="0">
                <a:pos x="146" y="229"/>
              </a:cxn>
              <a:cxn ang="0">
                <a:pos x="139" y="239"/>
              </a:cxn>
              <a:cxn ang="0">
                <a:pos x="137" y="254"/>
              </a:cxn>
              <a:cxn ang="0">
                <a:pos x="141" y="267"/>
              </a:cxn>
              <a:cxn ang="0">
                <a:pos x="148" y="275"/>
              </a:cxn>
              <a:cxn ang="0">
                <a:pos x="165" y="295"/>
              </a:cxn>
            </a:cxnLst>
            <a:rect l="0" t="0" r="r" b="b"/>
            <a:pathLst>
              <a:path w="167" h="295">
                <a:moveTo>
                  <a:pt x="7" y="0"/>
                </a:moveTo>
                <a:lnTo>
                  <a:pt x="0" y="37"/>
                </a:lnTo>
                <a:lnTo>
                  <a:pt x="0" y="60"/>
                </a:lnTo>
                <a:lnTo>
                  <a:pt x="3" y="81"/>
                </a:lnTo>
                <a:lnTo>
                  <a:pt x="7" y="103"/>
                </a:lnTo>
                <a:lnTo>
                  <a:pt x="13" y="122"/>
                </a:lnTo>
                <a:lnTo>
                  <a:pt x="20" y="137"/>
                </a:lnTo>
                <a:lnTo>
                  <a:pt x="29" y="152"/>
                </a:lnTo>
                <a:lnTo>
                  <a:pt x="37" y="165"/>
                </a:lnTo>
                <a:lnTo>
                  <a:pt x="48" y="175"/>
                </a:lnTo>
                <a:lnTo>
                  <a:pt x="59" y="182"/>
                </a:lnTo>
                <a:lnTo>
                  <a:pt x="72" y="188"/>
                </a:lnTo>
                <a:lnTo>
                  <a:pt x="85" y="194"/>
                </a:lnTo>
                <a:lnTo>
                  <a:pt x="100" y="199"/>
                </a:lnTo>
                <a:lnTo>
                  <a:pt x="115" y="201"/>
                </a:lnTo>
                <a:lnTo>
                  <a:pt x="130" y="203"/>
                </a:lnTo>
                <a:lnTo>
                  <a:pt x="148" y="205"/>
                </a:lnTo>
                <a:lnTo>
                  <a:pt x="167" y="205"/>
                </a:lnTo>
                <a:lnTo>
                  <a:pt x="152" y="220"/>
                </a:lnTo>
                <a:lnTo>
                  <a:pt x="146" y="229"/>
                </a:lnTo>
                <a:lnTo>
                  <a:pt x="139" y="239"/>
                </a:lnTo>
                <a:lnTo>
                  <a:pt x="137" y="254"/>
                </a:lnTo>
                <a:lnTo>
                  <a:pt x="141" y="267"/>
                </a:lnTo>
                <a:lnTo>
                  <a:pt x="148" y="275"/>
                </a:lnTo>
                <a:lnTo>
                  <a:pt x="165" y="295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7" name="Freeform 1209"/>
          <p:cNvSpPr>
            <a:spLocks/>
          </p:cNvSpPr>
          <p:nvPr/>
        </p:nvSpPr>
        <p:spPr bwMode="auto">
          <a:xfrm>
            <a:off x="3998913" y="2438400"/>
            <a:ext cx="1631950" cy="752475"/>
          </a:xfrm>
          <a:custGeom>
            <a:avLst/>
            <a:gdLst/>
            <a:ahLst/>
            <a:cxnLst>
              <a:cxn ang="0">
                <a:pos x="1325" y="561"/>
              </a:cxn>
              <a:cxn ang="0">
                <a:pos x="1296" y="523"/>
              </a:cxn>
              <a:cxn ang="0">
                <a:pos x="1253" y="493"/>
              </a:cxn>
              <a:cxn ang="0">
                <a:pos x="1203" y="478"/>
              </a:cxn>
              <a:cxn ang="0">
                <a:pos x="1179" y="474"/>
              </a:cxn>
              <a:cxn ang="0">
                <a:pos x="1145" y="446"/>
              </a:cxn>
              <a:cxn ang="0">
                <a:pos x="1121" y="429"/>
              </a:cxn>
              <a:cxn ang="0">
                <a:pos x="1097" y="425"/>
              </a:cxn>
              <a:cxn ang="0">
                <a:pos x="1075" y="422"/>
              </a:cxn>
              <a:cxn ang="0">
                <a:pos x="1054" y="425"/>
              </a:cxn>
              <a:cxn ang="0">
                <a:pos x="1028" y="422"/>
              </a:cxn>
              <a:cxn ang="0">
                <a:pos x="995" y="416"/>
              </a:cxn>
              <a:cxn ang="0">
                <a:pos x="956" y="399"/>
              </a:cxn>
              <a:cxn ang="0">
                <a:pos x="924" y="390"/>
              </a:cxn>
              <a:cxn ang="0">
                <a:pos x="876" y="386"/>
              </a:cxn>
              <a:cxn ang="0">
                <a:pos x="824" y="382"/>
              </a:cxn>
              <a:cxn ang="0">
                <a:pos x="765" y="369"/>
              </a:cxn>
              <a:cxn ang="0">
                <a:pos x="731" y="356"/>
              </a:cxn>
              <a:cxn ang="0">
                <a:pos x="707" y="335"/>
              </a:cxn>
              <a:cxn ang="0">
                <a:pos x="690" y="312"/>
              </a:cxn>
              <a:cxn ang="0">
                <a:pos x="679" y="275"/>
              </a:cxn>
              <a:cxn ang="0">
                <a:pos x="668" y="241"/>
              </a:cxn>
              <a:cxn ang="0">
                <a:pos x="653" y="213"/>
              </a:cxn>
              <a:cxn ang="0">
                <a:pos x="618" y="188"/>
              </a:cxn>
              <a:cxn ang="0">
                <a:pos x="586" y="179"/>
              </a:cxn>
              <a:cxn ang="0">
                <a:pos x="557" y="173"/>
              </a:cxn>
              <a:cxn ang="0">
                <a:pos x="525" y="154"/>
              </a:cxn>
              <a:cxn ang="0">
                <a:pos x="499" y="137"/>
              </a:cxn>
              <a:cxn ang="0">
                <a:pos x="471" y="137"/>
              </a:cxn>
              <a:cxn ang="0">
                <a:pos x="447" y="143"/>
              </a:cxn>
              <a:cxn ang="0">
                <a:pos x="425" y="139"/>
              </a:cxn>
              <a:cxn ang="0">
                <a:pos x="401" y="124"/>
              </a:cxn>
              <a:cxn ang="0">
                <a:pos x="369" y="102"/>
              </a:cxn>
              <a:cxn ang="0">
                <a:pos x="336" y="90"/>
              </a:cxn>
              <a:cxn ang="0">
                <a:pos x="306" y="90"/>
              </a:cxn>
              <a:cxn ang="0">
                <a:pos x="278" y="58"/>
              </a:cxn>
              <a:cxn ang="0">
                <a:pos x="234" y="41"/>
              </a:cxn>
              <a:cxn ang="0">
                <a:pos x="189" y="32"/>
              </a:cxn>
              <a:cxn ang="0">
                <a:pos x="143" y="30"/>
              </a:cxn>
              <a:cxn ang="0">
                <a:pos x="100" y="0"/>
              </a:cxn>
              <a:cxn ang="0">
                <a:pos x="52" y="6"/>
              </a:cxn>
              <a:cxn ang="0">
                <a:pos x="13" y="21"/>
              </a:cxn>
              <a:cxn ang="0">
                <a:pos x="0" y="13"/>
              </a:cxn>
            </a:cxnLst>
            <a:rect l="0" t="0" r="r" b="b"/>
            <a:pathLst>
              <a:path w="1329" h="585">
                <a:moveTo>
                  <a:pt x="1329" y="585"/>
                </a:moveTo>
                <a:lnTo>
                  <a:pt x="1325" y="561"/>
                </a:lnTo>
                <a:lnTo>
                  <a:pt x="1314" y="540"/>
                </a:lnTo>
                <a:lnTo>
                  <a:pt x="1296" y="523"/>
                </a:lnTo>
                <a:lnTo>
                  <a:pt x="1277" y="506"/>
                </a:lnTo>
                <a:lnTo>
                  <a:pt x="1253" y="493"/>
                </a:lnTo>
                <a:lnTo>
                  <a:pt x="1227" y="482"/>
                </a:lnTo>
                <a:lnTo>
                  <a:pt x="1203" y="478"/>
                </a:lnTo>
                <a:lnTo>
                  <a:pt x="1190" y="474"/>
                </a:lnTo>
                <a:lnTo>
                  <a:pt x="1179" y="474"/>
                </a:lnTo>
                <a:lnTo>
                  <a:pt x="1162" y="459"/>
                </a:lnTo>
                <a:lnTo>
                  <a:pt x="1145" y="446"/>
                </a:lnTo>
                <a:lnTo>
                  <a:pt x="1134" y="437"/>
                </a:lnTo>
                <a:lnTo>
                  <a:pt x="1121" y="429"/>
                </a:lnTo>
                <a:lnTo>
                  <a:pt x="1108" y="427"/>
                </a:lnTo>
                <a:lnTo>
                  <a:pt x="1097" y="425"/>
                </a:lnTo>
                <a:lnTo>
                  <a:pt x="1086" y="425"/>
                </a:lnTo>
                <a:lnTo>
                  <a:pt x="1075" y="422"/>
                </a:lnTo>
                <a:lnTo>
                  <a:pt x="1067" y="425"/>
                </a:lnTo>
                <a:lnTo>
                  <a:pt x="1054" y="425"/>
                </a:lnTo>
                <a:lnTo>
                  <a:pt x="1041" y="425"/>
                </a:lnTo>
                <a:lnTo>
                  <a:pt x="1028" y="422"/>
                </a:lnTo>
                <a:lnTo>
                  <a:pt x="1015" y="420"/>
                </a:lnTo>
                <a:lnTo>
                  <a:pt x="995" y="416"/>
                </a:lnTo>
                <a:lnTo>
                  <a:pt x="978" y="410"/>
                </a:lnTo>
                <a:lnTo>
                  <a:pt x="956" y="399"/>
                </a:lnTo>
                <a:lnTo>
                  <a:pt x="943" y="390"/>
                </a:lnTo>
                <a:lnTo>
                  <a:pt x="924" y="390"/>
                </a:lnTo>
                <a:lnTo>
                  <a:pt x="902" y="388"/>
                </a:lnTo>
                <a:lnTo>
                  <a:pt x="876" y="386"/>
                </a:lnTo>
                <a:lnTo>
                  <a:pt x="850" y="384"/>
                </a:lnTo>
                <a:lnTo>
                  <a:pt x="824" y="382"/>
                </a:lnTo>
                <a:lnTo>
                  <a:pt x="794" y="376"/>
                </a:lnTo>
                <a:lnTo>
                  <a:pt x="765" y="369"/>
                </a:lnTo>
                <a:lnTo>
                  <a:pt x="746" y="363"/>
                </a:lnTo>
                <a:lnTo>
                  <a:pt x="731" y="356"/>
                </a:lnTo>
                <a:lnTo>
                  <a:pt x="720" y="346"/>
                </a:lnTo>
                <a:lnTo>
                  <a:pt x="707" y="335"/>
                </a:lnTo>
                <a:lnTo>
                  <a:pt x="696" y="324"/>
                </a:lnTo>
                <a:lnTo>
                  <a:pt x="690" y="312"/>
                </a:lnTo>
                <a:lnTo>
                  <a:pt x="685" y="294"/>
                </a:lnTo>
                <a:lnTo>
                  <a:pt x="679" y="275"/>
                </a:lnTo>
                <a:lnTo>
                  <a:pt x="674" y="258"/>
                </a:lnTo>
                <a:lnTo>
                  <a:pt x="668" y="241"/>
                </a:lnTo>
                <a:lnTo>
                  <a:pt x="661" y="226"/>
                </a:lnTo>
                <a:lnTo>
                  <a:pt x="653" y="213"/>
                </a:lnTo>
                <a:lnTo>
                  <a:pt x="635" y="198"/>
                </a:lnTo>
                <a:lnTo>
                  <a:pt x="618" y="188"/>
                </a:lnTo>
                <a:lnTo>
                  <a:pt x="603" y="184"/>
                </a:lnTo>
                <a:lnTo>
                  <a:pt x="586" y="179"/>
                </a:lnTo>
                <a:lnTo>
                  <a:pt x="573" y="177"/>
                </a:lnTo>
                <a:lnTo>
                  <a:pt x="557" y="173"/>
                </a:lnTo>
                <a:lnTo>
                  <a:pt x="542" y="164"/>
                </a:lnTo>
                <a:lnTo>
                  <a:pt x="525" y="154"/>
                </a:lnTo>
                <a:lnTo>
                  <a:pt x="512" y="143"/>
                </a:lnTo>
                <a:lnTo>
                  <a:pt x="499" y="137"/>
                </a:lnTo>
                <a:lnTo>
                  <a:pt x="486" y="137"/>
                </a:lnTo>
                <a:lnTo>
                  <a:pt x="471" y="137"/>
                </a:lnTo>
                <a:lnTo>
                  <a:pt x="460" y="139"/>
                </a:lnTo>
                <a:lnTo>
                  <a:pt x="447" y="143"/>
                </a:lnTo>
                <a:lnTo>
                  <a:pt x="436" y="143"/>
                </a:lnTo>
                <a:lnTo>
                  <a:pt x="425" y="139"/>
                </a:lnTo>
                <a:lnTo>
                  <a:pt x="414" y="134"/>
                </a:lnTo>
                <a:lnTo>
                  <a:pt x="401" y="124"/>
                </a:lnTo>
                <a:lnTo>
                  <a:pt x="386" y="113"/>
                </a:lnTo>
                <a:lnTo>
                  <a:pt x="369" y="102"/>
                </a:lnTo>
                <a:lnTo>
                  <a:pt x="352" y="96"/>
                </a:lnTo>
                <a:lnTo>
                  <a:pt x="336" y="90"/>
                </a:lnTo>
                <a:lnTo>
                  <a:pt x="321" y="85"/>
                </a:lnTo>
                <a:lnTo>
                  <a:pt x="306" y="90"/>
                </a:lnTo>
                <a:lnTo>
                  <a:pt x="293" y="70"/>
                </a:lnTo>
                <a:lnTo>
                  <a:pt x="278" y="58"/>
                </a:lnTo>
                <a:lnTo>
                  <a:pt x="258" y="47"/>
                </a:lnTo>
                <a:lnTo>
                  <a:pt x="234" y="41"/>
                </a:lnTo>
                <a:lnTo>
                  <a:pt x="213" y="34"/>
                </a:lnTo>
                <a:lnTo>
                  <a:pt x="189" y="32"/>
                </a:lnTo>
                <a:lnTo>
                  <a:pt x="165" y="32"/>
                </a:lnTo>
                <a:lnTo>
                  <a:pt x="143" y="30"/>
                </a:lnTo>
                <a:lnTo>
                  <a:pt x="126" y="9"/>
                </a:lnTo>
                <a:lnTo>
                  <a:pt x="100" y="0"/>
                </a:lnTo>
                <a:lnTo>
                  <a:pt x="76" y="2"/>
                </a:lnTo>
                <a:lnTo>
                  <a:pt x="52" y="6"/>
                </a:lnTo>
                <a:lnTo>
                  <a:pt x="31" y="15"/>
                </a:lnTo>
                <a:lnTo>
                  <a:pt x="13" y="21"/>
                </a:lnTo>
                <a:lnTo>
                  <a:pt x="3" y="21"/>
                </a:lnTo>
                <a:lnTo>
                  <a:pt x="0" y="13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8" name="Freeform 1210"/>
          <p:cNvSpPr>
            <a:spLocks/>
          </p:cNvSpPr>
          <p:nvPr/>
        </p:nvSpPr>
        <p:spPr bwMode="auto">
          <a:xfrm>
            <a:off x="3751263" y="2825750"/>
            <a:ext cx="1663700" cy="336550"/>
          </a:xfrm>
          <a:custGeom>
            <a:avLst/>
            <a:gdLst/>
            <a:ahLst/>
            <a:cxnLst>
              <a:cxn ang="0">
                <a:pos x="6" y="4"/>
              </a:cxn>
              <a:cxn ang="0">
                <a:pos x="19" y="11"/>
              </a:cxn>
              <a:cxn ang="0">
                <a:pos x="32" y="19"/>
              </a:cxn>
              <a:cxn ang="0">
                <a:pos x="45" y="30"/>
              </a:cxn>
              <a:cxn ang="0">
                <a:pos x="58" y="40"/>
              </a:cxn>
              <a:cxn ang="0">
                <a:pos x="74" y="49"/>
              </a:cxn>
              <a:cxn ang="0">
                <a:pos x="89" y="53"/>
              </a:cxn>
              <a:cxn ang="0">
                <a:pos x="106" y="53"/>
              </a:cxn>
              <a:cxn ang="0">
                <a:pos x="115" y="68"/>
              </a:cxn>
              <a:cxn ang="0">
                <a:pos x="130" y="96"/>
              </a:cxn>
              <a:cxn ang="0">
                <a:pos x="160" y="109"/>
              </a:cxn>
              <a:cxn ang="0">
                <a:pos x="204" y="119"/>
              </a:cxn>
              <a:cxn ang="0">
                <a:pos x="245" y="158"/>
              </a:cxn>
              <a:cxn ang="0">
                <a:pos x="282" y="196"/>
              </a:cxn>
              <a:cxn ang="0">
                <a:pos x="340" y="217"/>
              </a:cxn>
              <a:cxn ang="0">
                <a:pos x="420" y="232"/>
              </a:cxn>
              <a:cxn ang="0">
                <a:pos x="494" y="241"/>
              </a:cxn>
              <a:cxn ang="0">
                <a:pos x="537" y="232"/>
              </a:cxn>
              <a:cxn ang="0">
                <a:pos x="581" y="222"/>
              </a:cxn>
              <a:cxn ang="0">
                <a:pos x="635" y="226"/>
              </a:cxn>
              <a:cxn ang="0">
                <a:pos x="687" y="224"/>
              </a:cxn>
              <a:cxn ang="0">
                <a:pos x="737" y="196"/>
              </a:cxn>
              <a:cxn ang="0">
                <a:pos x="795" y="183"/>
              </a:cxn>
              <a:cxn ang="0">
                <a:pos x="847" y="192"/>
              </a:cxn>
              <a:cxn ang="0">
                <a:pos x="888" y="213"/>
              </a:cxn>
              <a:cxn ang="0">
                <a:pos x="927" y="188"/>
              </a:cxn>
              <a:cxn ang="0">
                <a:pos x="966" y="179"/>
              </a:cxn>
              <a:cxn ang="0">
                <a:pos x="1044" y="181"/>
              </a:cxn>
              <a:cxn ang="0">
                <a:pos x="1135" y="194"/>
              </a:cxn>
              <a:cxn ang="0">
                <a:pos x="1211" y="196"/>
              </a:cxn>
              <a:cxn ang="0">
                <a:pos x="1263" y="211"/>
              </a:cxn>
              <a:cxn ang="0">
                <a:pos x="1276" y="262"/>
              </a:cxn>
              <a:cxn ang="0">
                <a:pos x="1315" y="239"/>
              </a:cxn>
              <a:cxn ang="0">
                <a:pos x="1354" y="215"/>
              </a:cxn>
            </a:cxnLst>
            <a:rect l="0" t="0" r="r" b="b"/>
            <a:pathLst>
              <a:path w="1354" h="262">
                <a:moveTo>
                  <a:pt x="0" y="0"/>
                </a:moveTo>
                <a:lnTo>
                  <a:pt x="6" y="4"/>
                </a:lnTo>
                <a:lnTo>
                  <a:pt x="13" y="6"/>
                </a:lnTo>
                <a:lnTo>
                  <a:pt x="19" y="11"/>
                </a:lnTo>
                <a:lnTo>
                  <a:pt x="26" y="15"/>
                </a:lnTo>
                <a:lnTo>
                  <a:pt x="32" y="19"/>
                </a:lnTo>
                <a:lnTo>
                  <a:pt x="39" y="23"/>
                </a:lnTo>
                <a:lnTo>
                  <a:pt x="45" y="30"/>
                </a:lnTo>
                <a:lnTo>
                  <a:pt x="52" y="34"/>
                </a:lnTo>
                <a:lnTo>
                  <a:pt x="58" y="40"/>
                </a:lnTo>
                <a:lnTo>
                  <a:pt x="67" y="45"/>
                </a:lnTo>
                <a:lnTo>
                  <a:pt x="74" y="49"/>
                </a:lnTo>
                <a:lnTo>
                  <a:pt x="82" y="53"/>
                </a:lnTo>
                <a:lnTo>
                  <a:pt x="89" y="53"/>
                </a:lnTo>
                <a:lnTo>
                  <a:pt x="97" y="53"/>
                </a:lnTo>
                <a:lnTo>
                  <a:pt x="106" y="53"/>
                </a:lnTo>
                <a:lnTo>
                  <a:pt x="115" y="49"/>
                </a:lnTo>
                <a:lnTo>
                  <a:pt x="115" y="68"/>
                </a:lnTo>
                <a:lnTo>
                  <a:pt x="121" y="85"/>
                </a:lnTo>
                <a:lnTo>
                  <a:pt x="130" y="96"/>
                </a:lnTo>
                <a:lnTo>
                  <a:pt x="145" y="102"/>
                </a:lnTo>
                <a:lnTo>
                  <a:pt x="160" y="109"/>
                </a:lnTo>
                <a:lnTo>
                  <a:pt x="180" y="113"/>
                </a:lnTo>
                <a:lnTo>
                  <a:pt x="204" y="119"/>
                </a:lnTo>
                <a:lnTo>
                  <a:pt x="234" y="128"/>
                </a:lnTo>
                <a:lnTo>
                  <a:pt x="245" y="158"/>
                </a:lnTo>
                <a:lnTo>
                  <a:pt x="262" y="179"/>
                </a:lnTo>
                <a:lnTo>
                  <a:pt x="282" y="196"/>
                </a:lnTo>
                <a:lnTo>
                  <a:pt x="310" y="209"/>
                </a:lnTo>
                <a:lnTo>
                  <a:pt x="340" y="217"/>
                </a:lnTo>
                <a:lnTo>
                  <a:pt x="377" y="226"/>
                </a:lnTo>
                <a:lnTo>
                  <a:pt x="420" y="232"/>
                </a:lnTo>
                <a:lnTo>
                  <a:pt x="472" y="241"/>
                </a:lnTo>
                <a:lnTo>
                  <a:pt x="494" y="241"/>
                </a:lnTo>
                <a:lnTo>
                  <a:pt x="516" y="237"/>
                </a:lnTo>
                <a:lnTo>
                  <a:pt x="537" y="232"/>
                </a:lnTo>
                <a:lnTo>
                  <a:pt x="559" y="226"/>
                </a:lnTo>
                <a:lnTo>
                  <a:pt x="581" y="222"/>
                </a:lnTo>
                <a:lnTo>
                  <a:pt x="607" y="222"/>
                </a:lnTo>
                <a:lnTo>
                  <a:pt x="635" y="226"/>
                </a:lnTo>
                <a:lnTo>
                  <a:pt x="667" y="241"/>
                </a:lnTo>
                <a:lnTo>
                  <a:pt x="687" y="224"/>
                </a:lnTo>
                <a:lnTo>
                  <a:pt x="711" y="207"/>
                </a:lnTo>
                <a:lnTo>
                  <a:pt x="737" y="196"/>
                </a:lnTo>
                <a:lnTo>
                  <a:pt x="765" y="188"/>
                </a:lnTo>
                <a:lnTo>
                  <a:pt x="795" y="183"/>
                </a:lnTo>
                <a:lnTo>
                  <a:pt x="826" y="185"/>
                </a:lnTo>
                <a:lnTo>
                  <a:pt x="847" y="192"/>
                </a:lnTo>
                <a:lnTo>
                  <a:pt x="867" y="200"/>
                </a:lnTo>
                <a:lnTo>
                  <a:pt x="888" y="213"/>
                </a:lnTo>
                <a:lnTo>
                  <a:pt x="912" y="196"/>
                </a:lnTo>
                <a:lnTo>
                  <a:pt x="927" y="188"/>
                </a:lnTo>
                <a:lnTo>
                  <a:pt x="947" y="181"/>
                </a:lnTo>
                <a:lnTo>
                  <a:pt x="966" y="179"/>
                </a:lnTo>
                <a:lnTo>
                  <a:pt x="999" y="179"/>
                </a:lnTo>
                <a:lnTo>
                  <a:pt x="1044" y="181"/>
                </a:lnTo>
                <a:lnTo>
                  <a:pt x="1090" y="188"/>
                </a:lnTo>
                <a:lnTo>
                  <a:pt x="1135" y="194"/>
                </a:lnTo>
                <a:lnTo>
                  <a:pt x="1174" y="196"/>
                </a:lnTo>
                <a:lnTo>
                  <a:pt x="1211" y="196"/>
                </a:lnTo>
                <a:lnTo>
                  <a:pt x="1242" y="198"/>
                </a:lnTo>
                <a:lnTo>
                  <a:pt x="1263" y="211"/>
                </a:lnTo>
                <a:lnTo>
                  <a:pt x="1274" y="232"/>
                </a:lnTo>
                <a:lnTo>
                  <a:pt x="1276" y="262"/>
                </a:lnTo>
                <a:lnTo>
                  <a:pt x="1296" y="249"/>
                </a:lnTo>
                <a:lnTo>
                  <a:pt x="1315" y="239"/>
                </a:lnTo>
                <a:lnTo>
                  <a:pt x="1335" y="226"/>
                </a:lnTo>
                <a:lnTo>
                  <a:pt x="1354" y="215"/>
                </a:lnTo>
              </a:path>
            </a:pathLst>
          </a:custGeom>
          <a:noFill/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79" name="Freeform 1211"/>
          <p:cNvSpPr>
            <a:spLocks/>
          </p:cNvSpPr>
          <p:nvPr/>
        </p:nvSpPr>
        <p:spPr bwMode="auto">
          <a:xfrm>
            <a:off x="3636963" y="3525838"/>
            <a:ext cx="915987" cy="555625"/>
          </a:xfrm>
          <a:custGeom>
            <a:avLst/>
            <a:gdLst/>
            <a:ahLst/>
            <a:cxnLst>
              <a:cxn ang="0">
                <a:pos x="58" y="32"/>
              </a:cxn>
              <a:cxn ang="0">
                <a:pos x="171" y="92"/>
              </a:cxn>
              <a:cxn ang="0">
                <a:pos x="368" y="160"/>
              </a:cxn>
              <a:cxn ang="0">
                <a:pos x="552" y="151"/>
              </a:cxn>
              <a:cxn ang="0">
                <a:pos x="656" y="77"/>
              </a:cxn>
              <a:cxn ang="0">
                <a:pos x="719" y="83"/>
              </a:cxn>
              <a:cxn ang="0">
                <a:pos x="698" y="113"/>
              </a:cxn>
              <a:cxn ang="0">
                <a:pos x="669" y="134"/>
              </a:cxn>
              <a:cxn ang="0">
                <a:pos x="646" y="166"/>
              </a:cxn>
              <a:cxn ang="0">
                <a:pos x="637" y="194"/>
              </a:cxn>
              <a:cxn ang="0">
                <a:pos x="643" y="224"/>
              </a:cxn>
              <a:cxn ang="0">
                <a:pos x="648" y="254"/>
              </a:cxn>
              <a:cxn ang="0">
                <a:pos x="643" y="279"/>
              </a:cxn>
              <a:cxn ang="0">
                <a:pos x="615" y="324"/>
              </a:cxn>
              <a:cxn ang="0">
                <a:pos x="565" y="375"/>
              </a:cxn>
              <a:cxn ang="0">
                <a:pos x="511" y="409"/>
              </a:cxn>
              <a:cxn ang="0">
                <a:pos x="448" y="429"/>
              </a:cxn>
              <a:cxn ang="0">
                <a:pos x="385" y="433"/>
              </a:cxn>
              <a:cxn ang="0">
                <a:pos x="318" y="424"/>
              </a:cxn>
              <a:cxn ang="0">
                <a:pos x="253" y="401"/>
              </a:cxn>
              <a:cxn ang="0">
                <a:pos x="190" y="365"/>
              </a:cxn>
              <a:cxn ang="0">
                <a:pos x="149" y="331"/>
              </a:cxn>
              <a:cxn ang="0">
                <a:pos x="104" y="288"/>
              </a:cxn>
              <a:cxn ang="0">
                <a:pos x="43" y="217"/>
              </a:cxn>
              <a:cxn ang="0">
                <a:pos x="21" y="183"/>
              </a:cxn>
              <a:cxn ang="0">
                <a:pos x="11" y="151"/>
              </a:cxn>
              <a:cxn ang="0">
                <a:pos x="6" y="132"/>
              </a:cxn>
              <a:cxn ang="0">
                <a:pos x="4" y="115"/>
              </a:cxn>
              <a:cxn ang="0">
                <a:pos x="8" y="104"/>
              </a:cxn>
              <a:cxn ang="0">
                <a:pos x="6" y="89"/>
              </a:cxn>
              <a:cxn ang="0">
                <a:pos x="8" y="72"/>
              </a:cxn>
              <a:cxn ang="0">
                <a:pos x="13" y="60"/>
              </a:cxn>
              <a:cxn ang="0">
                <a:pos x="2" y="43"/>
              </a:cxn>
              <a:cxn ang="0">
                <a:pos x="0" y="21"/>
              </a:cxn>
              <a:cxn ang="0">
                <a:pos x="6" y="0"/>
              </a:cxn>
            </a:cxnLst>
            <a:rect l="0" t="0" r="r" b="b"/>
            <a:pathLst>
              <a:path w="745" h="433">
                <a:moveTo>
                  <a:pt x="6" y="0"/>
                </a:moveTo>
                <a:lnTo>
                  <a:pt x="58" y="32"/>
                </a:lnTo>
                <a:lnTo>
                  <a:pt x="108" y="38"/>
                </a:lnTo>
                <a:lnTo>
                  <a:pt x="171" y="92"/>
                </a:lnTo>
                <a:lnTo>
                  <a:pt x="242" y="132"/>
                </a:lnTo>
                <a:lnTo>
                  <a:pt x="368" y="160"/>
                </a:lnTo>
                <a:lnTo>
                  <a:pt x="468" y="164"/>
                </a:lnTo>
                <a:lnTo>
                  <a:pt x="552" y="151"/>
                </a:lnTo>
                <a:lnTo>
                  <a:pt x="611" y="121"/>
                </a:lnTo>
                <a:lnTo>
                  <a:pt x="656" y="77"/>
                </a:lnTo>
                <a:lnTo>
                  <a:pt x="745" y="60"/>
                </a:lnTo>
                <a:lnTo>
                  <a:pt x="719" y="83"/>
                </a:lnTo>
                <a:lnTo>
                  <a:pt x="711" y="96"/>
                </a:lnTo>
                <a:lnTo>
                  <a:pt x="698" y="113"/>
                </a:lnTo>
                <a:lnTo>
                  <a:pt x="682" y="121"/>
                </a:lnTo>
                <a:lnTo>
                  <a:pt x="669" y="134"/>
                </a:lnTo>
                <a:lnTo>
                  <a:pt x="654" y="153"/>
                </a:lnTo>
                <a:lnTo>
                  <a:pt x="646" y="166"/>
                </a:lnTo>
                <a:lnTo>
                  <a:pt x="637" y="177"/>
                </a:lnTo>
                <a:lnTo>
                  <a:pt x="637" y="194"/>
                </a:lnTo>
                <a:lnTo>
                  <a:pt x="639" y="211"/>
                </a:lnTo>
                <a:lnTo>
                  <a:pt x="643" y="224"/>
                </a:lnTo>
                <a:lnTo>
                  <a:pt x="646" y="239"/>
                </a:lnTo>
                <a:lnTo>
                  <a:pt x="648" y="254"/>
                </a:lnTo>
                <a:lnTo>
                  <a:pt x="648" y="267"/>
                </a:lnTo>
                <a:lnTo>
                  <a:pt x="643" y="279"/>
                </a:lnTo>
                <a:lnTo>
                  <a:pt x="637" y="294"/>
                </a:lnTo>
                <a:lnTo>
                  <a:pt x="615" y="324"/>
                </a:lnTo>
                <a:lnTo>
                  <a:pt x="591" y="352"/>
                </a:lnTo>
                <a:lnTo>
                  <a:pt x="565" y="375"/>
                </a:lnTo>
                <a:lnTo>
                  <a:pt x="537" y="395"/>
                </a:lnTo>
                <a:lnTo>
                  <a:pt x="511" y="409"/>
                </a:lnTo>
                <a:lnTo>
                  <a:pt x="479" y="420"/>
                </a:lnTo>
                <a:lnTo>
                  <a:pt x="448" y="429"/>
                </a:lnTo>
                <a:lnTo>
                  <a:pt x="416" y="433"/>
                </a:lnTo>
                <a:lnTo>
                  <a:pt x="385" y="433"/>
                </a:lnTo>
                <a:lnTo>
                  <a:pt x="351" y="431"/>
                </a:lnTo>
                <a:lnTo>
                  <a:pt x="318" y="424"/>
                </a:lnTo>
                <a:lnTo>
                  <a:pt x="286" y="414"/>
                </a:lnTo>
                <a:lnTo>
                  <a:pt x="253" y="401"/>
                </a:lnTo>
                <a:lnTo>
                  <a:pt x="223" y="384"/>
                </a:lnTo>
                <a:lnTo>
                  <a:pt x="190" y="365"/>
                </a:lnTo>
                <a:lnTo>
                  <a:pt x="169" y="348"/>
                </a:lnTo>
                <a:lnTo>
                  <a:pt x="149" y="331"/>
                </a:lnTo>
                <a:lnTo>
                  <a:pt x="125" y="309"/>
                </a:lnTo>
                <a:lnTo>
                  <a:pt x="104" y="288"/>
                </a:lnTo>
                <a:lnTo>
                  <a:pt x="71" y="254"/>
                </a:lnTo>
                <a:lnTo>
                  <a:pt x="43" y="217"/>
                </a:lnTo>
                <a:lnTo>
                  <a:pt x="28" y="196"/>
                </a:lnTo>
                <a:lnTo>
                  <a:pt x="21" y="183"/>
                </a:lnTo>
                <a:lnTo>
                  <a:pt x="15" y="168"/>
                </a:lnTo>
                <a:lnTo>
                  <a:pt x="11" y="151"/>
                </a:lnTo>
                <a:lnTo>
                  <a:pt x="6" y="141"/>
                </a:lnTo>
                <a:lnTo>
                  <a:pt x="6" y="132"/>
                </a:lnTo>
                <a:lnTo>
                  <a:pt x="6" y="121"/>
                </a:lnTo>
                <a:lnTo>
                  <a:pt x="4" y="115"/>
                </a:lnTo>
                <a:lnTo>
                  <a:pt x="6" y="109"/>
                </a:lnTo>
                <a:lnTo>
                  <a:pt x="8" y="104"/>
                </a:lnTo>
                <a:lnTo>
                  <a:pt x="6" y="96"/>
                </a:lnTo>
                <a:lnTo>
                  <a:pt x="6" y="89"/>
                </a:lnTo>
                <a:lnTo>
                  <a:pt x="11" y="79"/>
                </a:lnTo>
                <a:lnTo>
                  <a:pt x="8" y="72"/>
                </a:lnTo>
                <a:lnTo>
                  <a:pt x="8" y="66"/>
                </a:lnTo>
                <a:lnTo>
                  <a:pt x="13" y="60"/>
                </a:lnTo>
                <a:lnTo>
                  <a:pt x="6" y="51"/>
                </a:lnTo>
                <a:lnTo>
                  <a:pt x="2" y="43"/>
                </a:lnTo>
                <a:lnTo>
                  <a:pt x="2" y="32"/>
                </a:lnTo>
                <a:lnTo>
                  <a:pt x="0" y="21"/>
                </a:lnTo>
                <a:lnTo>
                  <a:pt x="4" y="8"/>
                </a:lnTo>
                <a:lnTo>
                  <a:pt x="6" y="0"/>
                </a:lnTo>
                <a:close/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0" name="Freeform 1212"/>
          <p:cNvSpPr>
            <a:spLocks/>
          </p:cNvSpPr>
          <p:nvPr/>
        </p:nvSpPr>
        <p:spPr bwMode="auto">
          <a:xfrm>
            <a:off x="3657600" y="3617913"/>
            <a:ext cx="879475" cy="260350"/>
          </a:xfrm>
          <a:custGeom>
            <a:avLst/>
            <a:gdLst/>
            <a:ahLst/>
            <a:cxnLst>
              <a:cxn ang="0">
                <a:pos x="715" y="0"/>
              </a:cxn>
              <a:cxn ang="0">
                <a:pos x="711" y="3"/>
              </a:cxn>
              <a:cxn ang="0">
                <a:pos x="709" y="5"/>
              </a:cxn>
              <a:cxn ang="0">
                <a:pos x="704" y="7"/>
              </a:cxn>
              <a:cxn ang="0">
                <a:pos x="702" y="9"/>
              </a:cxn>
              <a:cxn ang="0">
                <a:pos x="700" y="11"/>
              </a:cxn>
              <a:cxn ang="0">
                <a:pos x="696" y="11"/>
              </a:cxn>
              <a:cxn ang="0">
                <a:pos x="694" y="15"/>
              </a:cxn>
              <a:cxn ang="0">
                <a:pos x="689" y="17"/>
              </a:cxn>
              <a:cxn ang="0">
                <a:pos x="685" y="20"/>
              </a:cxn>
              <a:cxn ang="0">
                <a:pos x="683" y="22"/>
              </a:cxn>
              <a:cxn ang="0">
                <a:pos x="678" y="26"/>
              </a:cxn>
              <a:cxn ang="0">
                <a:pos x="676" y="26"/>
              </a:cxn>
              <a:cxn ang="0">
                <a:pos x="674" y="28"/>
              </a:cxn>
              <a:cxn ang="0">
                <a:pos x="670" y="30"/>
              </a:cxn>
              <a:cxn ang="0">
                <a:pos x="668" y="35"/>
              </a:cxn>
              <a:cxn ang="0">
                <a:pos x="665" y="37"/>
              </a:cxn>
              <a:cxn ang="0">
                <a:pos x="663" y="39"/>
              </a:cxn>
              <a:cxn ang="0">
                <a:pos x="659" y="41"/>
              </a:cxn>
              <a:cxn ang="0">
                <a:pos x="657" y="45"/>
              </a:cxn>
              <a:cxn ang="0">
                <a:pos x="652" y="47"/>
              </a:cxn>
              <a:cxn ang="0">
                <a:pos x="650" y="52"/>
              </a:cxn>
              <a:cxn ang="0">
                <a:pos x="646" y="54"/>
              </a:cxn>
              <a:cxn ang="0">
                <a:pos x="644" y="56"/>
              </a:cxn>
              <a:cxn ang="0">
                <a:pos x="642" y="58"/>
              </a:cxn>
              <a:cxn ang="0">
                <a:pos x="629" y="69"/>
              </a:cxn>
              <a:cxn ang="0">
                <a:pos x="613" y="79"/>
              </a:cxn>
              <a:cxn ang="0">
                <a:pos x="600" y="90"/>
              </a:cxn>
              <a:cxn ang="0">
                <a:pos x="585" y="101"/>
              </a:cxn>
              <a:cxn ang="0">
                <a:pos x="570" y="109"/>
              </a:cxn>
              <a:cxn ang="0">
                <a:pos x="555" y="118"/>
              </a:cxn>
              <a:cxn ang="0">
                <a:pos x="540" y="124"/>
              </a:cxn>
              <a:cxn ang="0">
                <a:pos x="524" y="133"/>
              </a:cxn>
              <a:cxn ang="0">
                <a:pos x="509" y="141"/>
              </a:cxn>
              <a:cxn ang="0">
                <a:pos x="494" y="148"/>
              </a:cxn>
              <a:cxn ang="0">
                <a:pos x="479" y="154"/>
              </a:cxn>
              <a:cxn ang="0">
                <a:pos x="462" y="160"/>
              </a:cxn>
              <a:cxn ang="0">
                <a:pos x="442" y="165"/>
              </a:cxn>
              <a:cxn ang="0">
                <a:pos x="423" y="173"/>
              </a:cxn>
              <a:cxn ang="0">
                <a:pos x="399" y="175"/>
              </a:cxn>
              <a:cxn ang="0">
                <a:pos x="366" y="184"/>
              </a:cxn>
              <a:cxn ang="0">
                <a:pos x="334" y="188"/>
              </a:cxn>
              <a:cxn ang="0">
                <a:pos x="303" y="195"/>
              </a:cxn>
              <a:cxn ang="0">
                <a:pos x="273" y="201"/>
              </a:cxn>
              <a:cxn ang="0">
                <a:pos x="243" y="203"/>
              </a:cxn>
              <a:cxn ang="0">
                <a:pos x="215" y="203"/>
              </a:cxn>
              <a:cxn ang="0">
                <a:pos x="186" y="203"/>
              </a:cxn>
              <a:cxn ang="0">
                <a:pos x="163" y="201"/>
              </a:cxn>
              <a:cxn ang="0">
                <a:pos x="137" y="195"/>
              </a:cxn>
              <a:cxn ang="0">
                <a:pos x="111" y="186"/>
              </a:cxn>
              <a:cxn ang="0">
                <a:pos x="87" y="175"/>
              </a:cxn>
              <a:cxn ang="0">
                <a:pos x="65" y="160"/>
              </a:cxn>
              <a:cxn ang="0">
                <a:pos x="43" y="141"/>
              </a:cxn>
              <a:cxn ang="0">
                <a:pos x="24" y="120"/>
              </a:cxn>
              <a:cxn ang="0">
                <a:pos x="0" y="94"/>
              </a:cxn>
            </a:cxnLst>
            <a:rect l="0" t="0" r="r" b="b"/>
            <a:pathLst>
              <a:path w="715" h="203">
                <a:moveTo>
                  <a:pt x="715" y="0"/>
                </a:moveTo>
                <a:lnTo>
                  <a:pt x="711" y="3"/>
                </a:lnTo>
                <a:lnTo>
                  <a:pt x="709" y="5"/>
                </a:lnTo>
                <a:lnTo>
                  <a:pt x="704" y="7"/>
                </a:lnTo>
                <a:lnTo>
                  <a:pt x="702" y="9"/>
                </a:lnTo>
                <a:lnTo>
                  <a:pt x="700" y="11"/>
                </a:lnTo>
                <a:lnTo>
                  <a:pt x="696" y="11"/>
                </a:lnTo>
                <a:lnTo>
                  <a:pt x="694" y="15"/>
                </a:lnTo>
                <a:lnTo>
                  <a:pt x="689" y="17"/>
                </a:lnTo>
                <a:lnTo>
                  <a:pt x="685" y="20"/>
                </a:lnTo>
                <a:lnTo>
                  <a:pt x="683" y="22"/>
                </a:lnTo>
                <a:lnTo>
                  <a:pt x="678" y="26"/>
                </a:lnTo>
                <a:lnTo>
                  <a:pt x="676" y="26"/>
                </a:lnTo>
                <a:lnTo>
                  <a:pt x="674" y="28"/>
                </a:lnTo>
                <a:lnTo>
                  <a:pt x="670" y="30"/>
                </a:lnTo>
                <a:lnTo>
                  <a:pt x="668" y="35"/>
                </a:lnTo>
                <a:lnTo>
                  <a:pt x="665" y="37"/>
                </a:lnTo>
                <a:lnTo>
                  <a:pt x="663" y="39"/>
                </a:lnTo>
                <a:lnTo>
                  <a:pt x="659" y="41"/>
                </a:lnTo>
                <a:lnTo>
                  <a:pt x="657" y="45"/>
                </a:lnTo>
                <a:lnTo>
                  <a:pt x="652" y="47"/>
                </a:lnTo>
                <a:lnTo>
                  <a:pt x="650" y="52"/>
                </a:lnTo>
                <a:lnTo>
                  <a:pt x="646" y="54"/>
                </a:lnTo>
                <a:lnTo>
                  <a:pt x="644" y="56"/>
                </a:lnTo>
                <a:lnTo>
                  <a:pt x="642" y="58"/>
                </a:lnTo>
                <a:lnTo>
                  <a:pt x="629" y="69"/>
                </a:lnTo>
                <a:lnTo>
                  <a:pt x="613" y="79"/>
                </a:lnTo>
                <a:lnTo>
                  <a:pt x="600" y="90"/>
                </a:lnTo>
                <a:lnTo>
                  <a:pt x="585" y="101"/>
                </a:lnTo>
                <a:lnTo>
                  <a:pt x="570" y="109"/>
                </a:lnTo>
                <a:lnTo>
                  <a:pt x="555" y="118"/>
                </a:lnTo>
                <a:lnTo>
                  <a:pt x="540" y="124"/>
                </a:lnTo>
                <a:lnTo>
                  <a:pt x="524" y="133"/>
                </a:lnTo>
                <a:lnTo>
                  <a:pt x="509" y="141"/>
                </a:lnTo>
                <a:lnTo>
                  <a:pt x="494" y="148"/>
                </a:lnTo>
                <a:lnTo>
                  <a:pt x="479" y="154"/>
                </a:lnTo>
                <a:lnTo>
                  <a:pt x="462" y="160"/>
                </a:lnTo>
                <a:lnTo>
                  <a:pt x="442" y="165"/>
                </a:lnTo>
                <a:lnTo>
                  <a:pt x="423" y="173"/>
                </a:lnTo>
                <a:lnTo>
                  <a:pt x="399" y="175"/>
                </a:lnTo>
                <a:lnTo>
                  <a:pt x="366" y="184"/>
                </a:lnTo>
                <a:lnTo>
                  <a:pt x="334" y="188"/>
                </a:lnTo>
                <a:lnTo>
                  <a:pt x="303" y="195"/>
                </a:lnTo>
                <a:lnTo>
                  <a:pt x="273" y="201"/>
                </a:lnTo>
                <a:lnTo>
                  <a:pt x="243" y="203"/>
                </a:lnTo>
                <a:lnTo>
                  <a:pt x="215" y="203"/>
                </a:lnTo>
                <a:lnTo>
                  <a:pt x="186" y="203"/>
                </a:lnTo>
                <a:lnTo>
                  <a:pt x="163" y="201"/>
                </a:lnTo>
                <a:lnTo>
                  <a:pt x="137" y="195"/>
                </a:lnTo>
                <a:lnTo>
                  <a:pt x="111" y="186"/>
                </a:lnTo>
                <a:lnTo>
                  <a:pt x="87" y="175"/>
                </a:lnTo>
                <a:lnTo>
                  <a:pt x="65" y="160"/>
                </a:lnTo>
                <a:lnTo>
                  <a:pt x="43" y="141"/>
                </a:lnTo>
                <a:lnTo>
                  <a:pt x="24" y="120"/>
                </a:lnTo>
                <a:lnTo>
                  <a:pt x="0" y="94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1" name="Freeform 1213"/>
          <p:cNvSpPr>
            <a:spLocks/>
          </p:cNvSpPr>
          <p:nvPr/>
        </p:nvSpPr>
        <p:spPr bwMode="auto">
          <a:xfrm>
            <a:off x="3749675" y="3757613"/>
            <a:ext cx="661988" cy="195262"/>
          </a:xfrm>
          <a:custGeom>
            <a:avLst/>
            <a:gdLst/>
            <a:ahLst/>
            <a:cxnLst>
              <a:cxn ang="0">
                <a:pos x="13" y="98"/>
              </a:cxn>
              <a:cxn ang="0">
                <a:pos x="34" y="109"/>
              </a:cxn>
              <a:cxn ang="0">
                <a:pos x="63" y="118"/>
              </a:cxn>
              <a:cxn ang="0">
                <a:pos x="95" y="122"/>
              </a:cxn>
              <a:cxn ang="0">
                <a:pos x="128" y="124"/>
              </a:cxn>
              <a:cxn ang="0">
                <a:pos x="164" y="124"/>
              </a:cxn>
              <a:cxn ang="0">
                <a:pos x="199" y="120"/>
              </a:cxn>
              <a:cxn ang="0">
                <a:pos x="238" y="113"/>
              </a:cxn>
              <a:cxn ang="0">
                <a:pos x="277" y="107"/>
              </a:cxn>
              <a:cxn ang="0">
                <a:pos x="314" y="98"/>
              </a:cxn>
              <a:cxn ang="0">
                <a:pos x="353" y="88"/>
              </a:cxn>
              <a:cxn ang="0">
                <a:pos x="390" y="75"/>
              </a:cxn>
              <a:cxn ang="0">
                <a:pos x="427" y="60"/>
              </a:cxn>
              <a:cxn ang="0">
                <a:pos x="461" y="45"/>
              </a:cxn>
              <a:cxn ang="0">
                <a:pos x="494" y="26"/>
              </a:cxn>
              <a:cxn ang="0">
                <a:pos x="524" y="11"/>
              </a:cxn>
              <a:cxn ang="0">
                <a:pos x="535" y="9"/>
              </a:cxn>
              <a:cxn ang="0">
                <a:pos x="520" y="24"/>
              </a:cxn>
              <a:cxn ang="0">
                <a:pos x="500" y="41"/>
              </a:cxn>
              <a:cxn ang="0">
                <a:pos x="474" y="58"/>
              </a:cxn>
              <a:cxn ang="0">
                <a:pos x="444" y="73"/>
              </a:cxn>
              <a:cxn ang="0">
                <a:pos x="409" y="88"/>
              </a:cxn>
              <a:cxn ang="0">
                <a:pos x="372" y="100"/>
              </a:cxn>
              <a:cxn ang="0">
                <a:pos x="333" y="113"/>
              </a:cxn>
              <a:cxn ang="0">
                <a:pos x="292" y="126"/>
              </a:cxn>
              <a:cxn ang="0">
                <a:pos x="251" y="135"/>
              </a:cxn>
              <a:cxn ang="0">
                <a:pos x="212" y="143"/>
              </a:cxn>
              <a:cxn ang="0">
                <a:pos x="175" y="147"/>
              </a:cxn>
              <a:cxn ang="0">
                <a:pos x="138" y="152"/>
              </a:cxn>
              <a:cxn ang="0">
                <a:pos x="106" y="152"/>
              </a:cxn>
              <a:cxn ang="0">
                <a:pos x="80" y="147"/>
              </a:cxn>
              <a:cxn ang="0">
                <a:pos x="58" y="143"/>
              </a:cxn>
            </a:cxnLst>
            <a:rect l="0" t="0" r="r" b="b"/>
            <a:pathLst>
              <a:path w="539" h="152">
                <a:moveTo>
                  <a:pt x="0" y="92"/>
                </a:moveTo>
                <a:lnTo>
                  <a:pt x="13" y="98"/>
                </a:lnTo>
                <a:lnTo>
                  <a:pt x="24" y="105"/>
                </a:lnTo>
                <a:lnTo>
                  <a:pt x="34" y="109"/>
                </a:lnTo>
                <a:lnTo>
                  <a:pt x="50" y="113"/>
                </a:lnTo>
                <a:lnTo>
                  <a:pt x="63" y="118"/>
                </a:lnTo>
                <a:lnTo>
                  <a:pt x="80" y="120"/>
                </a:lnTo>
                <a:lnTo>
                  <a:pt x="95" y="122"/>
                </a:lnTo>
                <a:lnTo>
                  <a:pt x="110" y="124"/>
                </a:lnTo>
                <a:lnTo>
                  <a:pt x="128" y="124"/>
                </a:lnTo>
                <a:lnTo>
                  <a:pt x="145" y="124"/>
                </a:lnTo>
                <a:lnTo>
                  <a:pt x="164" y="124"/>
                </a:lnTo>
                <a:lnTo>
                  <a:pt x="182" y="122"/>
                </a:lnTo>
                <a:lnTo>
                  <a:pt x="199" y="120"/>
                </a:lnTo>
                <a:lnTo>
                  <a:pt x="219" y="118"/>
                </a:lnTo>
                <a:lnTo>
                  <a:pt x="238" y="113"/>
                </a:lnTo>
                <a:lnTo>
                  <a:pt x="258" y="111"/>
                </a:lnTo>
                <a:lnTo>
                  <a:pt x="277" y="107"/>
                </a:lnTo>
                <a:lnTo>
                  <a:pt x="297" y="103"/>
                </a:lnTo>
                <a:lnTo>
                  <a:pt x="314" y="98"/>
                </a:lnTo>
                <a:lnTo>
                  <a:pt x="333" y="92"/>
                </a:lnTo>
                <a:lnTo>
                  <a:pt x="353" y="88"/>
                </a:lnTo>
                <a:lnTo>
                  <a:pt x="372" y="81"/>
                </a:lnTo>
                <a:lnTo>
                  <a:pt x="390" y="75"/>
                </a:lnTo>
                <a:lnTo>
                  <a:pt x="409" y="66"/>
                </a:lnTo>
                <a:lnTo>
                  <a:pt x="427" y="60"/>
                </a:lnTo>
                <a:lnTo>
                  <a:pt x="446" y="51"/>
                </a:lnTo>
                <a:lnTo>
                  <a:pt x="461" y="45"/>
                </a:lnTo>
                <a:lnTo>
                  <a:pt x="479" y="34"/>
                </a:lnTo>
                <a:lnTo>
                  <a:pt x="494" y="26"/>
                </a:lnTo>
                <a:lnTo>
                  <a:pt x="509" y="19"/>
                </a:lnTo>
                <a:lnTo>
                  <a:pt x="524" y="11"/>
                </a:lnTo>
                <a:lnTo>
                  <a:pt x="539" y="0"/>
                </a:lnTo>
                <a:lnTo>
                  <a:pt x="535" y="9"/>
                </a:lnTo>
                <a:lnTo>
                  <a:pt x="529" y="15"/>
                </a:lnTo>
                <a:lnTo>
                  <a:pt x="520" y="24"/>
                </a:lnTo>
                <a:lnTo>
                  <a:pt x="511" y="32"/>
                </a:lnTo>
                <a:lnTo>
                  <a:pt x="500" y="41"/>
                </a:lnTo>
                <a:lnTo>
                  <a:pt x="490" y="49"/>
                </a:lnTo>
                <a:lnTo>
                  <a:pt x="474" y="58"/>
                </a:lnTo>
                <a:lnTo>
                  <a:pt x="459" y="64"/>
                </a:lnTo>
                <a:lnTo>
                  <a:pt x="444" y="73"/>
                </a:lnTo>
                <a:lnTo>
                  <a:pt x="429" y="81"/>
                </a:lnTo>
                <a:lnTo>
                  <a:pt x="409" y="88"/>
                </a:lnTo>
                <a:lnTo>
                  <a:pt x="392" y="94"/>
                </a:lnTo>
                <a:lnTo>
                  <a:pt x="372" y="100"/>
                </a:lnTo>
                <a:lnTo>
                  <a:pt x="353" y="107"/>
                </a:lnTo>
                <a:lnTo>
                  <a:pt x="333" y="113"/>
                </a:lnTo>
                <a:lnTo>
                  <a:pt x="314" y="120"/>
                </a:lnTo>
                <a:lnTo>
                  <a:pt x="292" y="126"/>
                </a:lnTo>
                <a:lnTo>
                  <a:pt x="273" y="130"/>
                </a:lnTo>
                <a:lnTo>
                  <a:pt x="251" y="135"/>
                </a:lnTo>
                <a:lnTo>
                  <a:pt x="232" y="139"/>
                </a:lnTo>
                <a:lnTo>
                  <a:pt x="212" y="143"/>
                </a:lnTo>
                <a:lnTo>
                  <a:pt x="193" y="145"/>
                </a:lnTo>
                <a:lnTo>
                  <a:pt x="175" y="147"/>
                </a:lnTo>
                <a:lnTo>
                  <a:pt x="156" y="150"/>
                </a:lnTo>
                <a:lnTo>
                  <a:pt x="138" y="152"/>
                </a:lnTo>
                <a:lnTo>
                  <a:pt x="123" y="152"/>
                </a:lnTo>
                <a:lnTo>
                  <a:pt x="106" y="152"/>
                </a:lnTo>
                <a:lnTo>
                  <a:pt x="91" y="150"/>
                </a:lnTo>
                <a:lnTo>
                  <a:pt x="80" y="147"/>
                </a:lnTo>
                <a:lnTo>
                  <a:pt x="67" y="145"/>
                </a:lnTo>
                <a:lnTo>
                  <a:pt x="58" y="143"/>
                </a:lnTo>
                <a:lnTo>
                  <a:pt x="50" y="139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2" name="Freeform 1214"/>
          <p:cNvSpPr>
            <a:spLocks/>
          </p:cNvSpPr>
          <p:nvPr/>
        </p:nvSpPr>
        <p:spPr bwMode="auto">
          <a:xfrm>
            <a:off x="3884613" y="3798888"/>
            <a:ext cx="538162" cy="242887"/>
          </a:xfrm>
          <a:custGeom>
            <a:avLst/>
            <a:gdLst/>
            <a:ahLst/>
            <a:cxnLst>
              <a:cxn ang="0">
                <a:pos x="13" y="154"/>
              </a:cxn>
              <a:cxn ang="0">
                <a:pos x="37" y="154"/>
              </a:cxn>
              <a:cxn ang="0">
                <a:pos x="65" y="152"/>
              </a:cxn>
              <a:cxn ang="0">
                <a:pos x="96" y="145"/>
              </a:cxn>
              <a:cxn ang="0">
                <a:pos x="124" y="141"/>
              </a:cxn>
              <a:cxn ang="0">
                <a:pos x="154" y="135"/>
              </a:cxn>
              <a:cxn ang="0">
                <a:pos x="187" y="126"/>
              </a:cxn>
              <a:cxn ang="0">
                <a:pos x="219" y="118"/>
              </a:cxn>
              <a:cxn ang="0">
                <a:pos x="249" y="107"/>
              </a:cxn>
              <a:cxn ang="0">
                <a:pos x="278" y="96"/>
              </a:cxn>
              <a:cxn ang="0">
                <a:pos x="308" y="81"/>
              </a:cxn>
              <a:cxn ang="0">
                <a:pos x="336" y="68"/>
              </a:cxn>
              <a:cxn ang="0">
                <a:pos x="362" y="56"/>
              </a:cxn>
              <a:cxn ang="0">
                <a:pos x="386" y="41"/>
              </a:cxn>
              <a:cxn ang="0">
                <a:pos x="408" y="26"/>
              </a:cxn>
              <a:cxn ang="0">
                <a:pos x="427" y="9"/>
              </a:cxn>
              <a:cxn ang="0">
                <a:pos x="438" y="7"/>
              </a:cxn>
              <a:cxn ang="0">
                <a:pos x="434" y="22"/>
              </a:cxn>
              <a:cxn ang="0">
                <a:pos x="425" y="39"/>
              </a:cxn>
              <a:cxn ang="0">
                <a:pos x="410" y="54"/>
              </a:cxn>
              <a:cxn ang="0">
                <a:pos x="390" y="68"/>
              </a:cxn>
              <a:cxn ang="0">
                <a:pos x="369" y="86"/>
              </a:cxn>
              <a:cxn ang="0">
                <a:pos x="340" y="100"/>
              </a:cxn>
              <a:cxn ang="0">
                <a:pos x="312" y="118"/>
              </a:cxn>
              <a:cxn ang="0">
                <a:pos x="282" y="130"/>
              </a:cxn>
              <a:cxn ang="0">
                <a:pos x="249" y="143"/>
              </a:cxn>
              <a:cxn ang="0">
                <a:pos x="217" y="154"/>
              </a:cxn>
              <a:cxn ang="0">
                <a:pos x="184" y="164"/>
              </a:cxn>
              <a:cxn ang="0">
                <a:pos x="152" y="173"/>
              </a:cxn>
              <a:cxn ang="0">
                <a:pos x="122" y="182"/>
              </a:cxn>
              <a:cxn ang="0">
                <a:pos x="93" y="186"/>
              </a:cxn>
              <a:cxn ang="0">
                <a:pos x="67" y="188"/>
              </a:cxn>
            </a:cxnLst>
            <a:rect l="0" t="0" r="r" b="b"/>
            <a:pathLst>
              <a:path w="438" h="188">
                <a:moveTo>
                  <a:pt x="0" y="154"/>
                </a:moveTo>
                <a:lnTo>
                  <a:pt x="13" y="154"/>
                </a:lnTo>
                <a:lnTo>
                  <a:pt x="24" y="154"/>
                </a:lnTo>
                <a:lnTo>
                  <a:pt x="37" y="154"/>
                </a:lnTo>
                <a:lnTo>
                  <a:pt x="52" y="152"/>
                </a:lnTo>
                <a:lnTo>
                  <a:pt x="65" y="152"/>
                </a:lnTo>
                <a:lnTo>
                  <a:pt x="80" y="150"/>
                </a:lnTo>
                <a:lnTo>
                  <a:pt x="96" y="145"/>
                </a:lnTo>
                <a:lnTo>
                  <a:pt x="109" y="143"/>
                </a:lnTo>
                <a:lnTo>
                  <a:pt x="124" y="141"/>
                </a:lnTo>
                <a:lnTo>
                  <a:pt x="139" y="137"/>
                </a:lnTo>
                <a:lnTo>
                  <a:pt x="154" y="135"/>
                </a:lnTo>
                <a:lnTo>
                  <a:pt x="171" y="130"/>
                </a:lnTo>
                <a:lnTo>
                  <a:pt x="187" y="126"/>
                </a:lnTo>
                <a:lnTo>
                  <a:pt x="202" y="122"/>
                </a:lnTo>
                <a:lnTo>
                  <a:pt x="219" y="118"/>
                </a:lnTo>
                <a:lnTo>
                  <a:pt x="234" y="111"/>
                </a:lnTo>
                <a:lnTo>
                  <a:pt x="249" y="107"/>
                </a:lnTo>
                <a:lnTo>
                  <a:pt x="265" y="100"/>
                </a:lnTo>
                <a:lnTo>
                  <a:pt x="278" y="96"/>
                </a:lnTo>
                <a:lnTo>
                  <a:pt x="293" y="88"/>
                </a:lnTo>
                <a:lnTo>
                  <a:pt x="308" y="81"/>
                </a:lnTo>
                <a:lnTo>
                  <a:pt x="321" y="75"/>
                </a:lnTo>
                <a:lnTo>
                  <a:pt x="336" y="68"/>
                </a:lnTo>
                <a:lnTo>
                  <a:pt x="349" y="62"/>
                </a:lnTo>
                <a:lnTo>
                  <a:pt x="362" y="56"/>
                </a:lnTo>
                <a:lnTo>
                  <a:pt x="373" y="47"/>
                </a:lnTo>
                <a:lnTo>
                  <a:pt x="386" y="41"/>
                </a:lnTo>
                <a:lnTo>
                  <a:pt x="397" y="32"/>
                </a:lnTo>
                <a:lnTo>
                  <a:pt x="408" y="26"/>
                </a:lnTo>
                <a:lnTo>
                  <a:pt x="419" y="17"/>
                </a:lnTo>
                <a:lnTo>
                  <a:pt x="427" y="9"/>
                </a:lnTo>
                <a:lnTo>
                  <a:pt x="436" y="0"/>
                </a:lnTo>
                <a:lnTo>
                  <a:pt x="438" y="7"/>
                </a:lnTo>
                <a:lnTo>
                  <a:pt x="436" y="15"/>
                </a:lnTo>
                <a:lnTo>
                  <a:pt x="434" y="22"/>
                </a:lnTo>
                <a:lnTo>
                  <a:pt x="429" y="30"/>
                </a:lnTo>
                <a:lnTo>
                  <a:pt x="425" y="39"/>
                </a:lnTo>
                <a:lnTo>
                  <a:pt x="419" y="45"/>
                </a:lnTo>
                <a:lnTo>
                  <a:pt x="410" y="54"/>
                </a:lnTo>
                <a:lnTo>
                  <a:pt x="401" y="62"/>
                </a:lnTo>
                <a:lnTo>
                  <a:pt x="390" y="68"/>
                </a:lnTo>
                <a:lnTo>
                  <a:pt x="382" y="77"/>
                </a:lnTo>
                <a:lnTo>
                  <a:pt x="369" y="86"/>
                </a:lnTo>
                <a:lnTo>
                  <a:pt x="356" y="94"/>
                </a:lnTo>
                <a:lnTo>
                  <a:pt x="340" y="100"/>
                </a:lnTo>
                <a:lnTo>
                  <a:pt x="327" y="109"/>
                </a:lnTo>
                <a:lnTo>
                  <a:pt x="312" y="118"/>
                </a:lnTo>
                <a:lnTo>
                  <a:pt x="299" y="122"/>
                </a:lnTo>
                <a:lnTo>
                  <a:pt x="282" y="130"/>
                </a:lnTo>
                <a:lnTo>
                  <a:pt x="267" y="137"/>
                </a:lnTo>
                <a:lnTo>
                  <a:pt x="249" y="143"/>
                </a:lnTo>
                <a:lnTo>
                  <a:pt x="234" y="150"/>
                </a:lnTo>
                <a:lnTo>
                  <a:pt x="217" y="154"/>
                </a:lnTo>
                <a:lnTo>
                  <a:pt x="200" y="160"/>
                </a:lnTo>
                <a:lnTo>
                  <a:pt x="184" y="164"/>
                </a:lnTo>
                <a:lnTo>
                  <a:pt x="167" y="171"/>
                </a:lnTo>
                <a:lnTo>
                  <a:pt x="152" y="173"/>
                </a:lnTo>
                <a:lnTo>
                  <a:pt x="137" y="177"/>
                </a:lnTo>
                <a:lnTo>
                  <a:pt x="122" y="182"/>
                </a:lnTo>
                <a:lnTo>
                  <a:pt x="106" y="184"/>
                </a:lnTo>
                <a:lnTo>
                  <a:pt x="93" y="186"/>
                </a:lnTo>
                <a:lnTo>
                  <a:pt x="78" y="188"/>
                </a:lnTo>
                <a:lnTo>
                  <a:pt x="67" y="188"/>
                </a:lnTo>
                <a:lnTo>
                  <a:pt x="54" y="188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3" name="Freeform 1215"/>
          <p:cNvSpPr>
            <a:spLocks/>
          </p:cNvSpPr>
          <p:nvPr/>
        </p:nvSpPr>
        <p:spPr bwMode="auto">
          <a:xfrm>
            <a:off x="4027488" y="3876675"/>
            <a:ext cx="390525" cy="200025"/>
          </a:xfrm>
          <a:custGeom>
            <a:avLst/>
            <a:gdLst/>
            <a:ahLst/>
            <a:cxnLst>
              <a:cxn ang="0">
                <a:pos x="0" y="145"/>
              </a:cxn>
              <a:cxn ang="0">
                <a:pos x="26" y="143"/>
              </a:cxn>
              <a:cxn ang="0">
                <a:pos x="52" y="139"/>
              </a:cxn>
              <a:cxn ang="0">
                <a:pos x="76" y="132"/>
              </a:cxn>
              <a:cxn ang="0">
                <a:pos x="102" y="126"/>
              </a:cxn>
              <a:cxn ang="0">
                <a:pos x="124" y="119"/>
              </a:cxn>
              <a:cxn ang="0">
                <a:pos x="148" y="109"/>
              </a:cxn>
              <a:cxn ang="0">
                <a:pos x="169" y="100"/>
              </a:cxn>
              <a:cxn ang="0">
                <a:pos x="191" y="90"/>
              </a:cxn>
              <a:cxn ang="0">
                <a:pos x="208" y="79"/>
              </a:cxn>
              <a:cxn ang="0">
                <a:pos x="228" y="68"/>
              </a:cxn>
              <a:cxn ang="0">
                <a:pos x="245" y="58"/>
              </a:cxn>
              <a:cxn ang="0">
                <a:pos x="263" y="45"/>
              </a:cxn>
              <a:cxn ang="0">
                <a:pos x="278" y="34"/>
              </a:cxn>
              <a:cxn ang="0">
                <a:pos x="293" y="23"/>
              </a:cxn>
              <a:cxn ang="0">
                <a:pos x="306" y="11"/>
              </a:cxn>
              <a:cxn ang="0">
                <a:pos x="317" y="0"/>
              </a:cxn>
              <a:cxn ang="0">
                <a:pos x="308" y="19"/>
              </a:cxn>
              <a:cxn ang="0">
                <a:pos x="297" y="34"/>
              </a:cxn>
              <a:cxn ang="0">
                <a:pos x="284" y="49"/>
              </a:cxn>
              <a:cxn ang="0">
                <a:pos x="269" y="64"/>
              </a:cxn>
              <a:cxn ang="0">
                <a:pos x="252" y="79"/>
              </a:cxn>
              <a:cxn ang="0">
                <a:pos x="234" y="90"/>
              </a:cxn>
              <a:cxn ang="0">
                <a:pos x="215" y="102"/>
              </a:cxn>
              <a:cxn ang="0">
                <a:pos x="195" y="113"/>
              </a:cxn>
              <a:cxn ang="0">
                <a:pos x="174" y="124"/>
              </a:cxn>
              <a:cxn ang="0">
                <a:pos x="152" y="132"/>
              </a:cxn>
              <a:cxn ang="0">
                <a:pos x="132" y="141"/>
              </a:cxn>
              <a:cxn ang="0">
                <a:pos x="113" y="145"/>
              </a:cxn>
              <a:cxn ang="0">
                <a:pos x="93" y="149"/>
              </a:cxn>
              <a:cxn ang="0">
                <a:pos x="74" y="154"/>
              </a:cxn>
              <a:cxn ang="0">
                <a:pos x="57" y="156"/>
              </a:cxn>
              <a:cxn ang="0">
                <a:pos x="41" y="156"/>
              </a:cxn>
            </a:cxnLst>
            <a:rect l="0" t="0" r="r" b="b"/>
            <a:pathLst>
              <a:path w="317" h="156">
                <a:moveTo>
                  <a:pt x="0" y="145"/>
                </a:moveTo>
                <a:lnTo>
                  <a:pt x="26" y="143"/>
                </a:lnTo>
                <a:lnTo>
                  <a:pt x="52" y="139"/>
                </a:lnTo>
                <a:lnTo>
                  <a:pt x="76" y="132"/>
                </a:lnTo>
                <a:lnTo>
                  <a:pt x="102" y="126"/>
                </a:lnTo>
                <a:lnTo>
                  <a:pt x="124" y="119"/>
                </a:lnTo>
                <a:lnTo>
                  <a:pt x="148" y="109"/>
                </a:lnTo>
                <a:lnTo>
                  <a:pt x="169" y="100"/>
                </a:lnTo>
                <a:lnTo>
                  <a:pt x="191" y="90"/>
                </a:lnTo>
                <a:lnTo>
                  <a:pt x="208" y="79"/>
                </a:lnTo>
                <a:lnTo>
                  <a:pt x="228" y="68"/>
                </a:lnTo>
                <a:lnTo>
                  <a:pt x="245" y="58"/>
                </a:lnTo>
                <a:lnTo>
                  <a:pt x="263" y="45"/>
                </a:lnTo>
                <a:lnTo>
                  <a:pt x="278" y="34"/>
                </a:lnTo>
                <a:lnTo>
                  <a:pt x="293" y="23"/>
                </a:lnTo>
                <a:lnTo>
                  <a:pt x="306" y="11"/>
                </a:lnTo>
                <a:lnTo>
                  <a:pt x="317" y="0"/>
                </a:lnTo>
                <a:lnTo>
                  <a:pt x="308" y="19"/>
                </a:lnTo>
                <a:lnTo>
                  <a:pt x="297" y="34"/>
                </a:lnTo>
                <a:lnTo>
                  <a:pt x="284" y="49"/>
                </a:lnTo>
                <a:lnTo>
                  <a:pt x="269" y="64"/>
                </a:lnTo>
                <a:lnTo>
                  <a:pt x="252" y="79"/>
                </a:lnTo>
                <a:lnTo>
                  <a:pt x="234" y="90"/>
                </a:lnTo>
                <a:lnTo>
                  <a:pt x="215" y="102"/>
                </a:lnTo>
                <a:lnTo>
                  <a:pt x="195" y="113"/>
                </a:lnTo>
                <a:lnTo>
                  <a:pt x="174" y="124"/>
                </a:lnTo>
                <a:lnTo>
                  <a:pt x="152" y="132"/>
                </a:lnTo>
                <a:lnTo>
                  <a:pt x="132" y="141"/>
                </a:lnTo>
                <a:lnTo>
                  <a:pt x="113" y="145"/>
                </a:lnTo>
                <a:lnTo>
                  <a:pt x="93" y="149"/>
                </a:lnTo>
                <a:lnTo>
                  <a:pt x="74" y="154"/>
                </a:lnTo>
                <a:lnTo>
                  <a:pt x="57" y="156"/>
                </a:lnTo>
                <a:lnTo>
                  <a:pt x="41" y="156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4" name="Freeform 1216"/>
          <p:cNvSpPr>
            <a:spLocks/>
          </p:cNvSpPr>
          <p:nvPr/>
        </p:nvSpPr>
        <p:spPr bwMode="auto">
          <a:xfrm>
            <a:off x="3646488" y="3665538"/>
            <a:ext cx="725487" cy="177800"/>
          </a:xfrm>
          <a:custGeom>
            <a:avLst/>
            <a:gdLst/>
            <a:ahLst/>
            <a:cxnLst>
              <a:cxn ang="0">
                <a:pos x="13" y="36"/>
              </a:cxn>
              <a:cxn ang="0">
                <a:pos x="44" y="66"/>
              </a:cxn>
              <a:cxn ang="0">
                <a:pos x="78" y="91"/>
              </a:cxn>
              <a:cxn ang="0">
                <a:pos x="113" y="111"/>
              </a:cxn>
              <a:cxn ang="0">
                <a:pos x="152" y="123"/>
              </a:cxn>
              <a:cxn ang="0">
                <a:pos x="193" y="134"/>
              </a:cxn>
              <a:cxn ang="0">
                <a:pos x="234" y="138"/>
              </a:cxn>
              <a:cxn ang="0">
                <a:pos x="278" y="138"/>
              </a:cxn>
              <a:cxn ang="0">
                <a:pos x="321" y="138"/>
              </a:cxn>
              <a:cxn ang="0">
                <a:pos x="362" y="132"/>
              </a:cxn>
              <a:cxn ang="0">
                <a:pos x="406" y="123"/>
              </a:cxn>
              <a:cxn ang="0">
                <a:pos x="445" y="113"/>
              </a:cxn>
              <a:cxn ang="0">
                <a:pos x="481" y="100"/>
              </a:cxn>
              <a:cxn ang="0">
                <a:pos x="516" y="87"/>
              </a:cxn>
              <a:cxn ang="0">
                <a:pos x="549" y="74"/>
              </a:cxn>
              <a:cxn ang="0">
                <a:pos x="577" y="59"/>
              </a:cxn>
              <a:cxn ang="0">
                <a:pos x="566" y="57"/>
              </a:cxn>
              <a:cxn ang="0">
                <a:pos x="523" y="70"/>
              </a:cxn>
              <a:cxn ang="0">
                <a:pos x="479" y="83"/>
              </a:cxn>
              <a:cxn ang="0">
                <a:pos x="438" y="94"/>
              </a:cxn>
              <a:cxn ang="0">
                <a:pos x="399" y="102"/>
              </a:cxn>
              <a:cxn ang="0">
                <a:pos x="360" y="108"/>
              </a:cxn>
              <a:cxn ang="0">
                <a:pos x="321" y="113"/>
              </a:cxn>
              <a:cxn ang="0">
                <a:pos x="284" y="115"/>
              </a:cxn>
              <a:cxn ang="0">
                <a:pos x="247" y="115"/>
              </a:cxn>
              <a:cxn ang="0">
                <a:pos x="213" y="111"/>
              </a:cxn>
              <a:cxn ang="0">
                <a:pos x="178" y="104"/>
              </a:cxn>
              <a:cxn ang="0">
                <a:pos x="146" y="94"/>
              </a:cxn>
              <a:cxn ang="0">
                <a:pos x="111" y="81"/>
              </a:cxn>
              <a:cxn ang="0">
                <a:pos x="78" y="62"/>
              </a:cxn>
              <a:cxn ang="0">
                <a:pos x="48" y="40"/>
              </a:cxn>
              <a:cxn ang="0">
                <a:pos x="16" y="17"/>
              </a:cxn>
            </a:cxnLst>
            <a:rect l="0" t="0" r="r" b="b"/>
            <a:pathLst>
              <a:path w="590" h="138">
                <a:moveTo>
                  <a:pt x="0" y="19"/>
                </a:moveTo>
                <a:lnTo>
                  <a:pt x="13" y="36"/>
                </a:lnTo>
                <a:lnTo>
                  <a:pt x="29" y="51"/>
                </a:lnTo>
                <a:lnTo>
                  <a:pt x="44" y="66"/>
                </a:lnTo>
                <a:lnTo>
                  <a:pt x="61" y="81"/>
                </a:lnTo>
                <a:lnTo>
                  <a:pt x="78" y="91"/>
                </a:lnTo>
                <a:lnTo>
                  <a:pt x="96" y="102"/>
                </a:lnTo>
                <a:lnTo>
                  <a:pt x="113" y="111"/>
                </a:lnTo>
                <a:lnTo>
                  <a:pt x="133" y="119"/>
                </a:lnTo>
                <a:lnTo>
                  <a:pt x="152" y="123"/>
                </a:lnTo>
                <a:lnTo>
                  <a:pt x="174" y="130"/>
                </a:lnTo>
                <a:lnTo>
                  <a:pt x="193" y="134"/>
                </a:lnTo>
                <a:lnTo>
                  <a:pt x="215" y="136"/>
                </a:lnTo>
                <a:lnTo>
                  <a:pt x="234" y="138"/>
                </a:lnTo>
                <a:lnTo>
                  <a:pt x="258" y="138"/>
                </a:lnTo>
                <a:lnTo>
                  <a:pt x="278" y="138"/>
                </a:lnTo>
                <a:lnTo>
                  <a:pt x="299" y="138"/>
                </a:lnTo>
                <a:lnTo>
                  <a:pt x="321" y="138"/>
                </a:lnTo>
                <a:lnTo>
                  <a:pt x="343" y="136"/>
                </a:lnTo>
                <a:lnTo>
                  <a:pt x="362" y="132"/>
                </a:lnTo>
                <a:lnTo>
                  <a:pt x="384" y="128"/>
                </a:lnTo>
                <a:lnTo>
                  <a:pt x="406" y="123"/>
                </a:lnTo>
                <a:lnTo>
                  <a:pt x="425" y="119"/>
                </a:lnTo>
                <a:lnTo>
                  <a:pt x="445" y="113"/>
                </a:lnTo>
                <a:lnTo>
                  <a:pt x="464" y="106"/>
                </a:lnTo>
                <a:lnTo>
                  <a:pt x="481" y="100"/>
                </a:lnTo>
                <a:lnTo>
                  <a:pt x="501" y="94"/>
                </a:lnTo>
                <a:lnTo>
                  <a:pt x="516" y="87"/>
                </a:lnTo>
                <a:lnTo>
                  <a:pt x="533" y="81"/>
                </a:lnTo>
                <a:lnTo>
                  <a:pt x="549" y="74"/>
                </a:lnTo>
                <a:lnTo>
                  <a:pt x="564" y="66"/>
                </a:lnTo>
                <a:lnTo>
                  <a:pt x="577" y="59"/>
                </a:lnTo>
                <a:lnTo>
                  <a:pt x="590" y="51"/>
                </a:lnTo>
                <a:lnTo>
                  <a:pt x="566" y="57"/>
                </a:lnTo>
                <a:lnTo>
                  <a:pt x="544" y="64"/>
                </a:lnTo>
                <a:lnTo>
                  <a:pt x="523" y="70"/>
                </a:lnTo>
                <a:lnTo>
                  <a:pt x="503" y="76"/>
                </a:lnTo>
                <a:lnTo>
                  <a:pt x="479" y="83"/>
                </a:lnTo>
                <a:lnTo>
                  <a:pt x="460" y="87"/>
                </a:lnTo>
                <a:lnTo>
                  <a:pt x="438" y="94"/>
                </a:lnTo>
                <a:lnTo>
                  <a:pt x="419" y="98"/>
                </a:lnTo>
                <a:lnTo>
                  <a:pt x="399" y="102"/>
                </a:lnTo>
                <a:lnTo>
                  <a:pt x="380" y="104"/>
                </a:lnTo>
                <a:lnTo>
                  <a:pt x="360" y="108"/>
                </a:lnTo>
                <a:lnTo>
                  <a:pt x="341" y="111"/>
                </a:lnTo>
                <a:lnTo>
                  <a:pt x="321" y="113"/>
                </a:lnTo>
                <a:lnTo>
                  <a:pt x="302" y="113"/>
                </a:lnTo>
                <a:lnTo>
                  <a:pt x="284" y="115"/>
                </a:lnTo>
                <a:lnTo>
                  <a:pt x="267" y="115"/>
                </a:lnTo>
                <a:lnTo>
                  <a:pt x="247" y="115"/>
                </a:lnTo>
                <a:lnTo>
                  <a:pt x="230" y="113"/>
                </a:lnTo>
                <a:lnTo>
                  <a:pt x="213" y="111"/>
                </a:lnTo>
                <a:lnTo>
                  <a:pt x="195" y="108"/>
                </a:lnTo>
                <a:lnTo>
                  <a:pt x="178" y="104"/>
                </a:lnTo>
                <a:lnTo>
                  <a:pt x="163" y="98"/>
                </a:lnTo>
                <a:lnTo>
                  <a:pt x="146" y="94"/>
                </a:lnTo>
                <a:lnTo>
                  <a:pt x="128" y="87"/>
                </a:lnTo>
                <a:lnTo>
                  <a:pt x="111" y="81"/>
                </a:lnTo>
                <a:lnTo>
                  <a:pt x="96" y="72"/>
                </a:lnTo>
                <a:lnTo>
                  <a:pt x="78" y="62"/>
                </a:lnTo>
                <a:lnTo>
                  <a:pt x="63" y="53"/>
                </a:lnTo>
                <a:lnTo>
                  <a:pt x="48" y="40"/>
                </a:lnTo>
                <a:lnTo>
                  <a:pt x="33" y="27"/>
                </a:lnTo>
                <a:lnTo>
                  <a:pt x="16" y="17"/>
                </a:lnTo>
                <a:lnTo>
                  <a:pt x="0" y="0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5" name="Freeform 1217"/>
          <p:cNvSpPr>
            <a:spLocks/>
          </p:cNvSpPr>
          <p:nvPr/>
        </p:nvSpPr>
        <p:spPr bwMode="auto">
          <a:xfrm>
            <a:off x="3651250" y="3602038"/>
            <a:ext cx="533400" cy="184150"/>
          </a:xfrm>
          <a:custGeom>
            <a:avLst/>
            <a:gdLst/>
            <a:ahLst/>
            <a:cxnLst>
              <a:cxn ang="0">
                <a:pos x="13" y="25"/>
              </a:cxn>
              <a:cxn ang="0">
                <a:pos x="30" y="40"/>
              </a:cxn>
              <a:cxn ang="0">
                <a:pos x="49" y="57"/>
              </a:cxn>
              <a:cxn ang="0">
                <a:pos x="69" y="72"/>
              </a:cxn>
              <a:cxn ang="0">
                <a:pos x="88" y="85"/>
              </a:cxn>
              <a:cxn ang="0">
                <a:pos x="108" y="98"/>
              </a:cxn>
              <a:cxn ang="0">
                <a:pos x="130" y="108"/>
              </a:cxn>
              <a:cxn ang="0">
                <a:pos x="153" y="119"/>
              </a:cxn>
              <a:cxn ang="0">
                <a:pos x="177" y="128"/>
              </a:cxn>
              <a:cxn ang="0">
                <a:pos x="205" y="134"/>
              </a:cxn>
              <a:cxn ang="0">
                <a:pos x="231" y="138"/>
              </a:cxn>
              <a:cxn ang="0">
                <a:pos x="264" y="143"/>
              </a:cxn>
              <a:cxn ang="0">
                <a:pos x="294" y="143"/>
              </a:cxn>
              <a:cxn ang="0">
                <a:pos x="331" y="143"/>
              </a:cxn>
              <a:cxn ang="0">
                <a:pos x="370" y="138"/>
              </a:cxn>
              <a:cxn ang="0">
                <a:pos x="411" y="134"/>
              </a:cxn>
              <a:cxn ang="0">
                <a:pos x="416" y="132"/>
              </a:cxn>
              <a:cxn ang="0">
                <a:pos x="381" y="134"/>
              </a:cxn>
              <a:cxn ang="0">
                <a:pos x="346" y="134"/>
              </a:cxn>
              <a:cxn ang="0">
                <a:pos x="314" y="134"/>
              </a:cxn>
              <a:cxn ang="0">
                <a:pos x="283" y="130"/>
              </a:cxn>
              <a:cxn ang="0">
                <a:pos x="255" y="125"/>
              </a:cxn>
              <a:cxn ang="0">
                <a:pos x="225" y="117"/>
              </a:cxn>
              <a:cxn ang="0">
                <a:pos x="199" y="111"/>
              </a:cxn>
              <a:cxn ang="0">
                <a:pos x="175" y="100"/>
              </a:cxn>
              <a:cxn ang="0">
                <a:pos x="149" y="91"/>
              </a:cxn>
              <a:cxn ang="0">
                <a:pos x="123" y="79"/>
              </a:cxn>
              <a:cxn ang="0">
                <a:pos x="99" y="66"/>
              </a:cxn>
              <a:cxn ang="0">
                <a:pos x="78" y="53"/>
              </a:cxn>
              <a:cxn ang="0">
                <a:pos x="54" y="38"/>
              </a:cxn>
              <a:cxn ang="0">
                <a:pos x="30" y="23"/>
              </a:cxn>
              <a:cxn ang="0">
                <a:pos x="8" y="8"/>
              </a:cxn>
            </a:cxnLst>
            <a:rect l="0" t="0" r="r" b="b"/>
            <a:pathLst>
              <a:path w="435" h="143">
                <a:moveTo>
                  <a:pt x="2" y="17"/>
                </a:moveTo>
                <a:lnTo>
                  <a:pt x="13" y="25"/>
                </a:lnTo>
                <a:lnTo>
                  <a:pt x="21" y="34"/>
                </a:lnTo>
                <a:lnTo>
                  <a:pt x="30" y="40"/>
                </a:lnTo>
                <a:lnTo>
                  <a:pt x="41" y="49"/>
                </a:lnTo>
                <a:lnTo>
                  <a:pt x="49" y="57"/>
                </a:lnTo>
                <a:lnTo>
                  <a:pt x="58" y="64"/>
                </a:lnTo>
                <a:lnTo>
                  <a:pt x="69" y="72"/>
                </a:lnTo>
                <a:lnTo>
                  <a:pt x="80" y="79"/>
                </a:lnTo>
                <a:lnTo>
                  <a:pt x="88" y="85"/>
                </a:lnTo>
                <a:lnTo>
                  <a:pt x="99" y="91"/>
                </a:lnTo>
                <a:lnTo>
                  <a:pt x="108" y="98"/>
                </a:lnTo>
                <a:lnTo>
                  <a:pt x="121" y="104"/>
                </a:lnTo>
                <a:lnTo>
                  <a:pt x="130" y="108"/>
                </a:lnTo>
                <a:lnTo>
                  <a:pt x="143" y="115"/>
                </a:lnTo>
                <a:lnTo>
                  <a:pt x="153" y="119"/>
                </a:lnTo>
                <a:lnTo>
                  <a:pt x="166" y="125"/>
                </a:lnTo>
                <a:lnTo>
                  <a:pt x="177" y="128"/>
                </a:lnTo>
                <a:lnTo>
                  <a:pt x="190" y="132"/>
                </a:lnTo>
                <a:lnTo>
                  <a:pt x="205" y="134"/>
                </a:lnTo>
                <a:lnTo>
                  <a:pt x="218" y="136"/>
                </a:lnTo>
                <a:lnTo>
                  <a:pt x="231" y="138"/>
                </a:lnTo>
                <a:lnTo>
                  <a:pt x="247" y="140"/>
                </a:lnTo>
                <a:lnTo>
                  <a:pt x="264" y="143"/>
                </a:lnTo>
                <a:lnTo>
                  <a:pt x="279" y="143"/>
                </a:lnTo>
                <a:lnTo>
                  <a:pt x="294" y="143"/>
                </a:lnTo>
                <a:lnTo>
                  <a:pt x="314" y="143"/>
                </a:lnTo>
                <a:lnTo>
                  <a:pt x="331" y="143"/>
                </a:lnTo>
                <a:lnTo>
                  <a:pt x="351" y="140"/>
                </a:lnTo>
                <a:lnTo>
                  <a:pt x="370" y="138"/>
                </a:lnTo>
                <a:lnTo>
                  <a:pt x="390" y="136"/>
                </a:lnTo>
                <a:lnTo>
                  <a:pt x="411" y="134"/>
                </a:lnTo>
                <a:lnTo>
                  <a:pt x="435" y="132"/>
                </a:lnTo>
                <a:lnTo>
                  <a:pt x="416" y="132"/>
                </a:lnTo>
                <a:lnTo>
                  <a:pt x="396" y="134"/>
                </a:lnTo>
                <a:lnTo>
                  <a:pt x="381" y="134"/>
                </a:lnTo>
                <a:lnTo>
                  <a:pt x="364" y="134"/>
                </a:lnTo>
                <a:lnTo>
                  <a:pt x="346" y="134"/>
                </a:lnTo>
                <a:lnTo>
                  <a:pt x="329" y="134"/>
                </a:lnTo>
                <a:lnTo>
                  <a:pt x="314" y="134"/>
                </a:lnTo>
                <a:lnTo>
                  <a:pt x="299" y="132"/>
                </a:lnTo>
                <a:lnTo>
                  <a:pt x="283" y="130"/>
                </a:lnTo>
                <a:lnTo>
                  <a:pt x="268" y="128"/>
                </a:lnTo>
                <a:lnTo>
                  <a:pt x="255" y="125"/>
                </a:lnTo>
                <a:lnTo>
                  <a:pt x="240" y="121"/>
                </a:lnTo>
                <a:lnTo>
                  <a:pt x="225" y="117"/>
                </a:lnTo>
                <a:lnTo>
                  <a:pt x="212" y="115"/>
                </a:lnTo>
                <a:lnTo>
                  <a:pt x="199" y="111"/>
                </a:lnTo>
                <a:lnTo>
                  <a:pt x="186" y="106"/>
                </a:lnTo>
                <a:lnTo>
                  <a:pt x="175" y="100"/>
                </a:lnTo>
                <a:lnTo>
                  <a:pt x="160" y="96"/>
                </a:lnTo>
                <a:lnTo>
                  <a:pt x="149" y="91"/>
                </a:lnTo>
                <a:lnTo>
                  <a:pt x="136" y="85"/>
                </a:lnTo>
                <a:lnTo>
                  <a:pt x="123" y="79"/>
                </a:lnTo>
                <a:lnTo>
                  <a:pt x="112" y="72"/>
                </a:lnTo>
                <a:lnTo>
                  <a:pt x="99" y="66"/>
                </a:lnTo>
                <a:lnTo>
                  <a:pt x="88" y="59"/>
                </a:lnTo>
                <a:lnTo>
                  <a:pt x="78" y="53"/>
                </a:lnTo>
                <a:lnTo>
                  <a:pt x="65" y="44"/>
                </a:lnTo>
                <a:lnTo>
                  <a:pt x="54" y="38"/>
                </a:lnTo>
                <a:lnTo>
                  <a:pt x="41" y="32"/>
                </a:lnTo>
                <a:lnTo>
                  <a:pt x="30" y="23"/>
                </a:lnTo>
                <a:lnTo>
                  <a:pt x="19" y="15"/>
                </a:lnTo>
                <a:lnTo>
                  <a:pt x="8" y="8"/>
                </a:lnTo>
                <a:lnTo>
                  <a:pt x="0" y="0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6" name="Freeform 1218"/>
          <p:cNvSpPr>
            <a:spLocks/>
          </p:cNvSpPr>
          <p:nvPr/>
        </p:nvSpPr>
        <p:spPr bwMode="auto">
          <a:xfrm>
            <a:off x="3644900" y="3563938"/>
            <a:ext cx="436563" cy="1936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0" y="13"/>
              </a:cxn>
              <a:cxn ang="0">
                <a:pos x="41" y="25"/>
              </a:cxn>
              <a:cxn ang="0">
                <a:pos x="61" y="38"/>
              </a:cxn>
              <a:cxn ang="0">
                <a:pos x="83" y="51"/>
              </a:cxn>
              <a:cxn ang="0">
                <a:pos x="104" y="64"/>
              </a:cxn>
              <a:cxn ang="0">
                <a:pos x="124" y="79"/>
              </a:cxn>
              <a:cxn ang="0">
                <a:pos x="145" y="89"/>
              </a:cxn>
              <a:cxn ang="0">
                <a:pos x="167" y="102"/>
              </a:cxn>
              <a:cxn ang="0">
                <a:pos x="189" y="113"/>
              </a:cxn>
              <a:cxn ang="0">
                <a:pos x="210" y="123"/>
              </a:cxn>
              <a:cxn ang="0">
                <a:pos x="234" y="132"/>
              </a:cxn>
              <a:cxn ang="0">
                <a:pos x="258" y="141"/>
              </a:cxn>
              <a:cxn ang="0">
                <a:pos x="280" y="145"/>
              </a:cxn>
              <a:cxn ang="0">
                <a:pos x="306" y="149"/>
              </a:cxn>
              <a:cxn ang="0">
                <a:pos x="330" y="151"/>
              </a:cxn>
              <a:cxn ang="0">
                <a:pos x="356" y="151"/>
              </a:cxn>
              <a:cxn ang="0">
                <a:pos x="334" y="145"/>
              </a:cxn>
              <a:cxn ang="0">
                <a:pos x="314" y="138"/>
              </a:cxn>
              <a:cxn ang="0">
                <a:pos x="293" y="130"/>
              </a:cxn>
              <a:cxn ang="0">
                <a:pos x="271" y="121"/>
              </a:cxn>
            </a:cxnLst>
            <a:rect l="0" t="0" r="r" b="b"/>
            <a:pathLst>
              <a:path w="356" h="151">
                <a:moveTo>
                  <a:pt x="0" y="0"/>
                </a:moveTo>
                <a:lnTo>
                  <a:pt x="20" y="13"/>
                </a:lnTo>
                <a:lnTo>
                  <a:pt x="41" y="25"/>
                </a:lnTo>
                <a:lnTo>
                  <a:pt x="61" y="38"/>
                </a:lnTo>
                <a:lnTo>
                  <a:pt x="83" y="51"/>
                </a:lnTo>
                <a:lnTo>
                  <a:pt x="104" y="64"/>
                </a:lnTo>
                <a:lnTo>
                  <a:pt x="124" y="79"/>
                </a:lnTo>
                <a:lnTo>
                  <a:pt x="145" y="89"/>
                </a:lnTo>
                <a:lnTo>
                  <a:pt x="167" y="102"/>
                </a:lnTo>
                <a:lnTo>
                  <a:pt x="189" y="113"/>
                </a:lnTo>
                <a:lnTo>
                  <a:pt x="210" y="123"/>
                </a:lnTo>
                <a:lnTo>
                  <a:pt x="234" y="132"/>
                </a:lnTo>
                <a:lnTo>
                  <a:pt x="258" y="141"/>
                </a:lnTo>
                <a:lnTo>
                  <a:pt x="280" y="145"/>
                </a:lnTo>
                <a:lnTo>
                  <a:pt x="306" y="149"/>
                </a:lnTo>
                <a:lnTo>
                  <a:pt x="330" y="151"/>
                </a:lnTo>
                <a:lnTo>
                  <a:pt x="356" y="151"/>
                </a:lnTo>
                <a:lnTo>
                  <a:pt x="334" y="145"/>
                </a:lnTo>
                <a:lnTo>
                  <a:pt x="314" y="138"/>
                </a:lnTo>
                <a:lnTo>
                  <a:pt x="293" y="130"/>
                </a:lnTo>
                <a:lnTo>
                  <a:pt x="271" y="121"/>
                </a:lnTo>
              </a:path>
            </a:pathLst>
          </a:custGeom>
          <a:solidFill>
            <a:srgbClr val="666699"/>
          </a:solidFill>
          <a:ln w="3175">
            <a:solidFill>
              <a:srgbClr val="7A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88" name="Text Box 1220"/>
          <p:cNvSpPr txBox="1">
            <a:spLocks noChangeArrowheads="1"/>
          </p:cNvSpPr>
          <p:nvPr/>
        </p:nvSpPr>
        <p:spPr bwMode="auto">
          <a:xfrm>
            <a:off x="6543675" y="2368550"/>
            <a:ext cx="2185984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2212194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lnSpc>
                <a:spcPct val="85000"/>
              </a:lnSpc>
            </a:pPr>
            <a:r>
              <a:rPr lang="en-US" sz="4000" u="none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</a:rPr>
              <a:t>Bez</a:t>
            </a:r>
            <a:endParaRPr lang="en-US" sz="4000" u="none" dirty="0">
              <a:effectLst>
                <a:outerShdw blurRad="38100" dist="38100" dir="2700000" algn="tl">
                  <a:srgbClr val="FFFFFF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85000"/>
              </a:lnSpc>
            </a:pPr>
            <a:r>
              <a:rPr lang="en-US" sz="4000" u="none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</a:rPr>
              <a:t>kyslík</a:t>
            </a:r>
            <a:r>
              <a:rPr lang="sk-SK" sz="4000" u="none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</a:rPr>
              <a:t>a</a:t>
            </a:r>
            <a:endParaRPr lang="en-US" sz="2000" u="none" dirty="0">
              <a:effectLst>
                <a:outerShdw blurRad="38100" dist="38100" dir="2700000" algn="tl">
                  <a:srgbClr val="FFFFFF"/>
                </a:outerShdw>
              </a:effectLst>
              <a:latin typeface="Arial Black" pitchFamily="34" charset="0"/>
            </a:endParaRPr>
          </a:p>
        </p:txBody>
      </p:sp>
      <p:pic>
        <p:nvPicPr>
          <p:cNvPr id="161991" name="Picture 1223" descr="G:\PFiles\MSOffice\Clipart\standard\stddir3\hh02154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3810000"/>
            <a:ext cx="1355725" cy="1419225"/>
          </a:xfrm>
          <a:prstGeom prst="rect">
            <a:avLst/>
          </a:prstGeom>
          <a:noFill/>
        </p:spPr>
      </p:pic>
      <p:sp>
        <p:nvSpPr>
          <p:cNvPr id="161992" name="Rectangle 1224"/>
          <p:cNvSpPr>
            <a:spLocks noChangeArrowheads="1"/>
          </p:cNvSpPr>
          <p:nvPr/>
        </p:nvSpPr>
        <p:spPr bwMode="auto">
          <a:xfrm>
            <a:off x="7620000" y="3962400"/>
            <a:ext cx="295275" cy="4953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1993" name="Freeform 1225"/>
          <p:cNvSpPr>
            <a:spLocks/>
          </p:cNvSpPr>
          <p:nvPr/>
        </p:nvSpPr>
        <p:spPr bwMode="auto">
          <a:xfrm rot="1920000">
            <a:off x="7696200" y="4114800"/>
            <a:ext cx="174625" cy="427038"/>
          </a:xfrm>
          <a:custGeom>
            <a:avLst/>
            <a:gdLst/>
            <a:ahLst/>
            <a:cxnLst>
              <a:cxn ang="0">
                <a:pos x="69" y="347"/>
              </a:cxn>
              <a:cxn ang="0">
                <a:pos x="91" y="347"/>
              </a:cxn>
              <a:cxn ang="0">
                <a:pos x="91" y="69"/>
              </a:cxn>
              <a:cxn ang="0">
                <a:pos x="136" y="69"/>
              </a:cxn>
              <a:cxn ang="0">
                <a:pos x="69" y="0"/>
              </a:cxn>
              <a:cxn ang="0">
                <a:pos x="0" y="69"/>
              </a:cxn>
              <a:cxn ang="0">
                <a:pos x="47" y="69"/>
              </a:cxn>
              <a:cxn ang="0">
                <a:pos x="47" y="347"/>
              </a:cxn>
              <a:cxn ang="0">
                <a:pos x="69" y="347"/>
              </a:cxn>
            </a:cxnLst>
            <a:rect l="0" t="0" r="r" b="b"/>
            <a:pathLst>
              <a:path w="136" h="347">
                <a:moveTo>
                  <a:pt x="69" y="347"/>
                </a:moveTo>
                <a:lnTo>
                  <a:pt x="91" y="347"/>
                </a:lnTo>
                <a:lnTo>
                  <a:pt x="91" y="69"/>
                </a:lnTo>
                <a:lnTo>
                  <a:pt x="136" y="69"/>
                </a:lnTo>
                <a:lnTo>
                  <a:pt x="69" y="0"/>
                </a:lnTo>
                <a:lnTo>
                  <a:pt x="0" y="69"/>
                </a:lnTo>
                <a:lnTo>
                  <a:pt x="47" y="69"/>
                </a:lnTo>
                <a:lnTo>
                  <a:pt x="47" y="347"/>
                </a:lnTo>
                <a:lnTo>
                  <a:pt x="69" y="347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161994" name="Text Box 1226"/>
          <p:cNvSpPr txBox="1">
            <a:spLocks noChangeArrowheads="1"/>
          </p:cNvSpPr>
          <p:nvPr/>
        </p:nvSpPr>
        <p:spPr bwMode="auto">
          <a:xfrm>
            <a:off x="6759575" y="5256213"/>
            <a:ext cx="1833563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u="none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  <a:latin typeface="Times New Roman" pitchFamily="18" charset="0"/>
              </a:rPr>
              <a:t>Asi 5. minuta</a:t>
            </a:r>
          </a:p>
        </p:txBody>
      </p:sp>
      <p:sp>
        <p:nvSpPr>
          <p:cNvPr id="161995" name="Text Box 1227"/>
          <p:cNvSpPr txBox="1">
            <a:spLocks noChangeArrowheads="1"/>
          </p:cNvSpPr>
          <p:nvPr/>
        </p:nvSpPr>
        <p:spPr bwMode="auto">
          <a:xfrm>
            <a:off x="1447800" y="838200"/>
            <a:ext cx="616514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r>
              <a:rPr lang="en-US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Moz</a:t>
            </a:r>
            <a:r>
              <a:rPr lang="sk-SK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g</a:t>
            </a:r>
            <a:r>
              <a:rPr lang="en-US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ová</a:t>
            </a:r>
            <a:r>
              <a:rPr lang="en-US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60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smr</a:t>
            </a:r>
            <a:r>
              <a:rPr lang="sk-SK" sz="6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ť</a:t>
            </a:r>
            <a:endParaRPr lang="en-US" sz="6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65" name="Obrázek 64" descr="logo certifika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AutoShape 2"/>
          <p:cNvSpPr>
            <a:spLocks noChangeArrowheads="1"/>
          </p:cNvSpPr>
          <p:nvPr/>
        </p:nvSpPr>
        <p:spPr bwMode="auto">
          <a:xfrm rot="5461519">
            <a:off x="1648618" y="1704182"/>
            <a:ext cx="5865813" cy="3981450"/>
          </a:xfrm>
          <a:prstGeom prst="roundRect">
            <a:avLst>
              <a:gd name="adj" fmla="val 41403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57647"/>
                  <a:invGamma/>
                </a:schemeClr>
              </a:gs>
            </a:gsLst>
            <a:lin ang="5400000" scaled="1"/>
          </a:gradFill>
          <a:ln w="57150">
            <a:round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bg1"/>
            </a:extrusionClr>
          </a:sp3d>
        </p:spPr>
        <p:txBody>
          <a:bodyPr rot="10800000" vert="eaVert" wrap="none" anchor="ctr">
            <a:flatTx/>
          </a:bodyPr>
          <a:lstStyle/>
          <a:p>
            <a:pPr algn="ctr" eaLnBrk="1" hangingPunct="1"/>
            <a:endParaRPr lang="cs-CZ" u="none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77834" name="Picture 9673727" descr="\\Cathy\etx share\OptZOLL AED Plus Training 5 1 02\EFCACT1\S14Picture 9673727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5334000"/>
            <a:ext cx="2971800" cy="7747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</p:pic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2214546" y="2057400"/>
            <a:ext cx="4857784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2363" dir="9957825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80-90%</a:t>
            </a:r>
          </a:p>
          <a:p>
            <a:pPr algn="ctr" eaLnBrk="1" hangingPunct="1"/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náhl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ej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smrti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  <a:p>
            <a:pPr algn="ctr" eaLnBrk="1" hangingPunct="1"/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je </a:t>
            </a:r>
            <a:r>
              <a:rPr lang="sk-SK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s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p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ô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soben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á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  <a:p>
            <a:pPr algn="ctr" eaLnBrk="1" hangingPunct="1"/>
            <a:r>
              <a:rPr lang="en-US" sz="6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VF </a:t>
            </a:r>
          </a:p>
          <a:p>
            <a:pPr algn="ctr" eaLnBrk="1" hangingPunct="1"/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(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komorovou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fibril</a:t>
            </a:r>
            <a:r>
              <a:rPr lang="sk-SK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áciou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)</a:t>
            </a:r>
            <a:endParaRPr lang="en-US" sz="6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3357554" y="1214422"/>
            <a:ext cx="235744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r>
              <a:rPr lang="sk-SK" sz="3200" b="1" u="none" dirty="0" err="1" smtClean="0">
                <a:solidFill>
                  <a:srgbClr val="C0C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entury Schoolbook" pitchFamily="18" charset="0"/>
              </a:rPr>
              <a:t>Š</a:t>
            </a:r>
            <a:r>
              <a:rPr lang="en-US" sz="3200" b="1" u="none" dirty="0" err="1" smtClean="0">
                <a:solidFill>
                  <a:srgbClr val="C0C0C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entury Schoolbook" pitchFamily="18" charset="0"/>
              </a:rPr>
              <a:t>tatistika</a:t>
            </a:r>
            <a:endParaRPr lang="en-US" sz="3200" b="1" u="none" dirty="0">
              <a:solidFill>
                <a:srgbClr val="C0C0C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entury Schoolbook" pitchFamily="18" charset="0"/>
            </a:endParaRPr>
          </a:p>
        </p:txBody>
      </p:sp>
      <p:pic>
        <p:nvPicPr>
          <p:cNvPr id="6" name="Obrázek 5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05" name="Picture 113761" descr="\\Cathy\etx share\OptZOLL AED Plus Training 5 1 02\EFCACT1\S15Picture 11376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6600" y="2755900"/>
            <a:ext cx="5295900" cy="127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>
            <a:outerShdw dist="91581" dir="8778596" algn="ctr" rotWithShape="0">
              <a:srgbClr val="000000"/>
            </a:outerShdw>
          </a:effectLst>
        </p:spPr>
      </p:pic>
      <p:sp>
        <p:nvSpPr>
          <p:cNvPr id="78851" name="Text Box 3"/>
          <p:cNvSpPr txBox="1">
            <a:spLocks noChangeArrowheads="1"/>
          </p:cNvSpPr>
          <p:nvPr/>
        </p:nvSpPr>
        <p:spPr bwMode="auto">
          <a:xfrm>
            <a:off x="904875" y="785813"/>
            <a:ext cx="7959102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</a:t>
            </a:r>
            <a:r>
              <a:rPr lang="en-US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orekc</a:t>
            </a:r>
            <a:r>
              <a:rPr lang="sk-SK" sz="32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ia</a:t>
            </a:r>
            <a:r>
              <a:rPr lang="sk-SK" sz="32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(úprava)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endParaRPr lang="en-US" sz="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r>
              <a:rPr lang="en-US" sz="6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VF </a:t>
            </a:r>
            <a:r>
              <a:rPr lang="en-US" sz="3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(</a:t>
            </a:r>
            <a:r>
              <a:rPr lang="en-US" sz="36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ventrikulárn</a:t>
            </a:r>
            <a:r>
              <a:rPr lang="sk-SK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ej</a:t>
            </a:r>
            <a:r>
              <a:rPr lang="en-US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fibril</a:t>
            </a:r>
            <a:r>
              <a:rPr lang="sk-SK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á</a:t>
            </a:r>
            <a:r>
              <a:rPr lang="en-US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c</a:t>
            </a:r>
            <a:r>
              <a:rPr lang="sk-SK" sz="36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r>
              <a:rPr lang="en-US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)</a:t>
            </a:r>
            <a:endParaRPr lang="en-US" sz="66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/>
            <a:endParaRPr lang="en-US" sz="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endParaRPr lang="en-US" sz="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endParaRPr lang="en-US" sz="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endParaRPr lang="en-US" sz="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endParaRPr lang="en-US" sz="66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78854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72063" y="4191000"/>
            <a:ext cx="1277937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91581" dir="8778596" algn="ctr" rotWithShape="0">
              <a:schemeClr val="tx1"/>
            </a:outerShdw>
          </a:effectLst>
        </p:spPr>
      </p:pic>
      <p:pic>
        <p:nvPicPr>
          <p:cNvPr id="788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11638" y="4191000"/>
            <a:ext cx="1279525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91581" dir="8778596" algn="ctr" rotWithShape="0">
              <a:schemeClr val="tx1"/>
            </a:outerShdw>
          </a:effectLst>
        </p:spPr>
      </p:pic>
      <p:pic>
        <p:nvPicPr>
          <p:cNvPr id="7885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52800" y="4191000"/>
            <a:ext cx="1277938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91581" dir="8778596" algn="ctr" rotWithShape="0">
              <a:schemeClr val="tx1"/>
            </a:outerShdw>
          </a:effectLst>
        </p:spPr>
      </p:pic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2209800" y="4572000"/>
            <a:ext cx="5497018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6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Defibril</a:t>
            </a:r>
            <a:r>
              <a:rPr lang="sk-SK" sz="6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á</a:t>
            </a:r>
            <a:r>
              <a:rPr lang="en-US" sz="6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c</a:t>
            </a:r>
            <a:r>
              <a:rPr lang="sk-SK" sz="6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ia</a:t>
            </a:r>
            <a:endParaRPr lang="en-US" sz="66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685800" y="14478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endParaRPr lang="cs-CZ" u="none">
              <a:latin typeface="Times New Roman" pitchFamily="18" charset="0"/>
            </a:endParaRPr>
          </a:p>
        </p:txBody>
      </p:sp>
      <p:sp>
        <p:nvSpPr>
          <p:cNvPr id="79875" name="Rectangle 3"/>
          <p:cNvSpPr>
            <a:spLocks noChangeArrowheads="1"/>
          </p:cNvSpPr>
          <p:nvPr/>
        </p:nvSpPr>
        <p:spPr bwMode="auto">
          <a:xfrm>
            <a:off x="1143000" y="838200"/>
            <a:ext cx="682783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8" rIns="92075" bIns="46038" anchor="ctr"/>
          <a:lstStyle/>
          <a:p>
            <a:pPr algn="ctr" eaLnBrk="1" hangingPunct="1"/>
            <a:r>
              <a:rPr lang="sk-SK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sk-SK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ťa</a:t>
            </a:r>
            <a:r>
              <a:rPr lang="en-US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z p</a:t>
            </a:r>
            <a:r>
              <a:rPr lang="sk-SK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ežit</a:t>
            </a:r>
            <a:r>
              <a:rPr lang="sk-SK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ia</a:t>
            </a:r>
            <a:endParaRPr lang="en-US" sz="4400" u="none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>
            <a:off x="1143000" y="4632325"/>
            <a:ext cx="7315200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u="none" dirty="0">
                <a:solidFill>
                  <a:srgbClr val="FFFF00"/>
                </a:solidFill>
                <a:latin typeface="Arial Black" pitchFamily="34" charset="0"/>
              </a:rPr>
              <a:t>    </a:t>
            </a:r>
            <a:r>
              <a:rPr lang="en-US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Včasné</a:t>
            </a:r>
            <a:r>
              <a:rPr lang="en-US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      </a:t>
            </a:r>
            <a:r>
              <a:rPr lang="en-US" sz="20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Včasná</a:t>
            </a: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     </a:t>
            </a:r>
            <a:r>
              <a:rPr lang="en-US" sz="20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Včasná</a:t>
            </a: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      </a:t>
            </a:r>
            <a:r>
              <a:rPr lang="en-US" sz="20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Včasná</a:t>
            </a: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/>
            </a:r>
            <a:b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</a:b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  </a:t>
            </a:r>
            <a:r>
              <a:rPr lang="en-US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spojen</a:t>
            </a:r>
            <a:r>
              <a:rPr lang="sk-SK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	    KPR        </a:t>
            </a:r>
            <a:r>
              <a:rPr lang="en-US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defibril</a:t>
            </a:r>
            <a:r>
              <a:rPr lang="sk-SK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á</a:t>
            </a:r>
            <a:r>
              <a:rPr lang="en-US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c</a:t>
            </a:r>
            <a:r>
              <a:rPr lang="sk-SK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ia</a:t>
            </a:r>
            <a:r>
              <a:rPr lang="en-US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  </a:t>
            </a:r>
            <a:r>
              <a:rPr lang="en-US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rozší</a:t>
            </a:r>
            <a:r>
              <a:rPr lang="sk-SK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20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ená</a:t>
            </a: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/>
            </a:r>
            <a:b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</a:br>
            <a:r>
              <a:rPr lang="en-US" sz="2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					       </a:t>
            </a:r>
            <a:r>
              <a:rPr lang="sk-SK" sz="2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starostlivosť</a:t>
            </a:r>
            <a:endParaRPr lang="en-US" sz="1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pic>
        <p:nvPicPr>
          <p:cNvPr id="79884" name="Picture 7647876" descr="\\Cathy\etx share\OptZOLL AED Plus Training 5 1 02\EFCACT1\S16Picture 764787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" y="2286000"/>
            <a:ext cx="8166100" cy="2082800"/>
          </a:xfrm>
          <a:prstGeom prst="rect">
            <a:avLst/>
          </a:prstGeom>
          <a:noFill/>
          <a:ln w="50800">
            <a:solidFill>
              <a:srgbClr val="FFFF99"/>
            </a:solidFill>
            <a:miter lim="800000"/>
            <a:headEnd/>
            <a:tailEnd/>
          </a:ln>
          <a:effectLst>
            <a:outerShdw dist="45791" dir="8778596" algn="ctr" rotWithShape="0">
              <a:srgbClr val="000000"/>
            </a:outerShdw>
          </a:effectLst>
        </p:spPr>
      </p:pic>
      <p:sp>
        <p:nvSpPr>
          <p:cNvPr id="79878" name="Oval 6"/>
          <p:cNvSpPr>
            <a:spLocks noChangeArrowheads="1"/>
          </p:cNvSpPr>
          <p:nvPr/>
        </p:nvSpPr>
        <p:spPr bwMode="auto">
          <a:xfrm>
            <a:off x="4343400" y="2362200"/>
            <a:ext cx="2057400" cy="1828800"/>
          </a:xfrm>
          <a:prstGeom prst="ellipse">
            <a:avLst/>
          </a:prstGeom>
          <a:noFill/>
          <a:ln w="165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79885" name="Text Box 13"/>
          <p:cNvSpPr txBox="1">
            <a:spLocks noChangeArrowheads="1"/>
          </p:cNvSpPr>
          <p:nvPr/>
        </p:nvSpPr>
        <p:spPr bwMode="auto">
          <a:xfrm>
            <a:off x="304800" y="6172200"/>
            <a:ext cx="8153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© </a:t>
            </a:r>
            <a:r>
              <a:rPr lang="en-US" sz="1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American Heart Association (AHA - </a:t>
            </a:r>
            <a:r>
              <a:rPr lang="en-US" sz="1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asoci</a:t>
            </a:r>
            <a:r>
              <a:rPr lang="sk-SK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1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amerických</a:t>
            </a:r>
            <a:r>
              <a:rPr lang="en-US" sz="1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1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kardiol</a:t>
            </a:r>
            <a:r>
              <a:rPr lang="sk-SK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g</a:t>
            </a:r>
            <a:r>
              <a:rPr lang="sk-SK" sz="1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</a:t>
            </a:r>
            <a:r>
              <a:rPr lang="en-US" sz="1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  <a:endParaRPr lang="en-US" sz="18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2514600" y="2514600"/>
            <a:ext cx="4495800" cy="3657600"/>
          </a:xfrm>
          <a:prstGeom prst="rect">
            <a:avLst/>
          </a:prstGeom>
          <a:gradFill rotWithShape="0">
            <a:gsLst>
              <a:gs pos="0">
                <a:srgbClr val="000080"/>
              </a:gs>
              <a:gs pos="100000">
                <a:srgbClr val="00003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2133600" y="2286000"/>
            <a:ext cx="4711700" cy="3733800"/>
          </a:xfrm>
          <a:prstGeom prst="rect">
            <a:avLst/>
          </a:prstGeom>
          <a:gradFill rotWithShape="0">
            <a:gsLst>
              <a:gs pos="0">
                <a:srgbClr val="D5E917"/>
              </a:gs>
              <a:gs pos="100000">
                <a:schemeClr val="accent2"/>
              </a:gs>
            </a:gsLst>
            <a:path path="rect">
              <a:fillToRect l="100000" b="10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00" name="Rectangle 4"/>
          <p:cNvSpPr>
            <a:spLocks noChangeArrowheads="1"/>
          </p:cNvSpPr>
          <p:nvPr/>
        </p:nvSpPr>
        <p:spPr bwMode="auto">
          <a:xfrm rot="16200000">
            <a:off x="978694" y="3971132"/>
            <a:ext cx="2895600" cy="284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 u="none">
                <a:solidFill>
                  <a:schemeClr val="bg1"/>
                </a:solidFill>
                <a:latin typeface="Univers Condensed" pitchFamily="34" charset="0"/>
              </a:rPr>
              <a:t> </a:t>
            </a:r>
            <a:r>
              <a:rPr lang="en-US" sz="1400" b="1" u="none">
                <a:solidFill>
                  <a:schemeClr val="bg1"/>
                </a:solidFill>
                <a:latin typeface="Univers Condensed" pitchFamily="34" charset="0"/>
              </a:rPr>
              <a:t>Pravděpodobnost přežití v %</a:t>
            </a:r>
            <a:endParaRPr lang="en-US" sz="1400" b="1" u="none">
              <a:solidFill>
                <a:srgbClr val="FF0000"/>
              </a:solidFill>
              <a:latin typeface="Univers 65 Bold" charset="0"/>
            </a:endParaRP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3048000" y="5715000"/>
            <a:ext cx="35814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>
            <a:spAutoFit/>
          </a:bodyPr>
          <a:lstStyle/>
          <a:p>
            <a:pPr algn="ctr">
              <a:lnSpc>
                <a:spcPct val="85000"/>
              </a:lnSpc>
              <a:spcBef>
                <a:spcPct val="25000"/>
              </a:spcBef>
            </a:pPr>
            <a:r>
              <a:rPr lang="en-US" sz="1400" b="1" u="none">
                <a:solidFill>
                  <a:schemeClr val="bg1"/>
                </a:solidFill>
              </a:rPr>
              <a:t>Čas zahájení defibrilace v minutách</a:t>
            </a:r>
            <a:endParaRPr lang="en-US" sz="1800" u="non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02" name="Line 6"/>
          <p:cNvSpPr>
            <a:spLocks noChangeShapeType="1"/>
          </p:cNvSpPr>
          <p:nvPr/>
        </p:nvSpPr>
        <p:spPr bwMode="auto">
          <a:xfrm>
            <a:off x="3060700" y="4687888"/>
            <a:ext cx="326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3" name="Line 7"/>
          <p:cNvSpPr>
            <a:spLocks noChangeShapeType="1"/>
          </p:cNvSpPr>
          <p:nvPr/>
        </p:nvSpPr>
        <p:spPr bwMode="auto">
          <a:xfrm>
            <a:off x="3060700" y="4440238"/>
            <a:ext cx="326866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4" name="Line 8"/>
          <p:cNvSpPr>
            <a:spLocks noChangeShapeType="1"/>
          </p:cNvSpPr>
          <p:nvPr/>
        </p:nvSpPr>
        <p:spPr bwMode="auto">
          <a:xfrm>
            <a:off x="3060700" y="3959225"/>
            <a:ext cx="32686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5" name="Line 9"/>
          <p:cNvSpPr>
            <a:spLocks noChangeShapeType="1"/>
          </p:cNvSpPr>
          <p:nvPr/>
        </p:nvSpPr>
        <p:spPr bwMode="auto">
          <a:xfrm>
            <a:off x="3060700" y="3719513"/>
            <a:ext cx="326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6" name="Line 10"/>
          <p:cNvSpPr>
            <a:spLocks noChangeShapeType="1"/>
          </p:cNvSpPr>
          <p:nvPr/>
        </p:nvSpPr>
        <p:spPr bwMode="auto">
          <a:xfrm>
            <a:off x="3060700" y="3478213"/>
            <a:ext cx="326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7" name="Line 11"/>
          <p:cNvSpPr>
            <a:spLocks noChangeShapeType="1"/>
          </p:cNvSpPr>
          <p:nvPr/>
        </p:nvSpPr>
        <p:spPr bwMode="auto">
          <a:xfrm>
            <a:off x="3060700" y="3232150"/>
            <a:ext cx="3268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8" name="Line 12"/>
          <p:cNvSpPr>
            <a:spLocks noChangeShapeType="1"/>
          </p:cNvSpPr>
          <p:nvPr/>
        </p:nvSpPr>
        <p:spPr bwMode="auto">
          <a:xfrm>
            <a:off x="3060700" y="2990850"/>
            <a:ext cx="32686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09" name="Line 13"/>
          <p:cNvSpPr>
            <a:spLocks noChangeShapeType="1"/>
          </p:cNvSpPr>
          <p:nvPr/>
        </p:nvSpPr>
        <p:spPr bwMode="auto">
          <a:xfrm>
            <a:off x="3060700" y="2749550"/>
            <a:ext cx="32686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2894013" y="5086350"/>
            <a:ext cx="1095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1" name="Rectangle 15"/>
          <p:cNvSpPr>
            <a:spLocks noChangeArrowheads="1"/>
          </p:cNvSpPr>
          <p:nvPr/>
        </p:nvSpPr>
        <p:spPr bwMode="auto">
          <a:xfrm>
            <a:off x="2820988" y="4605338"/>
            <a:ext cx="2190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20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2" name="Rectangle 16"/>
          <p:cNvSpPr>
            <a:spLocks noChangeArrowheads="1"/>
          </p:cNvSpPr>
          <p:nvPr/>
        </p:nvSpPr>
        <p:spPr bwMode="auto">
          <a:xfrm>
            <a:off x="2820988" y="4119563"/>
            <a:ext cx="2190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40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3" name="Rectangle 17"/>
          <p:cNvSpPr>
            <a:spLocks noChangeArrowheads="1"/>
          </p:cNvSpPr>
          <p:nvPr/>
        </p:nvSpPr>
        <p:spPr bwMode="auto">
          <a:xfrm>
            <a:off x="2820988" y="3636963"/>
            <a:ext cx="2190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60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4" name="Rectangle 18"/>
          <p:cNvSpPr>
            <a:spLocks noChangeArrowheads="1"/>
          </p:cNvSpPr>
          <p:nvPr/>
        </p:nvSpPr>
        <p:spPr bwMode="auto">
          <a:xfrm>
            <a:off x="2820988" y="3149600"/>
            <a:ext cx="2190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80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5" name="Rectangle 19"/>
          <p:cNvSpPr>
            <a:spLocks noChangeArrowheads="1"/>
          </p:cNvSpPr>
          <p:nvPr/>
        </p:nvSpPr>
        <p:spPr bwMode="auto">
          <a:xfrm>
            <a:off x="2746375" y="2668588"/>
            <a:ext cx="3286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100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6" name="Text Box 20"/>
          <p:cNvSpPr txBox="1">
            <a:spLocks noChangeArrowheads="1"/>
          </p:cNvSpPr>
          <p:nvPr/>
        </p:nvSpPr>
        <p:spPr bwMode="auto">
          <a:xfrm>
            <a:off x="3363913" y="5233988"/>
            <a:ext cx="293687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5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17" name="Text Box 21"/>
          <p:cNvSpPr txBox="1">
            <a:spLocks noChangeArrowheads="1"/>
          </p:cNvSpPr>
          <p:nvPr/>
        </p:nvSpPr>
        <p:spPr bwMode="auto">
          <a:xfrm>
            <a:off x="3784600" y="5233988"/>
            <a:ext cx="4032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10</a:t>
            </a:r>
          </a:p>
        </p:txBody>
      </p:sp>
      <p:sp>
        <p:nvSpPr>
          <p:cNvPr id="80918" name="Text Box 22"/>
          <p:cNvSpPr txBox="1">
            <a:spLocks noChangeArrowheads="1"/>
          </p:cNvSpPr>
          <p:nvPr/>
        </p:nvSpPr>
        <p:spPr bwMode="auto">
          <a:xfrm>
            <a:off x="4252913" y="5233988"/>
            <a:ext cx="4032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15</a:t>
            </a:r>
          </a:p>
        </p:txBody>
      </p:sp>
      <p:sp>
        <p:nvSpPr>
          <p:cNvPr id="80919" name="Text Box 23"/>
          <p:cNvSpPr txBox="1">
            <a:spLocks noChangeArrowheads="1"/>
          </p:cNvSpPr>
          <p:nvPr/>
        </p:nvSpPr>
        <p:spPr bwMode="auto">
          <a:xfrm>
            <a:off x="4741863" y="5233988"/>
            <a:ext cx="4032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20</a:t>
            </a:r>
          </a:p>
        </p:txBody>
      </p:sp>
      <p:sp>
        <p:nvSpPr>
          <p:cNvPr id="80920" name="Text Box 24"/>
          <p:cNvSpPr txBox="1">
            <a:spLocks noChangeArrowheads="1"/>
          </p:cNvSpPr>
          <p:nvPr/>
        </p:nvSpPr>
        <p:spPr bwMode="auto">
          <a:xfrm>
            <a:off x="5240338" y="5233988"/>
            <a:ext cx="4032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25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21" name="Text Box 25"/>
          <p:cNvSpPr txBox="1">
            <a:spLocks noChangeArrowheads="1"/>
          </p:cNvSpPr>
          <p:nvPr/>
        </p:nvSpPr>
        <p:spPr bwMode="auto">
          <a:xfrm>
            <a:off x="5749925" y="5233988"/>
            <a:ext cx="403225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u="none">
                <a:solidFill>
                  <a:srgbClr val="D5E917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Univers Condensed" pitchFamily="34" charset="0"/>
              </a:rPr>
              <a:t>30</a:t>
            </a:r>
            <a:endParaRPr lang="en-US" sz="1800" u="none">
              <a:solidFill>
                <a:srgbClr val="D5E917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Univers Condensed" pitchFamily="34" charset="0"/>
            </a:endParaRPr>
          </a:p>
        </p:txBody>
      </p:sp>
      <p:sp>
        <p:nvSpPr>
          <p:cNvPr id="80922" name="Line 26"/>
          <p:cNvSpPr>
            <a:spLocks noChangeShapeType="1"/>
          </p:cNvSpPr>
          <p:nvPr/>
        </p:nvSpPr>
        <p:spPr bwMode="auto">
          <a:xfrm>
            <a:off x="3478213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3" name="Line 27"/>
          <p:cNvSpPr>
            <a:spLocks noChangeShapeType="1"/>
          </p:cNvSpPr>
          <p:nvPr/>
        </p:nvSpPr>
        <p:spPr bwMode="auto">
          <a:xfrm>
            <a:off x="3944938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4" name="Line 28"/>
          <p:cNvSpPr>
            <a:spLocks noChangeShapeType="1"/>
          </p:cNvSpPr>
          <p:nvPr/>
        </p:nvSpPr>
        <p:spPr bwMode="auto">
          <a:xfrm>
            <a:off x="4413250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5" name="Line 29"/>
          <p:cNvSpPr>
            <a:spLocks noChangeShapeType="1"/>
          </p:cNvSpPr>
          <p:nvPr/>
        </p:nvSpPr>
        <p:spPr bwMode="auto">
          <a:xfrm>
            <a:off x="4902200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6" name="Line 30"/>
          <p:cNvSpPr>
            <a:spLocks noChangeShapeType="1"/>
          </p:cNvSpPr>
          <p:nvPr/>
        </p:nvSpPr>
        <p:spPr bwMode="auto">
          <a:xfrm>
            <a:off x="5399088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7" name="Line 31"/>
          <p:cNvSpPr>
            <a:spLocks noChangeShapeType="1"/>
          </p:cNvSpPr>
          <p:nvPr/>
        </p:nvSpPr>
        <p:spPr bwMode="auto">
          <a:xfrm>
            <a:off x="5889625" y="5075238"/>
            <a:ext cx="0" cy="1793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28" name="Line 32"/>
          <p:cNvSpPr>
            <a:spLocks noChangeShapeType="1"/>
          </p:cNvSpPr>
          <p:nvPr/>
        </p:nvSpPr>
        <p:spPr bwMode="auto">
          <a:xfrm>
            <a:off x="3060700" y="5168900"/>
            <a:ext cx="32686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29" name="Line 33"/>
          <p:cNvSpPr>
            <a:spLocks noChangeShapeType="1"/>
          </p:cNvSpPr>
          <p:nvPr/>
        </p:nvSpPr>
        <p:spPr bwMode="auto">
          <a:xfrm>
            <a:off x="3027363" y="4926013"/>
            <a:ext cx="3268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30" name="Line 34"/>
          <p:cNvSpPr>
            <a:spLocks noChangeShapeType="1"/>
          </p:cNvSpPr>
          <p:nvPr/>
        </p:nvSpPr>
        <p:spPr bwMode="auto">
          <a:xfrm>
            <a:off x="3068638" y="4198938"/>
            <a:ext cx="32670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sk-SK"/>
          </a:p>
        </p:txBody>
      </p:sp>
      <p:sp>
        <p:nvSpPr>
          <p:cNvPr id="80931" name="Freeform 35"/>
          <p:cNvSpPr>
            <a:spLocks/>
          </p:cNvSpPr>
          <p:nvPr/>
        </p:nvSpPr>
        <p:spPr bwMode="auto">
          <a:xfrm>
            <a:off x="3048000" y="2971800"/>
            <a:ext cx="19050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68" y="1932"/>
              </a:cxn>
              <a:cxn ang="0">
                <a:pos x="3012" y="2316"/>
              </a:cxn>
            </a:cxnLst>
            <a:rect l="0" t="0" r="r" b="b"/>
            <a:pathLst>
              <a:path w="3012" h="2318">
                <a:moveTo>
                  <a:pt x="0" y="0"/>
                </a:moveTo>
                <a:cubicBezTo>
                  <a:pt x="133" y="773"/>
                  <a:pt x="266" y="1546"/>
                  <a:pt x="768" y="1932"/>
                </a:cubicBezTo>
                <a:cubicBezTo>
                  <a:pt x="1270" y="2318"/>
                  <a:pt x="2141" y="2317"/>
                  <a:pt x="3012" y="2316"/>
                </a:cubicBezTo>
              </a:path>
            </a:pathLst>
          </a:custGeom>
          <a:noFill/>
          <a:ln w="50800" cap="rnd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80932" name="Text Box 36"/>
          <p:cNvSpPr txBox="1">
            <a:spLocks noChangeArrowheads="1"/>
          </p:cNvSpPr>
          <p:nvPr/>
        </p:nvSpPr>
        <p:spPr bwMode="auto">
          <a:xfrm>
            <a:off x="500035" y="1016000"/>
            <a:ext cx="835824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Oneskorenie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defibril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každ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tu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/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znamená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zhoršen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ežit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 10%</a:t>
            </a:r>
          </a:p>
          <a:p>
            <a:pPr algn="ctr"/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7" name="Obrázek 36" descr="logo certifik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/>
          <p:cNvSpPr txBox="1">
            <a:spLocks noChangeArrowheads="1"/>
          </p:cNvSpPr>
          <p:nvPr/>
        </p:nvSpPr>
        <p:spPr bwMode="auto">
          <a:xfrm>
            <a:off x="-152400" y="609600"/>
            <a:ext cx="92964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buClr>
                <a:srgbClr val="FF9900"/>
              </a:buClr>
              <a:buSzPct val="125000"/>
              <a:buFont typeface="Wingdings" pitchFamily="2" charset="2"/>
              <a:buNone/>
            </a:pPr>
            <a:r>
              <a:rPr lang="sk-SK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Ri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ešen</a:t>
            </a:r>
            <a:r>
              <a:rPr lang="sk-SK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ie</a:t>
            </a:r>
            <a:r>
              <a:rPr lang="en-US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náhl</a:t>
            </a:r>
            <a:r>
              <a:rPr lang="sk-SK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ej</a:t>
            </a:r>
            <a:r>
              <a:rPr lang="en-US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 </a:t>
            </a:r>
            <a:r>
              <a:rPr lang="en-US" sz="48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rPr>
              <a:t>zástavy</a:t>
            </a:r>
            <a:endParaRPr lang="en-US" sz="60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" pitchFamily="34" charset="0"/>
            </a:endParaRPr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2667000" y="1295400"/>
            <a:ext cx="3719288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81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r>
              <a:rPr lang="en-US" sz="8000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Jolt" pitchFamily="34" charset="0"/>
              </a:rPr>
              <a:t>Šok</a:t>
            </a:r>
            <a:r>
              <a:rPr lang="sk-SK" sz="8000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Jolt" pitchFamily="34" charset="0"/>
              </a:rPr>
              <a:t>o</a:t>
            </a:r>
            <a:r>
              <a:rPr lang="en-US" sz="8000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Jolt" pitchFamily="34" charset="0"/>
              </a:rPr>
              <a:t>m</a:t>
            </a:r>
            <a:r>
              <a:rPr lang="en-US" sz="9600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Jolt" pitchFamily="34" charset="0"/>
              </a:rPr>
              <a:t> </a:t>
            </a:r>
            <a:endParaRPr lang="en-US" sz="9600" i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Jolt" pitchFamily="34" charset="0"/>
            </a:endParaRPr>
          </a:p>
        </p:txBody>
      </p:sp>
      <p:grpSp>
        <p:nvGrpSpPr>
          <p:cNvPr id="81945" name="Group 25"/>
          <p:cNvGrpSpPr>
            <a:grpSpLocks/>
          </p:cNvGrpSpPr>
          <p:nvPr/>
        </p:nvGrpSpPr>
        <p:grpSpPr bwMode="auto">
          <a:xfrm>
            <a:off x="762000" y="3151188"/>
            <a:ext cx="7670800" cy="3541712"/>
            <a:chOff x="480" y="1985"/>
            <a:chExt cx="4832" cy="2231"/>
          </a:xfrm>
        </p:grpSpPr>
        <p:sp>
          <p:nvSpPr>
            <p:cNvPr id="81926" name="Oval 6"/>
            <p:cNvSpPr>
              <a:spLocks noChangeArrowheads="1"/>
            </p:cNvSpPr>
            <p:nvPr/>
          </p:nvSpPr>
          <p:spPr bwMode="auto">
            <a:xfrm>
              <a:off x="480" y="1985"/>
              <a:ext cx="2832" cy="13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pic>
          <p:nvPicPr>
            <p:cNvPr id="81942" name="Picture 5505584" descr="\\Cathy\etx share\OptZOLL AED Plus Training 5 1 02\EFCACT1\S18Picture 5505584.JPG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104" y="2560"/>
              <a:ext cx="1632" cy="4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1943" name="Picture 4003077" descr="\\Cathy\etx share\OptZOLL AED Plus Training 5 1 02\EFCACT1\S18Picture 4003077.JP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1296" y="2128"/>
              <a:ext cx="120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1944" name="Picture 3964701" descr="\\Cathy\etx share\OptZOLL AED Plus Training 5 1 02\EFCACT1\S18Picture 3964701.JP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216" y="2512"/>
              <a:ext cx="2096" cy="1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9" name="Obrázek 8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/>
          <p:cNvSpPr txBox="1">
            <a:spLocks noChangeArrowheads="1"/>
          </p:cNvSpPr>
          <p:nvPr/>
        </p:nvSpPr>
        <p:spPr bwMode="auto">
          <a:xfrm>
            <a:off x="652463" y="2832100"/>
            <a:ext cx="7653337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91581" dir="8778596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buClr>
                <a:srgbClr val="FFFF00"/>
              </a:buClr>
              <a:buSzPct val="125000"/>
              <a:buFont typeface="Wingdings" pitchFamily="2" charset="2"/>
              <a:buChar char="ü"/>
            </a:pPr>
            <a:r>
              <a:rPr lang="en-US" sz="48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Bezpečné</a:t>
            </a:r>
            <a:endParaRPr lang="en-US" sz="48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  <a:p>
            <a:pPr algn="ctr" eaLnBrk="1" hangingPunct="1">
              <a:buClr>
                <a:srgbClr val="FFFF00"/>
              </a:buClr>
              <a:buSzPct val="125000"/>
              <a:buFont typeface="Wingdings" pitchFamily="2" charset="2"/>
              <a:buChar char="ü"/>
            </a:pP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Jednoduché</a:t>
            </a: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použit</a:t>
            </a:r>
            <a:r>
              <a:rPr lang="sk-SK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ie</a:t>
            </a:r>
            <a:endParaRPr lang="en-US" sz="4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  <a:p>
            <a:pPr algn="ctr" eaLnBrk="1" hangingPunct="1">
              <a:buClr>
                <a:srgbClr val="FFFF00"/>
              </a:buClr>
              <a:buSzPct val="125000"/>
              <a:buFont typeface="Wingdings" pitchFamily="2" charset="2"/>
              <a:buChar char="ü"/>
            </a:pPr>
            <a:r>
              <a:rPr lang="en-US" sz="4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Vysoká</a:t>
            </a:r>
            <a:r>
              <a:rPr lang="en-US" sz="4800" u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pravd</a:t>
            </a:r>
            <a:r>
              <a:rPr lang="sk-SK" sz="48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e</a:t>
            </a:r>
            <a:r>
              <a:rPr lang="en-US" sz="48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podobnos</a:t>
            </a:r>
            <a:r>
              <a:rPr lang="sk-SK" sz="48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ť</a:t>
            </a:r>
            <a:r>
              <a:rPr lang="en-US" sz="48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 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úsp</a:t>
            </a:r>
            <a:r>
              <a:rPr lang="sk-SK" sz="4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e</a:t>
            </a:r>
            <a:r>
              <a:rPr lang="en-US" sz="4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erlin Sans FB Demi" pitchFamily="34" charset="0"/>
              </a:rPr>
              <a:t>chu</a:t>
            </a:r>
            <a:endParaRPr lang="en-US" sz="4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83971" name="Line 3"/>
          <p:cNvSpPr>
            <a:spLocks noChangeShapeType="1"/>
          </p:cNvSpPr>
          <p:nvPr/>
        </p:nvSpPr>
        <p:spPr bwMode="auto">
          <a:xfrm>
            <a:off x="914400" y="2362200"/>
            <a:ext cx="7239000" cy="0"/>
          </a:xfrm>
          <a:prstGeom prst="line">
            <a:avLst/>
          </a:prstGeom>
          <a:noFill/>
          <a:ln w="38100">
            <a:solidFill>
              <a:srgbClr val="D5E917"/>
            </a:solidFill>
            <a:round/>
            <a:headEnd/>
            <a:tailEnd/>
          </a:ln>
          <a:effectLst>
            <a:outerShdw dist="91581" dir="8778596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83972" name="WordArt 4"/>
          <p:cNvSpPr>
            <a:spLocks noChangeArrowheads="1" noChangeShapeType="1" noTextEdit="1"/>
          </p:cNvSpPr>
          <p:nvPr/>
        </p:nvSpPr>
        <p:spPr bwMode="auto">
          <a:xfrm>
            <a:off x="1066800" y="1352550"/>
            <a:ext cx="7162800" cy="8572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b="1" kern="10" dirty="0">
                <a:ln w="9525">
                  <a:noFill/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91581" dir="8778596" algn="ctr" rotWithShape="0">
                    <a:schemeClr val="tx1"/>
                  </a:outerShdw>
                </a:effectLst>
                <a:latin typeface="Arial"/>
                <a:cs typeface="Arial"/>
              </a:rPr>
              <a:t>Automatické </a:t>
            </a:r>
            <a:r>
              <a:rPr lang="sk-SK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91581" dir="8778596" algn="ctr" rotWithShape="0">
                    <a:schemeClr val="tx1"/>
                  </a:outerShdw>
                </a:effectLst>
                <a:latin typeface="Arial"/>
                <a:cs typeface="Arial"/>
              </a:rPr>
              <a:t>Externé </a:t>
            </a:r>
            <a:r>
              <a:rPr lang="sk-SK" sz="3600" b="1" kern="10" dirty="0" err="1">
                <a:ln w="9525">
                  <a:noFill/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91581" dir="8778596" algn="ctr" rotWithShape="0">
                    <a:schemeClr val="tx1"/>
                  </a:outerShdw>
                </a:effectLst>
                <a:latin typeface="Arial"/>
                <a:cs typeface="Arial"/>
              </a:rPr>
              <a:t>Defibrilátory</a:t>
            </a:r>
            <a:endParaRPr lang="sk-SK" sz="3600" b="1" kern="10" dirty="0">
              <a:ln w="9525">
                <a:noFill/>
                <a:round/>
                <a:headEnd/>
                <a:tailEnd/>
              </a:ln>
              <a:solidFill>
                <a:srgbClr val="FFFF00"/>
              </a:solidFill>
              <a:effectLst>
                <a:outerShdw dist="91581" dir="8778596" algn="ctr" rotWithShape="0">
                  <a:schemeClr val="tx1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5" name="Obrázek 4" descr="logo certifik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>
    <p:pull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2"/>
          <p:cNvSpPr txBox="1">
            <a:spLocks noChangeArrowheads="1"/>
          </p:cNvSpPr>
          <p:nvPr/>
        </p:nvSpPr>
        <p:spPr bwMode="auto">
          <a:xfrm>
            <a:off x="381000" y="2546350"/>
            <a:ext cx="8650125" cy="3200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81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sz="54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0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KPR</a:t>
            </a:r>
            <a:r>
              <a:rPr lang="en-US" sz="1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</a:t>
            </a:r>
            <a:r>
              <a:rPr lang="en-US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(</a:t>
            </a:r>
            <a:r>
              <a:rPr lang="sk-SK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iba</a:t>
            </a:r>
            <a:r>
              <a:rPr lang="en-US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)</a:t>
            </a:r>
            <a:r>
              <a:rPr lang="en-US" sz="2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20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……………………… </a:t>
            </a:r>
            <a:r>
              <a:rPr lang="en-US" sz="32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0-2%</a:t>
            </a:r>
          </a:p>
          <a:p>
            <a:pPr eaLnBrk="1" hangingPunct="1">
              <a:buClr>
                <a:srgbClr val="FFFF00"/>
              </a:buClr>
            </a:pPr>
            <a:endParaRPr lang="en-US" sz="14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sz="5400" u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8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ZZS</a:t>
            </a:r>
            <a:r>
              <a:rPr lang="en-US" sz="20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(z </a:t>
            </a:r>
            <a:r>
              <a:rPr lang="en-US" sz="2000" u="none" dirty="0" err="1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časových</a:t>
            </a:r>
            <a:r>
              <a:rPr lang="en-US" sz="20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20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d</a:t>
            </a:r>
            <a:r>
              <a:rPr lang="sk-SK" sz="20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ô</a:t>
            </a:r>
            <a:r>
              <a:rPr lang="en-US" sz="20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vod</a:t>
            </a:r>
            <a:r>
              <a:rPr lang="sk-SK" sz="2000" u="none" dirty="0" err="1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ov</a:t>
            </a:r>
            <a:r>
              <a:rPr lang="en-US" sz="2000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)</a:t>
            </a:r>
            <a:r>
              <a:rPr lang="en-US" u="none" dirty="0" smtClean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.… </a:t>
            </a:r>
            <a:r>
              <a:rPr lang="en-US" sz="4000" u="none" dirty="0">
                <a:solidFill>
                  <a:srgbClr val="CCC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5-15%</a:t>
            </a:r>
          </a:p>
          <a:p>
            <a:pPr eaLnBrk="1" hangingPunct="1">
              <a:buClr>
                <a:srgbClr val="FFFF00"/>
              </a:buClr>
            </a:pPr>
            <a:endParaRPr lang="en-US" sz="2000" u="none" dirty="0">
              <a:solidFill>
                <a:srgbClr val="CC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eaLnBrk="1" hangingPunct="1">
              <a:buClr>
                <a:srgbClr val="FFFF00"/>
              </a:buClr>
              <a:buFontTx/>
              <a:buChar char="•"/>
            </a:pPr>
            <a:r>
              <a:rPr lang="en-US" sz="54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60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KPR</a:t>
            </a: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+</a:t>
            </a:r>
            <a:r>
              <a:rPr lang="en-US" sz="60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AED</a:t>
            </a:r>
            <a:r>
              <a:rPr lang="en-US" sz="2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…….. </a:t>
            </a: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30</a:t>
            </a:r>
            <a:r>
              <a:rPr lang="en-US" sz="44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-</a:t>
            </a: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75% !</a:t>
            </a:r>
          </a:p>
        </p:txBody>
      </p:sp>
      <p:sp>
        <p:nvSpPr>
          <p:cNvPr id="84995" name="WordArt 3"/>
          <p:cNvSpPr>
            <a:spLocks noChangeArrowheads="1" noChangeShapeType="1" noTextEdit="1"/>
          </p:cNvSpPr>
          <p:nvPr/>
        </p:nvSpPr>
        <p:spPr bwMode="auto">
          <a:xfrm>
            <a:off x="533400" y="1250950"/>
            <a:ext cx="8001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rgbClr val="FFFF00"/>
                </a:solidFill>
                <a:effectLst>
                  <a:outerShdw dist="107763" dir="8100000" algn="ctr" rotWithShape="0">
                    <a:schemeClr val="tx1"/>
                  </a:outerShdw>
                </a:effectLst>
                <a:latin typeface="Arial"/>
                <a:cs typeface="Arial"/>
              </a:rPr>
              <a:t>Pravdepodobnosť odvrátenia náhleho úmrtia </a:t>
            </a:r>
            <a:endParaRPr lang="sk-SK" sz="3600" b="1" kern="10" dirty="0">
              <a:ln w="9525">
                <a:noFill/>
                <a:round/>
                <a:headEnd/>
                <a:tailEnd/>
              </a:ln>
              <a:solidFill>
                <a:srgbClr val="FFFF00"/>
              </a:solidFill>
              <a:effectLst>
                <a:outerShdw dist="107763" dir="8100000" algn="ctr" rotWithShape="0">
                  <a:schemeClr val="tx1"/>
                </a:outerShdw>
              </a:effectLst>
              <a:latin typeface="Arial"/>
              <a:cs typeface="Arial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762000" y="2165350"/>
            <a:ext cx="7516813" cy="0"/>
          </a:xfrm>
          <a:prstGeom prst="line">
            <a:avLst/>
          </a:prstGeom>
          <a:noFill/>
          <a:ln w="38100">
            <a:solidFill>
              <a:srgbClr val="D5E917"/>
            </a:solidFill>
            <a:round/>
            <a:headEnd/>
            <a:tailEnd/>
          </a:ln>
          <a:effectLst>
            <a:outerShdw dist="107763" dir="8100000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pic>
        <p:nvPicPr>
          <p:cNvPr id="5" name="Obrázek 4" descr="logo certifik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4" name="Picture 1606609" descr="\\Cathy\etx share\OptZOLL AED Plus Training 5 1 02\EFCACT1\S25Picture 160660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9058" y="714356"/>
            <a:ext cx="3781444" cy="504543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1139" name="Text Box 3"/>
          <p:cNvSpPr txBox="1">
            <a:spLocks noChangeArrowheads="1"/>
          </p:cNvSpPr>
          <p:nvPr/>
        </p:nvSpPr>
        <p:spPr bwMode="auto">
          <a:xfrm>
            <a:off x="838200" y="1447800"/>
            <a:ext cx="2590800" cy="3567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8587806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sk-SK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Č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o k</a:t>
            </a:r>
            <a:r>
              <a:rPr lang="sk-SK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eď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28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…</a:t>
            </a:r>
          </a:p>
          <a:p>
            <a:pPr eaLnBrk="1" hangingPunct="1"/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s</a:t>
            </a:r>
            <a:r>
              <a:rPr lang="sk-SK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</a:t>
            </a:r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0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u </a:t>
            </a:r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n</a:t>
            </a:r>
            <a:r>
              <a:rPr lang="sk-SK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r>
              <a:rPr lang="en-US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koho</a:t>
            </a:r>
            <a:endParaRPr lang="en-US" sz="4000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eaLnBrk="1" hangingPunct="1"/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pr</a:t>
            </a:r>
            <a:r>
              <a:rPr lang="sk-SK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</a:t>
            </a:r>
            <a:r>
              <a:rPr lang="sk-SK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avia</a:t>
            </a:r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p</a:t>
            </a:r>
            <a:r>
              <a:rPr lang="sk-SK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4000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íznaky</a:t>
            </a:r>
            <a:r>
              <a:rPr lang="en-US" sz="4000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000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infarktu</a:t>
            </a:r>
            <a:r>
              <a:rPr lang="en-US" sz="40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</a:p>
        </p:txBody>
      </p:sp>
      <p:pic>
        <p:nvPicPr>
          <p:cNvPr id="4" name="Obrázek 3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46" name="Picture 3091820" descr="\\Cathy\etx share\OptZOLL AED Plus Training 5 1 02\EFCACT1\S26Picture 3091820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2000" y="1346200"/>
            <a:ext cx="3937000" cy="51943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2164" name="Text Box 4"/>
          <p:cNvSpPr txBox="1">
            <a:spLocks noChangeArrowheads="1"/>
          </p:cNvSpPr>
          <p:nvPr/>
        </p:nvSpPr>
        <p:spPr bwMode="auto">
          <a:xfrm>
            <a:off x="228600" y="762000"/>
            <a:ext cx="55130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6993903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Poskytn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úvodn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životn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podporu</a:t>
            </a:r>
            <a:endParaRPr lang="en-US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92247" name="Picture 9937150" descr="\\Cathy\etx share\OptZOLL AED Plus Training 5 1 02\EFCACT1\S26Picture 9937150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81200" y="5257800"/>
            <a:ext cx="914400" cy="152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2167" name="WordArt 7"/>
          <p:cNvSpPr>
            <a:spLocks noChangeArrowheads="1" noChangeShapeType="1" noTextEdit="1"/>
          </p:cNvSpPr>
          <p:nvPr/>
        </p:nvSpPr>
        <p:spPr bwMode="auto">
          <a:xfrm>
            <a:off x="2603500" y="5461000"/>
            <a:ext cx="203200" cy="3698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48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?</a:t>
            </a:r>
          </a:p>
        </p:txBody>
      </p:sp>
      <p:pic>
        <p:nvPicPr>
          <p:cNvPr id="92170" name="Picture 10" descr="G:\PFiles\MSOffice\Clipart\standard\stddir3\hm00339_.wm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57200" y="4038600"/>
            <a:ext cx="1177925" cy="14351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2171" name="Oval 11"/>
          <p:cNvSpPr>
            <a:spLocks noChangeArrowheads="1"/>
          </p:cNvSpPr>
          <p:nvPr/>
        </p:nvSpPr>
        <p:spPr bwMode="auto">
          <a:xfrm>
            <a:off x="741363" y="4689475"/>
            <a:ext cx="276225" cy="3286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630238" y="4716463"/>
            <a:ext cx="4556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1200" b="1" u="none"/>
              <a:t>  </a:t>
            </a:r>
            <a:r>
              <a:rPr lang="en-US" sz="700" b="1" u="none">
                <a:solidFill>
                  <a:schemeClr val="bg1"/>
                </a:solidFill>
              </a:rPr>
              <a:t>ASA</a:t>
            </a:r>
          </a:p>
        </p:txBody>
      </p:sp>
      <p:sp>
        <p:nvSpPr>
          <p:cNvPr id="92173" name="Text Box 13"/>
          <p:cNvSpPr txBox="1">
            <a:spLocks noChangeArrowheads="1"/>
          </p:cNvSpPr>
          <p:nvPr/>
        </p:nvSpPr>
        <p:spPr bwMode="auto">
          <a:xfrm>
            <a:off x="1003300" y="4070350"/>
            <a:ext cx="744538" cy="56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200" b="1" u="non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 Adult </a:t>
            </a:r>
          </a:p>
          <a:p>
            <a:pPr algn="ctr" eaLnBrk="1" hangingPunct="1"/>
            <a:r>
              <a:rPr lang="en-US" sz="700" b="1" u="non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Or</a:t>
            </a:r>
          </a:p>
          <a:p>
            <a:pPr algn="ctr" eaLnBrk="1" hangingPunct="1"/>
            <a:r>
              <a:rPr lang="en-US" sz="1200" b="1" u="non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4 Baby</a:t>
            </a:r>
          </a:p>
        </p:txBody>
      </p:sp>
      <p:sp>
        <p:nvSpPr>
          <p:cNvPr id="92174" name="WordArt 14"/>
          <p:cNvSpPr>
            <a:spLocks noChangeArrowheads="1" noChangeShapeType="1" noTextEdit="1"/>
          </p:cNvSpPr>
          <p:nvPr/>
        </p:nvSpPr>
        <p:spPr bwMode="auto">
          <a:xfrm>
            <a:off x="1243013" y="4648200"/>
            <a:ext cx="204787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48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latin typeface="Arial Black"/>
              </a:rPr>
              <a:t>?</a:t>
            </a:r>
          </a:p>
        </p:txBody>
      </p:sp>
      <p:grpSp>
        <p:nvGrpSpPr>
          <p:cNvPr id="92250" name="Group 90"/>
          <p:cNvGrpSpPr>
            <a:grpSpLocks/>
          </p:cNvGrpSpPr>
          <p:nvPr/>
        </p:nvGrpSpPr>
        <p:grpSpPr bwMode="auto">
          <a:xfrm>
            <a:off x="5029200" y="1524000"/>
            <a:ext cx="3938588" cy="5105400"/>
            <a:chOff x="3168" y="960"/>
            <a:chExt cx="2481" cy="3216"/>
          </a:xfrm>
        </p:grpSpPr>
        <p:sp>
          <p:nvSpPr>
            <p:cNvPr id="92183" name="Text Box 23"/>
            <p:cNvSpPr txBox="1">
              <a:spLocks noChangeArrowheads="1"/>
            </p:cNvSpPr>
            <p:nvPr/>
          </p:nvSpPr>
          <p:spPr bwMode="auto">
            <a:xfrm>
              <a:off x="3168" y="960"/>
              <a:ext cx="248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40161" dir="9693903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b="1" u="none" dirty="0" err="1" smtClean="0">
                  <a:solidFill>
                    <a:schemeClr val="bg1"/>
                  </a:solidFill>
                </a:rPr>
                <a:t>Vol</a:t>
              </a:r>
              <a:r>
                <a:rPr lang="sk-SK" b="1" u="none" dirty="0" smtClean="0">
                  <a:solidFill>
                    <a:schemeClr val="bg1"/>
                  </a:solidFill>
                </a:rPr>
                <a:t>a</a:t>
              </a:r>
              <a:r>
                <a:rPr lang="en-US" b="1" u="none" dirty="0" err="1" smtClean="0">
                  <a:solidFill>
                    <a:schemeClr val="bg1"/>
                  </a:solidFill>
                </a:rPr>
                <a:t>jte</a:t>
              </a:r>
              <a:r>
                <a:rPr lang="en-US" b="1" u="none" dirty="0" smtClean="0">
                  <a:solidFill>
                    <a:schemeClr val="bg1"/>
                  </a:solidFill>
                </a:rPr>
                <a:t> </a:t>
              </a:r>
              <a:r>
                <a:rPr lang="sk-SK" b="1" u="none" dirty="0" smtClean="0">
                  <a:solidFill>
                    <a:schemeClr val="bg1"/>
                  </a:solidFill>
                </a:rPr>
                <a:t>RLP</a:t>
              </a:r>
              <a:r>
                <a:rPr lang="en-US" b="1" u="none" dirty="0" smtClean="0">
                  <a:solidFill>
                    <a:schemeClr val="bg1"/>
                  </a:solidFill>
                </a:rPr>
                <a:t>/L</a:t>
              </a:r>
              <a:r>
                <a:rPr lang="sk-SK" b="1" u="none" dirty="0" smtClean="0">
                  <a:solidFill>
                    <a:schemeClr val="bg1"/>
                  </a:solidFill>
                </a:rPr>
                <a:t>e</a:t>
              </a:r>
              <a:r>
                <a:rPr lang="en-US" b="1" u="none" dirty="0" smtClean="0">
                  <a:solidFill>
                    <a:schemeClr val="bg1"/>
                  </a:solidFill>
                </a:rPr>
                <a:t>k</a:t>
              </a:r>
              <a:r>
                <a:rPr lang="sk-SK" b="1" u="none" dirty="0" smtClean="0">
                  <a:solidFill>
                    <a:schemeClr val="bg1"/>
                  </a:solidFill>
                </a:rPr>
                <a:t>ár</a:t>
              </a:r>
              <a:r>
                <a:rPr lang="en-US" b="1" u="none" dirty="0" smtClean="0">
                  <a:solidFill>
                    <a:schemeClr val="bg1"/>
                  </a:solidFill>
                </a:rPr>
                <a:t>. </a:t>
              </a:r>
              <a:r>
                <a:rPr lang="en-US" b="1" u="none" dirty="0" err="1">
                  <a:solidFill>
                    <a:schemeClr val="bg1"/>
                  </a:solidFill>
                </a:rPr>
                <a:t>pomoc</a:t>
              </a:r>
              <a:endParaRPr lang="en-US" b="1" u="none" dirty="0">
                <a:solidFill>
                  <a:schemeClr val="bg1"/>
                </a:solidFill>
              </a:endParaRPr>
            </a:p>
          </p:txBody>
        </p:sp>
        <p:pic>
          <p:nvPicPr>
            <p:cNvPr id="92248" name="Picture 1204137" descr="\\Cathy\etx share\OptZOLL AED Plus Training 5 1 02\EFCACT1\S26Picture 1204137.JP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312" y="1344"/>
              <a:ext cx="2256" cy="1712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</p:pic>
        <p:pic>
          <p:nvPicPr>
            <p:cNvPr id="92249" name="Picture 9787363" descr="\\Cathy\etx share\OptZOLL AED Plus Training 5 1 02\EFCACT1\S26Picture 9787363.JP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456" y="3216"/>
              <a:ext cx="1152" cy="96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</p:pic>
        <p:sp>
          <p:nvSpPr>
            <p:cNvPr id="92206" name="Oval 46"/>
            <p:cNvSpPr>
              <a:spLocks noChangeArrowheads="1"/>
            </p:cNvSpPr>
            <p:nvPr/>
          </p:nvSpPr>
          <p:spPr bwMode="auto">
            <a:xfrm>
              <a:off x="5472" y="4032"/>
              <a:ext cx="144" cy="144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</p:grpSp>
      <p:pic>
        <p:nvPicPr>
          <p:cNvPr id="16" name="Obrázek 15" descr="logo certifikat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40" name="Picture 2849942" descr="\\Cathy\etx share\OptZOLL AED Plus Training 5 1 02\EFCACT1\S27Picture 2849942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52400" y="685800"/>
            <a:ext cx="3365500" cy="4495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228600" y="66675"/>
            <a:ext cx="88152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6993903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 vidíme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pacientovo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rútenie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ebo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</a:t>
            </a:r>
            <a:r>
              <a:rPr lang="sk-SK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ájdeme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zemi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</a:p>
        </p:txBody>
      </p:sp>
      <p:pic>
        <p:nvPicPr>
          <p:cNvPr id="154641" name="Picture 4085026" descr="\\Cathy\etx share\OptZOLL AED Plus Training 5 1 02\EFCACT1\S27Picture 408502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657600" y="685800"/>
            <a:ext cx="3352800" cy="4572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54642" name="Picture 9930860" descr="\\Cathy\etx share\OptZOLL AED Plus Training 5 1 02\EFCACT1\S27Picture 9930860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24400" y="3505200"/>
            <a:ext cx="4267200" cy="3200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54630" name="Text Box 6"/>
          <p:cNvSpPr txBox="1">
            <a:spLocks noChangeArrowheads="1"/>
          </p:cNvSpPr>
          <p:nvPr/>
        </p:nvSpPr>
        <p:spPr bwMode="auto">
          <a:xfrm>
            <a:off x="609600" y="4875213"/>
            <a:ext cx="3987117" cy="2000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u="none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…</a:t>
            </a:r>
            <a:r>
              <a:rPr lang="en-US" u="none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n</a:t>
            </a:r>
            <a:r>
              <a:rPr lang="sk-SK" u="none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evieme</a:t>
            </a:r>
            <a:r>
              <a:rPr lang="en-US" u="none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sk-SK" u="none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č</a:t>
            </a:r>
            <a:r>
              <a:rPr lang="en-US" u="none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</a:t>
            </a:r>
            <a:r>
              <a:rPr lang="en-US" u="none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u="none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je to </a:t>
            </a:r>
          </a:p>
          <a:p>
            <a:pPr algn="ctr" eaLnBrk="1" hangingPunct="1"/>
            <a:r>
              <a:rPr lang="sk-SK" sz="36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n</a:t>
            </a:r>
            <a:r>
              <a:rPr lang="en-US" sz="3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áhl</a:t>
            </a:r>
            <a:r>
              <a:rPr lang="sk-SK" sz="3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en-US" sz="3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3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úmrt</a:t>
            </a:r>
            <a:r>
              <a:rPr lang="sk-SK" sz="3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endParaRPr lang="en-US" sz="36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/>
            <a:r>
              <a:rPr lang="sk-SK" sz="2800" u="none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al</a:t>
            </a:r>
            <a:r>
              <a:rPr lang="en-US" sz="2800" u="none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ebo</a:t>
            </a:r>
            <a:endParaRPr lang="en-US" sz="2800" u="none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/>
            <a:r>
              <a:rPr lang="sk-SK" sz="3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s</a:t>
            </a:r>
            <a:r>
              <a:rPr lang="en-US" sz="3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rd</a:t>
            </a:r>
            <a:r>
              <a:rPr lang="sk-SK" sz="36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cový</a:t>
            </a:r>
            <a:r>
              <a:rPr lang="en-US" sz="36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36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infarkt</a:t>
            </a:r>
            <a:endParaRPr lang="en-US" sz="36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 rot="20374051">
            <a:off x="0" y="762000"/>
            <a:ext cx="3810000" cy="762000"/>
          </a:xfrm>
          <a:effectLst>
            <a:outerShdw dist="45791" dir="2021404" algn="ctr" rotWithShape="0">
              <a:schemeClr val="tx1"/>
            </a:outerShdw>
          </a:effectLst>
        </p:spPr>
        <p:txBody>
          <a:bodyPr/>
          <a:lstStyle/>
          <a:p>
            <a:r>
              <a:rPr lang="en-US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 </a:t>
            </a:r>
            <a:r>
              <a:rPr lang="en-US" sz="4800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Budete</a:t>
            </a:r>
            <a:r>
              <a:rPr lang="en-US" sz="48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 </a:t>
            </a:r>
            <a:r>
              <a:rPr lang="en-US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pot</a:t>
            </a:r>
            <a:r>
              <a:rPr lang="sk-SK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r</a:t>
            </a:r>
            <a:r>
              <a:rPr lang="en-US" sz="4800" dirty="0" err="1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ebova</a:t>
            </a:r>
            <a:r>
              <a:rPr lang="sk-SK" sz="4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ť</a:t>
            </a:r>
            <a:endParaRPr lang="en-US" sz="48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azooka" pitchFamily="2" charset="0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667000"/>
            <a:ext cx="8534400" cy="3405206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Je to 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</a:t>
            </a:r>
            <a:r>
              <a:rPr lang="sk-SK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 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ako iba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defibrilátor</a:t>
            </a:r>
            <a:endParaRPr lang="sk-SK" sz="2400" b="1" dirty="0" smtClean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buClr>
                <a:srgbClr val="FF0000"/>
              </a:buClr>
              <a:buNone/>
            </a:pPr>
            <a:endParaRPr 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buClr>
                <a:srgbClr val="FF0000"/>
              </a:buClr>
            </a:pP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Ved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 </a:t>
            </a:r>
            <a:r>
              <a:rPr lang="en-US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vás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vše</a:t>
            </a:r>
            <a:r>
              <a:rPr lang="sk-SK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tkych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aspekt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záchrany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</a:p>
          <a:p>
            <a:pPr lvl="3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Úvodn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pomoc</a:t>
            </a:r>
            <a:endParaRPr 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3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Uvo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ľ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</a:t>
            </a:r>
            <a:r>
              <a:rPr lang="sk-SK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enie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dýchacích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est</a:t>
            </a:r>
            <a:endParaRPr 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3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Veden</a:t>
            </a:r>
            <a:r>
              <a:rPr lang="sk-SK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KPR</a:t>
            </a:r>
          </a:p>
          <a:p>
            <a:pPr lvl="3">
              <a:buClr>
                <a:srgbClr val="FF0000"/>
              </a:buClr>
              <a:buFont typeface="Wingdings" pitchFamily="2" charset="2"/>
              <a:buChar char="ü"/>
            </a:pP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Defibril</a:t>
            </a:r>
            <a:r>
              <a:rPr lang="sk-SK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sz="24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</a:t>
            </a:r>
            <a:r>
              <a:rPr lang="sk-SK" sz="24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endParaRPr lang="en-US" sz="2400" b="1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94213" name="Oval 5"/>
          <p:cNvSpPr>
            <a:spLocks noChangeArrowheads="1"/>
          </p:cNvSpPr>
          <p:nvPr/>
        </p:nvSpPr>
        <p:spPr bwMode="auto">
          <a:xfrm>
            <a:off x="2286000" y="838200"/>
            <a:ext cx="4495800" cy="1905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94228" name="Picture 4627243" descr="\\Cathy\etx share\OptZOLL AED Plus Training 5 1 02\EFCACT1\S28Picture 462724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1651000"/>
            <a:ext cx="2590800" cy="6223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94229" name="Picture 6422952" descr="\\Cathy\etx share\OptZOLL AED Plus Training 5 1 02\EFCACT1\S28Picture 6422952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81400" y="1041400"/>
            <a:ext cx="1905000" cy="5207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94230" name="Picture 128386" descr="\\Cathy\etx share\OptZOLL AED Plus Training 5 1 02\EFCACT1\S28Picture 128386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43570" y="4357694"/>
            <a:ext cx="27178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Oval 3"/>
          <p:cNvSpPr>
            <a:spLocks noChangeArrowheads="1"/>
          </p:cNvSpPr>
          <p:nvPr/>
        </p:nvSpPr>
        <p:spPr bwMode="auto">
          <a:xfrm>
            <a:off x="642910" y="2285992"/>
            <a:ext cx="4495800" cy="21336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95262" name="Picture 6557402" descr="\\Cathy\etx share\OptZOLL AED Plus Training 5 1 02\EFCACT1\S29Picture 6557402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43042" y="3286124"/>
            <a:ext cx="2590800" cy="6985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95263" name="Picture 3008727" descr="\\Cathy\etx share\OptZOLL AED Plus Training 5 1 02\EFCACT1\S29Picture 3008727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981200" y="2590800"/>
            <a:ext cx="1905000" cy="584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sp>
        <p:nvSpPr>
          <p:cNvPr id="95241" name="WordArt 9"/>
          <p:cNvSpPr>
            <a:spLocks noChangeArrowheads="1" noChangeShapeType="1" noTextEdit="1"/>
          </p:cNvSpPr>
          <p:nvPr/>
        </p:nvSpPr>
        <p:spPr bwMode="auto">
          <a:xfrm rot="-676014">
            <a:off x="381000" y="1185863"/>
            <a:ext cx="2971800" cy="795337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sk-SK" sz="3600" kern="10" dirty="0" smtClean="0">
                <a:ln w="9525">
                  <a:solidFill>
                    <a:srgbClr val="9999FF"/>
                  </a:solidFill>
                  <a:round/>
                  <a:headEnd/>
                  <a:tailEnd/>
                </a:ln>
                <a:solidFill>
                  <a:schemeClr val="hlink"/>
                </a:solidFill>
                <a:effectLst>
                  <a:outerShdw dist="53882" dir="2700000" algn="ctr" rotWithShape="0">
                    <a:schemeClr val="tx1"/>
                  </a:outerShdw>
                </a:effectLst>
                <a:latin typeface="Bazooka"/>
              </a:rPr>
              <a:t>Ako sa </a:t>
            </a:r>
            <a:r>
              <a:rPr lang="sk-SK" sz="3600" kern="10" dirty="0" err="1" smtClean="0">
                <a:ln w="9525">
                  <a:solidFill>
                    <a:srgbClr val="9999FF"/>
                  </a:solidFill>
                  <a:round/>
                  <a:headEnd/>
                  <a:tailEnd/>
                </a:ln>
                <a:solidFill>
                  <a:schemeClr val="hlink"/>
                </a:solidFill>
                <a:effectLst>
                  <a:outerShdw dist="53882" dir="2700000" algn="ctr" rotWithShape="0">
                    <a:schemeClr val="tx1"/>
                  </a:outerShdw>
                </a:effectLst>
                <a:latin typeface="Bazooka"/>
              </a:rPr>
              <a:t>používá</a:t>
            </a:r>
            <a:endParaRPr lang="sk-SK" sz="3600" kern="10" dirty="0">
              <a:ln w="9525">
                <a:solidFill>
                  <a:srgbClr val="9999FF"/>
                </a:solidFill>
                <a:round/>
                <a:headEnd/>
                <a:tailEnd/>
              </a:ln>
              <a:solidFill>
                <a:schemeClr val="hlink"/>
              </a:solidFill>
              <a:effectLst>
                <a:outerShdw dist="53882" dir="2700000" algn="ctr" rotWithShape="0">
                  <a:schemeClr val="tx1"/>
                </a:outerShdw>
              </a:effectLst>
              <a:latin typeface="Bazooka"/>
            </a:endParaRPr>
          </a:p>
        </p:txBody>
      </p:sp>
      <p:pic>
        <p:nvPicPr>
          <p:cNvPr id="95264" name="Picture 7034269" descr="\\Cathy\etx share\OptZOLL AED Plus Training 5 1 02\EFCACT1\S29Picture 7034269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486400" y="1295400"/>
            <a:ext cx="3200400" cy="2362200"/>
          </a:xfrm>
          <a:prstGeom prst="rect">
            <a:avLst/>
          </a:prstGeom>
          <a:noFill/>
          <a:ln w="38100">
            <a:solidFill>
              <a:srgbClr val="CCCCFF"/>
            </a:solidFill>
            <a:miter lim="800000"/>
            <a:headEnd/>
            <a:tailEnd/>
          </a:ln>
          <a:effectLst/>
        </p:spPr>
      </p:pic>
      <p:pic>
        <p:nvPicPr>
          <p:cNvPr id="95265" name="Picture 8052888" descr="\\Cathy\etx share\OptZOLL AED Plus Training 5 1 02\EFCACT1\S29Picture 8052888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93000" y="3429000"/>
            <a:ext cx="1028700" cy="1397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00600" y="1295400"/>
            <a:ext cx="4016375" cy="2944813"/>
          </a:xfrm>
          <a:prstGeom prst="rect">
            <a:avLst/>
          </a:prstGeom>
          <a:noFill/>
          <a:ln w="9525">
            <a:solidFill>
              <a:srgbClr val="CCCCFF"/>
            </a:solidFill>
            <a:miter lim="800000"/>
            <a:headEnd/>
            <a:tailEnd/>
          </a:ln>
          <a:effectLst/>
        </p:spPr>
      </p:pic>
      <p:sp>
        <p:nvSpPr>
          <p:cNvPr id="96259" name="WordArt 3"/>
          <p:cNvSpPr>
            <a:spLocks noChangeArrowheads="1" noChangeShapeType="1" noTextEdit="1"/>
          </p:cNvSpPr>
          <p:nvPr/>
        </p:nvSpPr>
        <p:spPr bwMode="auto">
          <a:xfrm>
            <a:off x="762000" y="5486400"/>
            <a:ext cx="7666038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b="1" kern="10" dirty="0" smtClean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Bazooka"/>
              </a:rPr>
              <a:t>Podporuje výcvik záchrancu</a:t>
            </a:r>
            <a:endParaRPr lang="sk-SK" sz="3600" b="1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chemeClr val="bg1"/>
              </a:solidFill>
              <a:effectLst>
                <a:outerShdw dist="35921" dir="2700000" algn="ctr" rotWithShape="0">
                  <a:schemeClr val="tx1"/>
                </a:outerShdw>
              </a:effectLst>
              <a:latin typeface="Bazooka"/>
            </a:endParaRPr>
          </a:p>
          <a:p>
            <a:pPr algn="ctr"/>
            <a:r>
              <a:rPr lang="sk-SK" sz="3600" b="1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Bazooka"/>
              </a:rPr>
              <a:t>po </a:t>
            </a:r>
            <a:r>
              <a:rPr lang="sk-SK" sz="3600" b="1" kern="10" dirty="0" smtClean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Bazooka"/>
              </a:rPr>
              <a:t>CELÚ </a:t>
            </a:r>
            <a:r>
              <a:rPr lang="sk-SK" sz="3600" b="1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Bazooka"/>
              </a:rPr>
              <a:t>DOBU </a:t>
            </a:r>
            <a:r>
              <a:rPr lang="sk-SK" sz="3600" b="1" kern="10" dirty="0" smtClean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Bazooka"/>
              </a:rPr>
              <a:t>resuscitačného úsilia</a:t>
            </a:r>
            <a:endParaRPr lang="sk-SK" sz="3600" b="1" kern="10" dirty="0">
              <a:ln w="9525">
                <a:solidFill>
                  <a:schemeClr val="tx1"/>
                </a:solidFill>
                <a:round/>
                <a:headEnd/>
                <a:tailEnd/>
              </a:ln>
              <a:solidFill>
                <a:schemeClr val="bg1"/>
              </a:solidFill>
              <a:effectLst>
                <a:outerShdw dist="35921" dir="2700000" algn="ctr" rotWithShape="0">
                  <a:schemeClr val="tx1"/>
                </a:outerShdw>
              </a:effectLst>
              <a:latin typeface="Bazooka"/>
            </a:endParaRPr>
          </a:p>
        </p:txBody>
      </p:sp>
      <p:sp>
        <p:nvSpPr>
          <p:cNvPr id="96274" name="Line 18"/>
          <p:cNvSpPr>
            <a:spLocks noChangeShapeType="1"/>
          </p:cNvSpPr>
          <p:nvPr/>
        </p:nvSpPr>
        <p:spPr bwMode="auto">
          <a:xfrm flipV="1">
            <a:off x="3429000" y="2438400"/>
            <a:ext cx="35052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  <p:sp>
        <p:nvSpPr>
          <p:cNvPr id="96275" name="Oval 19"/>
          <p:cNvSpPr>
            <a:spLocks noChangeArrowheads="1"/>
          </p:cNvSpPr>
          <p:nvPr/>
        </p:nvSpPr>
        <p:spPr bwMode="auto">
          <a:xfrm>
            <a:off x="7086600" y="1371600"/>
            <a:ext cx="1600200" cy="14478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>
            <a:outerShdw dist="45791" dir="8778596" algn="ctr" rotWithShape="0">
              <a:schemeClr val="tx1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grpSp>
        <p:nvGrpSpPr>
          <p:cNvPr id="96307" name="Group 51"/>
          <p:cNvGrpSpPr>
            <a:grpSpLocks/>
          </p:cNvGrpSpPr>
          <p:nvPr/>
        </p:nvGrpSpPr>
        <p:grpSpPr bwMode="auto">
          <a:xfrm>
            <a:off x="-76200" y="2667000"/>
            <a:ext cx="7162800" cy="2667000"/>
            <a:chOff x="-48" y="1680"/>
            <a:chExt cx="4512" cy="1680"/>
          </a:xfrm>
        </p:grpSpPr>
        <p:pic>
          <p:nvPicPr>
            <p:cNvPr id="96290" name="Picture 34">
              <a:hlinkClick r:id="" action="ppaction://media"/>
            </p:cNvPr>
            <p:cNvPicPr>
              <a:picLocks noRot="1" noChangeAspect="1" noChangeArrowheads="1"/>
            </p:cNvPicPr>
            <p:nvPr>
              <a:wavAudioFile r:embed="rId3" name="Attach_Elect_Sim.wav"/>
            </p:nvPr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032" y="2574"/>
              <a:ext cx="192" cy="192"/>
            </a:xfrm>
            <a:prstGeom prst="rect">
              <a:avLst/>
            </a:prstGeom>
            <a:noFill/>
          </p:spPr>
        </p:pic>
        <p:sp>
          <p:nvSpPr>
            <p:cNvPr id="96261" name="Rectangle 5"/>
            <p:cNvSpPr>
              <a:spLocks noChangeArrowheads="1"/>
            </p:cNvSpPr>
            <p:nvPr/>
          </p:nvSpPr>
          <p:spPr bwMode="auto">
            <a:xfrm>
              <a:off x="-48" y="2622"/>
              <a:ext cx="2496" cy="6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lIns="914112" tIns="0" rIns="0" bIns="0">
              <a:spAutoFit/>
            </a:bodyPr>
            <a:lstStyle/>
            <a:p>
              <a:pPr eaLnBrk="1" hangingPunct="1"/>
              <a:endParaRPr lang="en-US" sz="2000" b="1" u="none" dirty="0">
                <a:solidFill>
                  <a:srgbClr val="CCFF33"/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>
                <a:buClr>
                  <a:srgbClr val="FF0000"/>
                </a:buClr>
                <a:buSzPct val="120000"/>
                <a:buFontTx/>
                <a:buChar char="•"/>
              </a:pPr>
              <a:r>
                <a:rPr lang="en-US" sz="48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charset="0"/>
                </a:rPr>
                <a:t> </a:t>
              </a:r>
              <a:r>
                <a:rPr lang="en-US" sz="48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charset="0"/>
                </a:rPr>
                <a:t>Zvuk</a:t>
              </a:r>
              <a:r>
                <a:rPr lang="sk-SK" sz="48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charset="0"/>
                </a:rPr>
                <a:t>o</a:t>
              </a:r>
              <a:r>
                <a:rPr lang="en-US" sz="48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charset="0"/>
                </a:rPr>
                <a:t>m</a:t>
              </a:r>
              <a:endParaRPr lang="en-US" sz="4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endParaRPr>
            </a:p>
          </p:txBody>
        </p:sp>
        <p:sp>
          <p:nvSpPr>
            <p:cNvPr id="96264" name="Freeform 8"/>
            <p:cNvSpPr>
              <a:spLocks/>
            </p:cNvSpPr>
            <p:nvPr/>
          </p:nvSpPr>
          <p:spPr bwMode="auto">
            <a:xfrm rot="-12307198">
              <a:off x="3939" y="2286"/>
              <a:ext cx="525" cy="765"/>
            </a:xfrm>
            <a:custGeom>
              <a:avLst/>
              <a:gdLst/>
              <a:ahLst/>
              <a:cxnLst>
                <a:cxn ang="0">
                  <a:pos x="677" y="0"/>
                </a:cxn>
                <a:cxn ang="0">
                  <a:pos x="677" y="137"/>
                </a:cxn>
                <a:cxn ang="0">
                  <a:pos x="675" y="373"/>
                </a:cxn>
                <a:cxn ang="0">
                  <a:pos x="663" y="734"/>
                </a:cxn>
                <a:cxn ang="0">
                  <a:pos x="661" y="936"/>
                </a:cxn>
                <a:cxn ang="0">
                  <a:pos x="609" y="859"/>
                </a:cxn>
                <a:cxn ang="0">
                  <a:pos x="464" y="744"/>
                </a:cxn>
                <a:cxn ang="0">
                  <a:pos x="323" y="644"/>
                </a:cxn>
                <a:cxn ang="0">
                  <a:pos x="154" y="662"/>
                </a:cxn>
                <a:cxn ang="0">
                  <a:pos x="43" y="648"/>
                </a:cxn>
                <a:cxn ang="0">
                  <a:pos x="4" y="621"/>
                </a:cxn>
                <a:cxn ang="0">
                  <a:pos x="0" y="366"/>
                </a:cxn>
                <a:cxn ang="0">
                  <a:pos x="11" y="289"/>
                </a:cxn>
                <a:cxn ang="0">
                  <a:pos x="43" y="301"/>
                </a:cxn>
                <a:cxn ang="0">
                  <a:pos x="48" y="303"/>
                </a:cxn>
                <a:cxn ang="0">
                  <a:pos x="59" y="307"/>
                </a:cxn>
                <a:cxn ang="0">
                  <a:pos x="71" y="310"/>
                </a:cxn>
                <a:cxn ang="0">
                  <a:pos x="82" y="309"/>
                </a:cxn>
                <a:cxn ang="0">
                  <a:pos x="95" y="303"/>
                </a:cxn>
                <a:cxn ang="0">
                  <a:pos x="114" y="298"/>
                </a:cxn>
                <a:cxn ang="0">
                  <a:pos x="136" y="292"/>
                </a:cxn>
                <a:cxn ang="0">
                  <a:pos x="159" y="289"/>
                </a:cxn>
                <a:cxn ang="0">
                  <a:pos x="180" y="285"/>
                </a:cxn>
                <a:cxn ang="0">
                  <a:pos x="198" y="284"/>
                </a:cxn>
                <a:cxn ang="0">
                  <a:pos x="209" y="282"/>
                </a:cxn>
                <a:cxn ang="0">
                  <a:pos x="214" y="282"/>
                </a:cxn>
                <a:cxn ang="0">
                  <a:pos x="279" y="303"/>
                </a:cxn>
                <a:cxn ang="0">
                  <a:pos x="361" y="296"/>
                </a:cxn>
                <a:cxn ang="0">
                  <a:pos x="438" y="237"/>
                </a:cxn>
                <a:cxn ang="0">
                  <a:pos x="441" y="232"/>
                </a:cxn>
                <a:cxn ang="0">
                  <a:pos x="450" y="219"/>
                </a:cxn>
                <a:cxn ang="0">
                  <a:pos x="464" y="200"/>
                </a:cxn>
                <a:cxn ang="0">
                  <a:pos x="480" y="178"/>
                </a:cxn>
                <a:cxn ang="0">
                  <a:pos x="497" y="157"/>
                </a:cxn>
                <a:cxn ang="0">
                  <a:pos x="511" y="137"/>
                </a:cxn>
                <a:cxn ang="0">
                  <a:pos x="523" y="125"/>
                </a:cxn>
                <a:cxn ang="0">
                  <a:pos x="529" y="119"/>
                </a:cxn>
                <a:cxn ang="0">
                  <a:pos x="534" y="116"/>
                </a:cxn>
                <a:cxn ang="0">
                  <a:pos x="545" y="105"/>
                </a:cxn>
                <a:cxn ang="0">
                  <a:pos x="557" y="92"/>
                </a:cxn>
                <a:cxn ang="0">
                  <a:pos x="573" y="76"/>
                </a:cxn>
                <a:cxn ang="0">
                  <a:pos x="588" y="60"/>
                </a:cxn>
                <a:cxn ang="0">
                  <a:pos x="600" y="46"/>
                </a:cxn>
                <a:cxn ang="0">
                  <a:pos x="609" y="37"/>
                </a:cxn>
                <a:cxn ang="0">
                  <a:pos x="613" y="33"/>
                </a:cxn>
                <a:cxn ang="0">
                  <a:pos x="677" y="0"/>
                </a:cxn>
              </a:cxnLst>
              <a:rect l="0" t="0" r="r" b="b"/>
              <a:pathLst>
                <a:path w="677" h="936">
                  <a:moveTo>
                    <a:pt x="677" y="0"/>
                  </a:moveTo>
                  <a:lnTo>
                    <a:pt x="677" y="137"/>
                  </a:lnTo>
                  <a:lnTo>
                    <a:pt x="675" y="373"/>
                  </a:lnTo>
                  <a:lnTo>
                    <a:pt x="663" y="734"/>
                  </a:lnTo>
                  <a:lnTo>
                    <a:pt x="661" y="936"/>
                  </a:lnTo>
                  <a:lnTo>
                    <a:pt x="609" y="859"/>
                  </a:lnTo>
                  <a:lnTo>
                    <a:pt x="464" y="744"/>
                  </a:lnTo>
                  <a:lnTo>
                    <a:pt x="323" y="644"/>
                  </a:lnTo>
                  <a:lnTo>
                    <a:pt x="154" y="662"/>
                  </a:lnTo>
                  <a:lnTo>
                    <a:pt x="43" y="648"/>
                  </a:lnTo>
                  <a:lnTo>
                    <a:pt x="4" y="621"/>
                  </a:lnTo>
                  <a:lnTo>
                    <a:pt x="0" y="366"/>
                  </a:lnTo>
                  <a:lnTo>
                    <a:pt x="11" y="289"/>
                  </a:lnTo>
                  <a:lnTo>
                    <a:pt x="43" y="301"/>
                  </a:lnTo>
                  <a:lnTo>
                    <a:pt x="48" y="303"/>
                  </a:lnTo>
                  <a:lnTo>
                    <a:pt x="59" y="307"/>
                  </a:lnTo>
                  <a:lnTo>
                    <a:pt x="71" y="310"/>
                  </a:lnTo>
                  <a:lnTo>
                    <a:pt x="82" y="309"/>
                  </a:lnTo>
                  <a:lnTo>
                    <a:pt x="95" y="303"/>
                  </a:lnTo>
                  <a:lnTo>
                    <a:pt x="114" y="298"/>
                  </a:lnTo>
                  <a:lnTo>
                    <a:pt x="136" y="292"/>
                  </a:lnTo>
                  <a:lnTo>
                    <a:pt x="159" y="289"/>
                  </a:lnTo>
                  <a:lnTo>
                    <a:pt x="180" y="285"/>
                  </a:lnTo>
                  <a:lnTo>
                    <a:pt x="198" y="284"/>
                  </a:lnTo>
                  <a:lnTo>
                    <a:pt x="209" y="282"/>
                  </a:lnTo>
                  <a:lnTo>
                    <a:pt x="214" y="282"/>
                  </a:lnTo>
                  <a:lnTo>
                    <a:pt x="279" y="303"/>
                  </a:lnTo>
                  <a:lnTo>
                    <a:pt x="361" y="296"/>
                  </a:lnTo>
                  <a:lnTo>
                    <a:pt x="438" y="237"/>
                  </a:lnTo>
                  <a:lnTo>
                    <a:pt x="441" y="232"/>
                  </a:lnTo>
                  <a:lnTo>
                    <a:pt x="450" y="219"/>
                  </a:lnTo>
                  <a:lnTo>
                    <a:pt x="464" y="200"/>
                  </a:lnTo>
                  <a:lnTo>
                    <a:pt x="480" y="178"/>
                  </a:lnTo>
                  <a:lnTo>
                    <a:pt x="497" y="157"/>
                  </a:lnTo>
                  <a:lnTo>
                    <a:pt x="511" y="137"/>
                  </a:lnTo>
                  <a:lnTo>
                    <a:pt x="523" y="125"/>
                  </a:lnTo>
                  <a:lnTo>
                    <a:pt x="529" y="119"/>
                  </a:lnTo>
                  <a:lnTo>
                    <a:pt x="534" y="116"/>
                  </a:lnTo>
                  <a:lnTo>
                    <a:pt x="545" y="105"/>
                  </a:lnTo>
                  <a:lnTo>
                    <a:pt x="557" y="92"/>
                  </a:lnTo>
                  <a:lnTo>
                    <a:pt x="573" y="76"/>
                  </a:lnTo>
                  <a:lnTo>
                    <a:pt x="588" y="60"/>
                  </a:lnTo>
                  <a:lnTo>
                    <a:pt x="600" y="46"/>
                  </a:lnTo>
                  <a:lnTo>
                    <a:pt x="609" y="37"/>
                  </a:lnTo>
                  <a:lnTo>
                    <a:pt x="613" y="33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CCFF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8392" dir="9491915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65" name="Freeform 9"/>
            <p:cNvSpPr>
              <a:spLocks/>
            </p:cNvSpPr>
            <p:nvPr/>
          </p:nvSpPr>
          <p:spPr bwMode="auto">
            <a:xfrm rot="9343577">
              <a:off x="4014" y="2404"/>
              <a:ext cx="389" cy="538"/>
            </a:xfrm>
            <a:custGeom>
              <a:avLst/>
              <a:gdLst/>
              <a:ahLst/>
              <a:cxnLst>
                <a:cxn ang="0">
                  <a:pos x="500" y="0"/>
                </a:cxn>
                <a:cxn ang="0">
                  <a:pos x="447" y="60"/>
                </a:cxn>
                <a:cxn ang="0">
                  <a:pos x="411" y="94"/>
                </a:cxn>
                <a:cxn ang="0">
                  <a:pos x="327" y="189"/>
                </a:cxn>
                <a:cxn ang="0">
                  <a:pos x="288" y="239"/>
                </a:cxn>
                <a:cxn ang="0">
                  <a:pos x="284" y="239"/>
                </a:cxn>
                <a:cxn ang="0">
                  <a:pos x="275" y="239"/>
                </a:cxn>
                <a:cxn ang="0">
                  <a:pos x="263" y="237"/>
                </a:cxn>
                <a:cxn ang="0">
                  <a:pos x="249" y="237"/>
                </a:cxn>
                <a:cxn ang="0">
                  <a:pos x="234" y="237"/>
                </a:cxn>
                <a:cxn ang="0">
                  <a:pos x="220" y="235"/>
                </a:cxn>
                <a:cxn ang="0">
                  <a:pos x="209" y="235"/>
                </a:cxn>
                <a:cxn ang="0">
                  <a:pos x="204" y="235"/>
                </a:cxn>
                <a:cxn ang="0">
                  <a:pos x="193" y="234"/>
                </a:cxn>
                <a:cxn ang="0">
                  <a:pos x="179" y="230"/>
                </a:cxn>
                <a:cxn ang="0">
                  <a:pos x="165" y="227"/>
                </a:cxn>
                <a:cxn ang="0">
                  <a:pos x="157" y="225"/>
                </a:cxn>
                <a:cxn ang="0">
                  <a:pos x="50" y="244"/>
                </a:cxn>
                <a:cxn ang="0">
                  <a:pos x="0" y="252"/>
                </a:cxn>
                <a:cxn ang="0">
                  <a:pos x="6" y="405"/>
                </a:cxn>
                <a:cxn ang="0">
                  <a:pos x="2" y="464"/>
                </a:cxn>
                <a:cxn ang="0">
                  <a:pos x="82" y="487"/>
                </a:cxn>
                <a:cxn ang="0">
                  <a:pos x="188" y="475"/>
                </a:cxn>
                <a:cxn ang="0">
                  <a:pos x="250" y="468"/>
                </a:cxn>
                <a:cxn ang="0">
                  <a:pos x="361" y="552"/>
                </a:cxn>
                <a:cxn ang="0">
                  <a:pos x="463" y="639"/>
                </a:cxn>
                <a:cxn ang="0">
                  <a:pos x="483" y="659"/>
                </a:cxn>
                <a:cxn ang="0">
                  <a:pos x="479" y="375"/>
                </a:cxn>
                <a:cxn ang="0">
                  <a:pos x="474" y="139"/>
                </a:cxn>
                <a:cxn ang="0">
                  <a:pos x="502" y="25"/>
                </a:cxn>
                <a:cxn ang="0">
                  <a:pos x="500" y="0"/>
                </a:cxn>
              </a:cxnLst>
              <a:rect l="0" t="0" r="r" b="b"/>
              <a:pathLst>
                <a:path w="502" h="659">
                  <a:moveTo>
                    <a:pt x="500" y="0"/>
                  </a:moveTo>
                  <a:lnTo>
                    <a:pt x="447" y="60"/>
                  </a:lnTo>
                  <a:lnTo>
                    <a:pt x="411" y="94"/>
                  </a:lnTo>
                  <a:lnTo>
                    <a:pt x="327" y="189"/>
                  </a:lnTo>
                  <a:lnTo>
                    <a:pt x="288" y="239"/>
                  </a:lnTo>
                  <a:lnTo>
                    <a:pt x="284" y="239"/>
                  </a:lnTo>
                  <a:lnTo>
                    <a:pt x="275" y="239"/>
                  </a:lnTo>
                  <a:lnTo>
                    <a:pt x="263" y="237"/>
                  </a:lnTo>
                  <a:lnTo>
                    <a:pt x="249" y="237"/>
                  </a:lnTo>
                  <a:lnTo>
                    <a:pt x="234" y="237"/>
                  </a:lnTo>
                  <a:lnTo>
                    <a:pt x="220" y="235"/>
                  </a:lnTo>
                  <a:lnTo>
                    <a:pt x="209" y="235"/>
                  </a:lnTo>
                  <a:lnTo>
                    <a:pt x="204" y="235"/>
                  </a:lnTo>
                  <a:lnTo>
                    <a:pt x="193" y="234"/>
                  </a:lnTo>
                  <a:lnTo>
                    <a:pt x="179" y="230"/>
                  </a:lnTo>
                  <a:lnTo>
                    <a:pt x="165" y="227"/>
                  </a:lnTo>
                  <a:lnTo>
                    <a:pt x="157" y="225"/>
                  </a:lnTo>
                  <a:lnTo>
                    <a:pt x="50" y="244"/>
                  </a:lnTo>
                  <a:lnTo>
                    <a:pt x="0" y="252"/>
                  </a:lnTo>
                  <a:lnTo>
                    <a:pt x="6" y="405"/>
                  </a:lnTo>
                  <a:lnTo>
                    <a:pt x="2" y="464"/>
                  </a:lnTo>
                  <a:lnTo>
                    <a:pt x="82" y="487"/>
                  </a:lnTo>
                  <a:lnTo>
                    <a:pt x="188" y="475"/>
                  </a:lnTo>
                  <a:lnTo>
                    <a:pt x="250" y="468"/>
                  </a:lnTo>
                  <a:lnTo>
                    <a:pt x="361" y="552"/>
                  </a:lnTo>
                  <a:lnTo>
                    <a:pt x="463" y="639"/>
                  </a:lnTo>
                  <a:lnTo>
                    <a:pt x="483" y="659"/>
                  </a:lnTo>
                  <a:lnTo>
                    <a:pt x="479" y="375"/>
                  </a:lnTo>
                  <a:lnTo>
                    <a:pt x="474" y="139"/>
                  </a:lnTo>
                  <a:lnTo>
                    <a:pt x="502" y="25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CCFF66"/>
            </a:solidFill>
            <a:ln w="9525">
              <a:noFill/>
              <a:round/>
              <a:headEnd/>
              <a:tailEnd/>
            </a:ln>
            <a:effectLst>
              <a:outerShdw dist="68392" dir="9491915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66" name="Freeform 10"/>
            <p:cNvSpPr>
              <a:spLocks/>
            </p:cNvSpPr>
            <p:nvPr/>
          </p:nvSpPr>
          <p:spPr bwMode="auto">
            <a:xfrm rot="-12253692">
              <a:off x="3716" y="2600"/>
              <a:ext cx="127" cy="422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9" y="0"/>
                </a:cxn>
                <a:cxn ang="0">
                  <a:pos x="16" y="0"/>
                </a:cxn>
                <a:cxn ang="0">
                  <a:pos x="27" y="3"/>
                </a:cxn>
                <a:cxn ang="0">
                  <a:pos x="39" y="7"/>
                </a:cxn>
                <a:cxn ang="0">
                  <a:pos x="54" y="12"/>
                </a:cxn>
                <a:cxn ang="0">
                  <a:pos x="68" y="23"/>
                </a:cxn>
                <a:cxn ang="0">
                  <a:pos x="82" y="35"/>
                </a:cxn>
                <a:cxn ang="0">
                  <a:pos x="93" y="53"/>
                </a:cxn>
                <a:cxn ang="0">
                  <a:pos x="111" y="89"/>
                </a:cxn>
                <a:cxn ang="0">
                  <a:pos x="123" y="116"/>
                </a:cxn>
                <a:cxn ang="0">
                  <a:pos x="132" y="134"/>
                </a:cxn>
                <a:cxn ang="0">
                  <a:pos x="136" y="141"/>
                </a:cxn>
                <a:cxn ang="0">
                  <a:pos x="141" y="164"/>
                </a:cxn>
                <a:cxn ang="0">
                  <a:pos x="154" y="218"/>
                </a:cxn>
                <a:cxn ang="0">
                  <a:pos x="164" y="278"/>
                </a:cxn>
                <a:cxn ang="0">
                  <a:pos x="161" y="327"/>
                </a:cxn>
                <a:cxn ang="0">
                  <a:pos x="154" y="344"/>
                </a:cxn>
                <a:cxn ang="0">
                  <a:pos x="145" y="362"/>
                </a:cxn>
                <a:cxn ang="0">
                  <a:pos x="136" y="382"/>
                </a:cxn>
                <a:cxn ang="0">
                  <a:pos x="127" y="402"/>
                </a:cxn>
                <a:cxn ang="0">
                  <a:pos x="118" y="418"/>
                </a:cxn>
                <a:cxn ang="0">
                  <a:pos x="113" y="432"/>
                </a:cxn>
                <a:cxn ang="0">
                  <a:pos x="107" y="441"/>
                </a:cxn>
                <a:cxn ang="0">
                  <a:pos x="105" y="444"/>
                </a:cxn>
                <a:cxn ang="0">
                  <a:pos x="55" y="516"/>
                </a:cxn>
                <a:cxn ang="0">
                  <a:pos x="32" y="462"/>
                </a:cxn>
                <a:cxn ang="0">
                  <a:pos x="105" y="344"/>
                </a:cxn>
                <a:cxn ang="0">
                  <a:pos x="107" y="325"/>
                </a:cxn>
                <a:cxn ang="0">
                  <a:pos x="107" y="280"/>
                </a:cxn>
                <a:cxn ang="0">
                  <a:pos x="107" y="232"/>
                </a:cxn>
                <a:cxn ang="0">
                  <a:pos x="104" y="198"/>
                </a:cxn>
                <a:cxn ang="0">
                  <a:pos x="95" y="173"/>
                </a:cxn>
                <a:cxn ang="0">
                  <a:pos x="84" y="141"/>
                </a:cxn>
                <a:cxn ang="0">
                  <a:pos x="75" y="112"/>
                </a:cxn>
                <a:cxn ang="0">
                  <a:pos x="72" y="101"/>
                </a:cxn>
                <a:cxn ang="0">
                  <a:pos x="29" y="39"/>
                </a:cxn>
                <a:cxn ang="0">
                  <a:pos x="0" y="16"/>
                </a:cxn>
                <a:cxn ang="0">
                  <a:pos x="5" y="0"/>
                </a:cxn>
              </a:cxnLst>
              <a:rect l="0" t="0" r="r" b="b"/>
              <a:pathLst>
                <a:path w="164" h="516">
                  <a:moveTo>
                    <a:pt x="5" y="0"/>
                  </a:moveTo>
                  <a:lnTo>
                    <a:pt x="9" y="0"/>
                  </a:lnTo>
                  <a:lnTo>
                    <a:pt x="16" y="0"/>
                  </a:lnTo>
                  <a:lnTo>
                    <a:pt x="27" y="3"/>
                  </a:lnTo>
                  <a:lnTo>
                    <a:pt x="39" y="7"/>
                  </a:lnTo>
                  <a:lnTo>
                    <a:pt x="54" y="12"/>
                  </a:lnTo>
                  <a:lnTo>
                    <a:pt x="68" y="23"/>
                  </a:lnTo>
                  <a:lnTo>
                    <a:pt x="82" y="35"/>
                  </a:lnTo>
                  <a:lnTo>
                    <a:pt x="93" y="53"/>
                  </a:lnTo>
                  <a:lnTo>
                    <a:pt x="111" y="89"/>
                  </a:lnTo>
                  <a:lnTo>
                    <a:pt x="123" y="116"/>
                  </a:lnTo>
                  <a:lnTo>
                    <a:pt x="132" y="134"/>
                  </a:lnTo>
                  <a:lnTo>
                    <a:pt x="136" y="141"/>
                  </a:lnTo>
                  <a:lnTo>
                    <a:pt x="141" y="164"/>
                  </a:lnTo>
                  <a:lnTo>
                    <a:pt x="154" y="218"/>
                  </a:lnTo>
                  <a:lnTo>
                    <a:pt x="164" y="278"/>
                  </a:lnTo>
                  <a:lnTo>
                    <a:pt x="161" y="327"/>
                  </a:lnTo>
                  <a:lnTo>
                    <a:pt x="154" y="344"/>
                  </a:lnTo>
                  <a:lnTo>
                    <a:pt x="145" y="362"/>
                  </a:lnTo>
                  <a:lnTo>
                    <a:pt x="136" y="382"/>
                  </a:lnTo>
                  <a:lnTo>
                    <a:pt x="127" y="402"/>
                  </a:lnTo>
                  <a:lnTo>
                    <a:pt x="118" y="418"/>
                  </a:lnTo>
                  <a:lnTo>
                    <a:pt x="113" y="432"/>
                  </a:lnTo>
                  <a:lnTo>
                    <a:pt x="107" y="441"/>
                  </a:lnTo>
                  <a:lnTo>
                    <a:pt x="105" y="444"/>
                  </a:lnTo>
                  <a:lnTo>
                    <a:pt x="55" y="516"/>
                  </a:lnTo>
                  <a:lnTo>
                    <a:pt x="32" y="462"/>
                  </a:lnTo>
                  <a:lnTo>
                    <a:pt x="105" y="344"/>
                  </a:lnTo>
                  <a:lnTo>
                    <a:pt x="107" y="325"/>
                  </a:lnTo>
                  <a:lnTo>
                    <a:pt x="107" y="280"/>
                  </a:lnTo>
                  <a:lnTo>
                    <a:pt x="107" y="232"/>
                  </a:lnTo>
                  <a:lnTo>
                    <a:pt x="104" y="198"/>
                  </a:lnTo>
                  <a:lnTo>
                    <a:pt x="95" y="173"/>
                  </a:lnTo>
                  <a:lnTo>
                    <a:pt x="84" y="141"/>
                  </a:lnTo>
                  <a:lnTo>
                    <a:pt x="75" y="112"/>
                  </a:lnTo>
                  <a:lnTo>
                    <a:pt x="72" y="101"/>
                  </a:lnTo>
                  <a:lnTo>
                    <a:pt x="29" y="39"/>
                  </a:lnTo>
                  <a:lnTo>
                    <a:pt x="0" y="1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CCFF66"/>
            </a:solidFill>
            <a:ln w="9525">
              <a:noFill/>
              <a:round/>
              <a:headEnd/>
              <a:tailEnd/>
            </a:ln>
            <a:effectLst>
              <a:outerShdw dist="45791" dir="8778596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67" name="Freeform 11"/>
            <p:cNvSpPr>
              <a:spLocks/>
            </p:cNvSpPr>
            <p:nvPr/>
          </p:nvSpPr>
          <p:spPr bwMode="auto">
            <a:xfrm rot="-11991628">
              <a:off x="3493" y="2521"/>
              <a:ext cx="180" cy="66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0" y="0"/>
                </a:cxn>
                <a:cxn ang="0">
                  <a:pos x="68" y="0"/>
                </a:cxn>
                <a:cxn ang="0">
                  <a:pos x="100" y="7"/>
                </a:cxn>
                <a:cxn ang="0">
                  <a:pos x="116" y="23"/>
                </a:cxn>
                <a:cxn ang="0">
                  <a:pos x="137" y="61"/>
                </a:cxn>
                <a:cxn ang="0">
                  <a:pos x="159" y="104"/>
                </a:cxn>
                <a:cxn ang="0">
                  <a:pos x="175" y="132"/>
                </a:cxn>
                <a:cxn ang="0">
                  <a:pos x="182" y="161"/>
                </a:cxn>
                <a:cxn ang="0">
                  <a:pos x="211" y="279"/>
                </a:cxn>
                <a:cxn ang="0">
                  <a:pos x="225" y="383"/>
                </a:cxn>
                <a:cxn ang="0">
                  <a:pos x="232" y="522"/>
                </a:cxn>
                <a:cxn ang="0">
                  <a:pos x="227" y="588"/>
                </a:cxn>
                <a:cxn ang="0">
                  <a:pos x="207" y="676"/>
                </a:cxn>
                <a:cxn ang="0">
                  <a:pos x="196" y="718"/>
                </a:cxn>
                <a:cxn ang="0">
                  <a:pos x="173" y="749"/>
                </a:cxn>
                <a:cxn ang="0">
                  <a:pos x="143" y="777"/>
                </a:cxn>
                <a:cxn ang="0">
                  <a:pos x="114" y="802"/>
                </a:cxn>
                <a:cxn ang="0">
                  <a:pos x="93" y="815"/>
                </a:cxn>
                <a:cxn ang="0">
                  <a:pos x="75" y="797"/>
                </a:cxn>
                <a:cxn ang="0">
                  <a:pos x="73" y="790"/>
                </a:cxn>
                <a:cxn ang="0">
                  <a:pos x="89" y="779"/>
                </a:cxn>
                <a:cxn ang="0">
                  <a:pos x="109" y="759"/>
                </a:cxn>
                <a:cxn ang="0">
                  <a:pos x="127" y="736"/>
                </a:cxn>
                <a:cxn ang="0">
                  <a:pos x="139" y="688"/>
                </a:cxn>
                <a:cxn ang="0">
                  <a:pos x="162" y="606"/>
                </a:cxn>
                <a:cxn ang="0">
                  <a:pos x="184" y="456"/>
                </a:cxn>
                <a:cxn ang="0">
                  <a:pos x="179" y="393"/>
                </a:cxn>
                <a:cxn ang="0">
                  <a:pos x="164" y="299"/>
                </a:cxn>
                <a:cxn ang="0">
                  <a:pos x="136" y="195"/>
                </a:cxn>
                <a:cxn ang="0">
                  <a:pos x="116" y="124"/>
                </a:cxn>
                <a:cxn ang="0">
                  <a:pos x="0" y="22"/>
                </a:cxn>
              </a:cxnLst>
              <a:rect l="0" t="0" r="r" b="b"/>
              <a:pathLst>
                <a:path w="232" h="815">
                  <a:moveTo>
                    <a:pt x="0" y="0"/>
                  </a:moveTo>
                  <a:lnTo>
                    <a:pt x="3" y="0"/>
                  </a:lnTo>
                  <a:lnTo>
                    <a:pt x="14" y="0"/>
                  </a:lnTo>
                  <a:lnTo>
                    <a:pt x="30" y="0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86" y="4"/>
                  </a:lnTo>
                  <a:lnTo>
                    <a:pt x="100" y="7"/>
                  </a:lnTo>
                  <a:lnTo>
                    <a:pt x="109" y="13"/>
                  </a:lnTo>
                  <a:lnTo>
                    <a:pt x="116" y="23"/>
                  </a:lnTo>
                  <a:lnTo>
                    <a:pt x="125" y="41"/>
                  </a:lnTo>
                  <a:lnTo>
                    <a:pt x="137" y="61"/>
                  </a:lnTo>
                  <a:lnTo>
                    <a:pt x="148" y="82"/>
                  </a:lnTo>
                  <a:lnTo>
                    <a:pt x="159" y="104"/>
                  </a:lnTo>
                  <a:lnTo>
                    <a:pt x="168" y="122"/>
                  </a:lnTo>
                  <a:lnTo>
                    <a:pt x="175" y="132"/>
                  </a:lnTo>
                  <a:lnTo>
                    <a:pt x="177" y="138"/>
                  </a:lnTo>
                  <a:lnTo>
                    <a:pt x="182" y="161"/>
                  </a:lnTo>
                  <a:lnTo>
                    <a:pt x="196" y="215"/>
                  </a:lnTo>
                  <a:lnTo>
                    <a:pt x="211" y="279"/>
                  </a:lnTo>
                  <a:lnTo>
                    <a:pt x="220" y="329"/>
                  </a:lnTo>
                  <a:lnTo>
                    <a:pt x="225" y="383"/>
                  </a:lnTo>
                  <a:lnTo>
                    <a:pt x="230" y="454"/>
                  </a:lnTo>
                  <a:lnTo>
                    <a:pt x="232" y="522"/>
                  </a:lnTo>
                  <a:lnTo>
                    <a:pt x="232" y="559"/>
                  </a:lnTo>
                  <a:lnTo>
                    <a:pt x="227" y="588"/>
                  </a:lnTo>
                  <a:lnTo>
                    <a:pt x="218" y="633"/>
                  </a:lnTo>
                  <a:lnTo>
                    <a:pt x="207" y="676"/>
                  </a:lnTo>
                  <a:lnTo>
                    <a:pt x="202" y="706"/>
                  </a:lnTo>
                  <a:lnTo>
                    <a:pt x="196" y="718"/>
                  </a:lnTo>
                  <a:lnTo>
                    <a:pt x="186" y="733"/>
                  </a:lnTo>
                  <a:lnTo>
                    <a:pt x="173" y="749"/>
                  </a:lnTo>
                  <a:lnTo>
                    <a:pt x="159" y="763"/>
                  </a:lnTo>
                  <a:lnTo>
                    <a:pt x="143" y="777"/>
                  </a:lnTo>
                  <a:lnTo>
                    <a:pt x="129" y="792"/>
                  </a:lnTo>
                  <a:lnTo>
                    <a:pt x="114" y="802"/>
                  </a:lnTo>
                  <a:lnTo>
                    <a:pt x="105" y="811"/>
                  </a:lnTo>
                  <a:lnTo>
                    <a:pt x="93" y="815"/>
                  </a:lnTo>
                  <a:lnTo>
                    <a:pt x="82" y="808"/>
                  </a:lnTo>
                  <a:lnTo>
                    <a:pt x="75" y="797"/>
                  </a:lnTo>
                  <a:lnTo>
                    <a:pt x="71" y="792"/>
                  </a:lnTo>
                  <a:lnTo>
                    <a:pt x="73" y="790"/>
                  </a:lnTo>
                  <a:lnTo>
                    <a:pt x="80" y="786"/>
                  </a:lnTo>
                  <a:lnTo>
                    <a:pt x="89" y="779"/>
                  </a:lnTo>
                  <a:lnTo>
                    <a:pt x="98" y="770"/>
                  </a:lnTo>
                  <a:lnTo>
                    <a:pt x="109" y="759"/>
                  </a:lnTo>
                  <a:lnTo>
                    <a:pt x="120" y="749"/>
                  </a:lnTo>
                  <a:lnTo>
                    <a:pt x="127" y="736"/>
                  </a:lnTo>
                  <a:lnTo>
                    <a:pt x="130" y="724"/>
                  </a:lnTo>
                  <a:lnTo>
                    <a:pt x="139" y="688"/>
                  </a:lnTo>
                  <a:lnTo>
                    <a:pt x="152" y="643"/>
                  </a:lnTo>
                  <a:lnTo>
                    <a:pt x="162" y="606"/>
                  </a:lnTo>
                  <a:lnTo>
                    <a:pt x="168" y="590"/>
                  </a:lnTo>
                  <a:lnTo>
                    <a:pt x="184" y="456"/>
                  </a:lnTo>
                  <a:lnTo>
                    <a:pt x="182" y="438"/>
                  </a:lnTo>
                  <a:lnTo>
                    <a:pt x="179" y="393"/>
                  </a:lnTo>
                  <a:lnTo>
                    <a:pt x="173" y="341"/>
                  </a:lnTo>
                  <a:lnTo>
                    <a:pt x="164" y="299"/>
                  </a:lnTo>
                  <a:lnTo>
                    <a:pt x="152" y="252"/>
                  </a:lnTo>
                  <a:lnTo>
                    <a:pt x="136" y="195"/>
                  </a:lnTo>
                  <a:lnTo>
                    <a:pt x="121" y="145"/>
                  </a:lnTo>
                  <a:lnTo>
                    <a:pt x="116" y="124"/>
                  </a:lnTo>
                  <a:lnTo>
                    <a:pt x="45" y="56"/>
                  </a:lnTo>
                  <a:lnTo>
                    <a:pt x="0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66"/>
            </a:solidFill>
            <a:ln w="9525">
              <a:noFill/>
              <a:round/>
              <a:headEnd/>
              <a:tailEnd/>
            </a:ln>
            <a:effectLst>
              <a:outerShdw dist="45791" dir="8778596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68" name="Freeform 12"/>
            <p:cNvSpPr>
              <a:spLocks/>
            </p:cNvSpPr>
            <p:nvPr/>
          </p:nvSpPr>
          <p:spPr bwMode="auto">
            <a:xfrm rot="9913721">
              <a:off x="3270" y="2404"/>
              <a:ext cx="215" cy="95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4" y="5"/>
                </a:cxn>
                <a:cxn ang="0">
                  <a:pos x="73" y="14"/>
                </a:cxn>
                <a:cxn ang="0">
                  <a:pos x="109" y="29"/>
                </a:cxn>
                <a:cxn ang="0">
                  <a:pos x="130" y="52"/>
                </a:cxn>
                <a:cxn ang="0">
                  <a:pos x="161" y="98"/>
                </a:cxn>
                <a:cxn ang="0">
                  <a:pos x="193" y="150"/>
                </a:cxn>
                <a:cxn ang="0">
                  <a:pos x="216" y="188"/>
                </a:cxn>
                <a:cxn ang="0">
                  <a:pos x="221" y="202"/>
                </a:cxn>
                <a:cxn ang="0">
                  <a:pos x="236" y="255"/>
                </a:cxn>
                <a:cxn ang="0">
                  <a:pos x="253" y="336"/>
                </a:cxn>
                <a:cxn ang="0">
                  <a:pos x="271" y="416"/>
                </a:cxn>
                <a:cxn ang="0">
                  <a:pos x="278" y="525"/>
                </a:cxn>
                <a:cxn ang="0">
                  <a:pos x="277" y="731"/>
                </a:cxn>
                <a:cxn ang="0">
                  <a:pos x="266" y="831"/>
                </a:cxn>
                <a:cxn ang="0">
                  <a:pos x="234" y="968"/>
                </a:cxn>
                <a:cxn ang="0">
                  <a:pos x="221" y="1013"/>
                </a:cxn>
                <a:cxn ang="0">
                  <a:pos x="203" y="1049"/>
                </a:cxn>
                <a:cxn ang="0">
                  <a:pos x="178" y="1097"/>
                </a:cxn>
                <a:cxn ang="0">
                  <a:pos x="155" y="1138"/>
                </a:cxn>
                <a:cxn ang="0">
                  <a:pos x="136" y="1161"/>
                </a:cxn>
                <a:cxn ang="0">
                  <a:pos x="116" y="1168"/>
                </a:cxn>
                <a:cxn ang="0">
                  <a:pos x="100" y="1170"/>
                </a:cxn>
                <a:cxn ang="0">
                  <a:pos x="91" y="1168"/>
                </a:cxn>
                <a:cxn ang="0">
                  <a:pos x="86" y="1113"/>
                </a:cxn>
                <a:cxn ang="0">
                  <a:pos x="96" y="1104"/>
                </a:cxn>
                <a:cxn ang="0">
                  <a:pos x="119" y="1083"/>
                </a:cxn>
                <a:cxn ang="0">
                  <a:pos x="143" y="1052"/>
                </a:cxn>
                <a:cxn ang="0">
                  <a:pos x="157" y="1016"/>
                </a:cxn>
                <a:cxn ang="0">
                  <a:pos x="182" y="902"/>
                </a:cxn>
                <a:cxn ang="0">
                  <a:pos x="202" y="825"/>
                </a:cxn>
                <a:cxn ang="0">
                  <a:pos x="219" y="613"/>
                </a:cxn>
                <a:cxn ang="0">
                  <a:pos x="209" y="479"/>
                </a:cxn>
                <a:cxn ang="0">
                  <a:pos x="191" y="389"/>
                </a:cxn>
                <a:cxn ang="0">
                  <a:pos x="173" y="314"/>
                </a:cxn>
                <a:cxn ang="0">
                  <a:pos x="153" y="236"/>
                </a:cxn>
                <a:cxn ang="0">
                  <a:pos x="141" y="182"/>
                </a:cxn>
                <a:cxn ang="0">
                  <a:pos x="52" y="79"/>
                </a:cxn>
                <a:cxn ang="0">
                  <a:pos x="0" y="0"/>
                </a:cxn>
              </a:cxnLst>
              <a:rect l="0" t="0" r="r" b="b"/>
              <a:pathLst>
                <a:path w="278" h="1170">
                  <a:moveTo>
                    <a:pt x="0" y="0"/>
                  </a:moveTo>
                  <a:lnTo>
                    <a:pt x="3" y="0"/>
                  </a:lnTo>
                  <a:lnTo>
                    <a:pt x="16" y="2"/>
                  </a:lnTo>
                  <a:lnTo>
                    <a:pt x="34" y="5"/>
                  </a:lnTo>
                  <a:lnTo>
                    <a:pt x="53" y="9"/>
                  </a:lnTo>
                  <a:lnTo>
                    <a:pt x="73" y="14"/>
                  </a:lnTo>
                  <a:lnTo>
                    <a:pt x="93" y="20"/>
                  </a:lnTo>
                  <a:lnTo>
                    <a:pt x="109" y="29"/>
                  </a:lnTo>
                  <a:lnTo>
                    <a:pt x="119" y="38"/>
                  </a:lnTo>
                  <a:lnTo>
                    <a:pt x="130" y="52"/>
                  </a:lnTo>
                  <a:lnTo>
                    <a:pt x="143" y="73"/>
                  </a:lnTo>
                  <a:lnTo>
                    <a:pt x="161" y="98"/>
                  </a:lnTo>
                  <a:lnTo>
                    <a:pt x="177" y="125"/>
                  </a:lnTo>
                  <a:lnTo>
                    <a:pt x="193" y="150"/>
                  </a:lnTo>
                  <a:lnTo>
                    <a:pt x="207" y="173"/>
                  </a:lnTo>
                  <a:lnTo>
                    <a:pt x="216" y="188"/>
                  </a:lnTo>
                  <a:lnTo>
                    <a:pt x="219" y="193"/>
                  </a:lnTo>
                  <a:lnTo>
                    <a:pt x="221" y="202"/>
                  </a:lnTo>
                  <a:lnTo>
                    <a:pt x="227" y="223"/>
                  </a:lnTo>
                  <a:lnTo>
                    <a:pt x="236" y="255"/>
                  </a:lnTo>
                  <a:lnTo>
                    <a:pt x="244" y="293"/>
                  </a:lnTo>
                  <a:lnTo>
                    <a:pt x="253" y="336"/>
                  </a:lnTo>
                  <a:lnTo>
                    <a:pt x="262" y="377"/>
                  </a:lnTo>
                  <a:lnTo>
                    <a:pt x="271" y="416"/>
                  </a:lnTo>
                  <a:lnTo>
                    <a:pt x="275" y="447"/>
                  </a:lnTo>
                  <a:lnTo>
                    <a:pt x="278" y="525"/>
                  </a:lnTo>
                  <a:lnTo>
                    <a:pt x="278" y="632"/>
                  </a:lnTo>
                  <a:lnTo>
                    <a:pt x="277" y="731"/>
                  </a:lnTo>
                  <a:lnTo>
                    <a:pt x="275" y="786"/>
                  </a:lnTo>
                  <a:lnTo>
                    <a:pt x="266" y="831"/>
                  </a:lnTo>
                  <a:lnTo>
                    <a:pt x="250" y="900"/>
                  </a:lnTo>
                  <a:lnTo>
                    <a:pt x="234" y="968"/>
                  </a:lnTo>
                  <a:lnTo>
                    <a:pt x="225" y="1004"/>
                  </a:lnTo>
                  <a:lnTo>
                    <a:pt x="221" y="1013"/>
                  </a:lnTo>
                  <a:lnTo>
                    <a:pt x="214" y="1029"/>
                  </a:lnTo>
                  <a:lnTo>
                    <a:pt x="203" y="1049"/>
                  </a:lnTo>
                  <a:lnTo>
                    <a:pt x="193" y="1072"/>
                  </a:lnTo>
                  <a:lnTo>
                    <a:pt x="178" y="1097"/>
                  </a:lnTo>
                  <a:lnTo>
                    <a:pt x="166" y="1120"/>
                  </a:lnTo>
                  <a:lnTo>
                    <a:pt x="155" y="1138"/>
                  </a:lnTo>
                  <a:lnTo>
                    <a:pt x="144" y="1152"/>
                  </a:lnTo>
                  <a:lnTo>
                    <a:pt x="136" y="1161"/>
                  </a:lnTo>
                  <a:lnTo>
                    <a:pt x="127" y="1166"/>
                  </a:lnTo>
                  <a:lnTo>
                    <a:pt x="116" y="1168"/>
                  </a:lnTo>
                  <a:lnTo>
                    <a:pt x="109" y="1170"/>
                  </a:lnTo>
                  <a:lnTo>
                    <a:pt x="100" y="1170"/>
                  </a:lnTo>
                  <a:lnTo>
                    <a:pt x="94" y="1170"/>
                  </a:lnTo>
                  <a:lnTo>
                    <a:pt x="91" y="1168"/>
                  </a:lnTo>
                  <a:lnTo>
                    <a:pt x="89" y="1168"/>
                  </a:lnTo>
                  <a:lnTo>
                    <a:pt x="86" y="1113"/>
                  </a:lnTo>
                  <a:lnTo>
                    <a:pt x="89" y="1111"/>
                  </a:lnTo>
                  <a:lnTo>
                    <a:pt x="96" y="1104"/>
                  </a:lnTo>
                  <a:lnTo>
                    <a:pt x="107" y="1095"/>
                  </a:lnTo>
                  <a:lnTo>
                    <a:pt x="119" y="1083"/>
                  </a:lnTo>
                  <a:lnTo>
                    <a:pt x="132" y="1068"/>
                  </a:lnTo>
                  <a:lnTo>
                    <a:pt x="143" y="1052"/>
                  </a:lnTo>
                  <a:lnTo>
                    <a:pt x="152" y="1034"/>
                  </a:lnTo>
                  <a:lnTo>
                    <a:pt x="157" y="1016"/>
                  </a:lnTo>
                  <a:lnTo>
                    <a:pt x="168" y="966"/>
                  </a:lnTo>
                  <a:lnTo>
                    <a:pt x="182" y="902"/>
                  </a:lnTo>
                  <a:lnTo>
                    <a:pt x="196" y="849"/>
                  </a:lnTo>
                  <a:lnTo>
                    <a:pt x="202" y="825"/>
                  </a:lnTo>
                  <a:lnTo>
                    <a:pt x="221" y="640"/>
                  </a:lnTo>
                  <a:lnTo>
                    <a:pt x="219" y="613"/>
                  </a:lnTo>
                  <a:lnTo>
                    <a:pt x="216" y="552"/>
                  </a:lnTo>
                  <a:lnTo>
                    <a:pt x="209" y="479"/>
                  </a:lnTo>
                  <a:lnTo>
                    <a:pt x="198" y="418"/>
                  </a:lnTo>
                  <a:lnTo>
                    <a:pt x="191" y="389"/>
                  </a:lnTo>
                  <a:lnTo>
                    <a:pt x="182" y="354"/>
                  </a:lnTo>
                  <a:lnTo>
                    <a:pt x="173" y="314"/>
                  </a:lnTo>
                  <a:lnTo>
                    <a:pt x="164" y="273"/>
                  </a:lnTo>
                  <a:lnTo>
                    <a:pt x="153" y="236"/>
                  </a:lnTo>
                  <a:lnTo>
                    <a:pt x="146" y="204"/>
                  </a:lnTo>
                  <a:lnTo>
                    <a:pt x="141" y="182"/>
                  </a:lnTo>
                  <a:lnTo>
                    <a:pt x="139" y="175"/>
                  </a:lnTo>
                  <a:lnTo>
                    <a:pt x="52" y="79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66"/>
            </a:solidFill>
            <a:ln w="9525">
              <a:noFill/>
              <a:round/>
              <a:headEnd/>
              <a:tailEnd/>
            </a:ln>
            <a:effectLst>
              <a:outerShdw dist="45791" dir="8778596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69" name="Line 13"/>
            <p:cNvSpPr>
              <a:spLocks noChangeShapeType="1"/>
            </p:cNvSpPr>
            <p:nvPr/>
          </p:nvSpPr>
          <p:spPr bwMode="auto">
            <a:xfrm flipV="1">
              <a:off x="2448" y="2958"/>
              <a:ext cx="670" cy="15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/>
            <a:lstStyle/>
            <a:p>
              <a:endParaRPr lang="sk-SK"/>
            </a:p>
          </p:txBody>
        </p:sp>
        <p:sp>
          <p:nvSpPr>
            <p:cNvPr id="96270" name="Text Box 14"/>
            <p:cNvSpPr txBox="1">
              <a:spLocks noChangeArrowheads="1"/>
            </p:cNvSpPr>
            <p:nvPr/>
          </p:nvSpPr>
          <p:spPr bwMode="auto">
            <a:xfrm>
              <a:off x="758" y="2600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endParaRPr lang="cs-CZ" u="none">
                <a:solidFill>
                  <a:srgbClr val="CCFF33"/>
                </a:solidFill>
                <a:latin typeface="Times New Roman" pitchFamily="18" charset="0"/>
              </a:endParaRPr>
            </a:p>
          </p:txBody>
        </p:sp>
        <p:sp>
          <p:nvSpPr>
            <p:cNvPr id="96272" name="Rectangle 16"/>
            <p:cNvSpPr>
              <a:spLocks noChangeArrowheads="1"/>
            </p:cNvSpPr>
            <p:nvPr/>
          </p:nvSpPr>
          <p:spPr bwMode="auto">
            <a:xfrm>
              <a:off x="436" y="1680"/>
              <a:ext cx="1924" cy="5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>
                <a:buClr>
                  <a:srgbClr val="FF0000"/>
                </a:buClr>
                <a:buSzPct val="120000"/>
                <a:buFontTx/>
                <a:buChar char="•"/>
              </a:pPr>
              <a:r>
                <a:rPr lang="en-US" sz="4800" b="1" u="none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Arial" charset="0"/>
                </a:rPr>
                <a:t> Graficky</a:t>
              </a:r>
            </a:p>
          </p:txBody>
        </p:sp>
        <p:sp>
          <p:nvSpPr>
            <p:cNvPr id="96276" name="Rectangle 20"/>
            <p:cNvSpPr>
              <a:spLocks noChangeArrowheads="1"/>
            </p:cNvSpPr>
            <p:nvPr/>
          </p:nvSpPr>
          <p:spPr bwMode="auto">
            <a:xfrm>
              <a:off x="96" y="2112"/>
              <a:ext cx="288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r>
                <a:rPr lang="en-US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   </a:t>
              </a:r>
              <a:r>
                <a:rPr lang="en-US" sz="20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en-US" sz="2000" b="1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Grafický</a:t>
              </a:r>
              <a:r>
                <a:rPr lang="en-US" sz="20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</a:t>
              </a:r>
              <a:r>
                <a:rPr lang="en-US" sz="20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operačn</a:t>
              </a:r>
              <a:r>
                <a:rPr lang="sk-SK" sz="20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ý</a:t>
              </a:r>
              <a:r>
                <a:rPr lang="en-US" sz="20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2000" b="1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systém</a:t>
              </a:r>
              <a:r>
                <a:rPr lang="en-US" sz="20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</p:grpSp>
      <p:sp>
        <p:nvSpPr>
          <p:cNvPr id="96280" name="Text Box 24"/>
          <p:cNvSpPr txBox="1">
            <a:spLocks noChangeArrowheads="1"/>
          </p:cNvSpPr>
          <p:nvPr/>
        </p:nvSpPr>
        <p:spPr bwMode="auto">
          <a:xfrm>
            <a:off x="474663" y="1876425"/>
            <a:ext cx="4432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8392" dir="9491915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endParaRPr lang="cs-CZ" b="1" u="non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6278" name="WordArt 22"/>
          <p:cNvSpPr>
            <a:spLocks noChangeArrowheads="1" noChangeShapeType="1" noTextEdit="1"/>
          </p:cNvSpPr>
          <p:nvPr/>
        </p:nvSpPr>
        <p:spPr bwMode="auto">
          <a:xfrm>
            <a:off x="500034" y="2000240"/>
            <a:ext cx="4300566" cy="51436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2800" b="1" kern="10" dirty="0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3882" dir="8100000" algn="ctr" rotWithShape="0">
                    <a:schemeClr val="tx1"/>
                  </a:outerShdw>
                </a:effectLst>
                <a:latin typeface="Arial Rounded MT Bold"/>
              </a:rPr>
              <a:t>Navádza </a:t>
            </a:r>
            <a:r>
              <a:rPr lang="sk-SK" sz="2800" b="1" kern="10" dirty="0" err="1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3882" dir="8100000" algn="ctr" rotWithShape="0">
                    <a:schemeClr val="tx1"/>
                  </a:outerShdw>
                </a:effectLst>
                <a:latin typeface="Arial Rounded MT Bold"/>
              </a:rPr>
              <a:t>uživateľa</a:t>
            </a:r>
            <a:r>
              <a:rPr lang="sk-SK" sz="2800" b="1" kern="10" dirty="0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3882" dir="8100000" algn="ctr" rotWithShape="0">
                    <a:schemeClr val="tx1"/>
                  </a:outerShdw>
                </a:effectLst>
                <a:latin typeface="Arial Rounded MT Bold"/>
              </a:rPr>
              <a:t> čo robiť</a:t>
            </a:r>
            <a:endParaRPr lang="sk-SK" sz="2800" b="1" kern="10" dirty="0">
              <a:ln w="9525">
                <a:noFill/>
                <a:round/>
                <a:headEnd/>
                <a:tailEnd/>
              </a:ln>
              <a:solidFill>
                <a:schemeClr val="bg1"/>
              </a:solidFill>
              <a:effectLst>
                <a:outerShdw dist="53882" dir="8100000" algn="ctr" rotWithShape="0">
                  <a:schemeClr val="tx1"/>
                </a:outerShdw>
              </a:effectLst>
              <a:latin typeface="Arial Rounded MT Bold"/>
            </a:endParaRPr>
          </a:p>
        </p:txBody>
      </p:sp>
      <p:sp>
        <p:nvSpPr>
          <p:cNvPr id="96282" name="Rectangle 26"/>
          <p:cNvSpPr>
            <a:spLocks noChangeArrowheads="1"/>
          </p:cNvSpPr>
          <p:nvPr/>
        </p:nvSpPr>
        <p:spPr bwMode="auto">
          <a:xfrm>
            <a:off x="450850" y="854075"/>
            <a:ext cx="4516438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8392" dir="9491915" algn="ctr" rotWithShape="0">
              <a:schemeClr val="tx1"/>
            </a:outerShdw>
          </a:effectLst>
        </p:spPr>
        <p:txBody>
          <a:bodyPr lIns="457056" tIns="0" rIns="0" bIns="0">
            <a:spAutoFit/>
          </a:bodyPr>
          <a:lstStyle/>
          <a:p>
            <a:pPr eaLnBrk="1" hangingPunct="1"/>
            <a:endParaRPr lang="cs-CZ" sz="3200" u="none">
              <a:solidFill>
                <a:srgbClr val="FF66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96305" name="Picture 2002341" descr="\\Cathy\etx share\OptZOLL AED Plus Training 5 1 02\EFCACT1\S30Picture 200234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120900" y="876300"/>
            <a:ext cx="2476500" cy="787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96306" name="Picture 6407033" descr="\\Cathy\etx share\OptZOLL AED Plus Training 5 1 02\EFCACT1\S30Picture 640703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4800" y="876300"/>
            <a:ext cx="1816100" cy="7874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sp>
        <p:nvSpPr>
          <p:cNvPr id="96285" name="Rectangle 29"/>
          <p:cNvSpPr>
            <a:spLocks noChangeArrowheads="1"/>
          </p:cNvSpPr>
          <p:nvPr/>
        </p:nvSpPr>
        <p:spPr bwMode="auto">
          <a:xfrm>
            <a:off x="381000" y="609600"/>
            <a:ext cx="4800600" cy="9144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24" name="Obrázek 23" descr="logo certifikat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Stand_Analyzin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2" presetClass="entr" presetSubtype="1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animBg="1"/>
      <p:bldP spid="9628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27" name="Picture 7577781" descr="\\Cathy\etx share\OptZOLL AED Plus Training 5 1 02\EFCACT1\S32Picture 757778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79700" y="1435100"/>
            <a:ext cx="3759200" cy="50165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285720" y="714355"/>
            <a:ext cx="8501122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buClr>
                <a:srgbClr val="FF0000"/>
              </a:buClr>
              <a:buFontTx/>
              <a:buChar char="•"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Treba skontrolovať, či je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osoba</a:t>
            </a:r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bezv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domí</a:t>
            </a:r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</a:p>
        </p:txBody>
      </p:sp>
      <p:sp>
        <p:nvSpPr>
          <p:cNvPr id="98309" name="AutoShape 5"/>
          <p:cNvSpPr>
            <a:spLocks noChangeArrowheads="1"/>
          </p:cNvSpPr>
          <p:nvPr/>
        </p:nvSpPr>
        <p:spPr bwMode="auto">
          <a:xfrm>
            <a:off x="5357818" y="1500174"/>
            <a:ext cx="1828800" cy="1143000"/>
          </a:xfrm>
          <a:prstGeom prst="wedgeEllipseCallout">
            <a:avLst>
              <a:gd name="adj1" fmla="val -73005"/>
              <a:gd name="adj2" fmla="val 71528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endParaRPr lang="cs-CZ" sz="2000" u="none">
              <a:latin typeface="Times New Roman" pitchFamily="18" charset="0"/>
            </a:endParaRPr>
          </a:p>
        </p:txBody>
      </p:sp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5486400" y="1524001"/>
            <a:ext cx="144305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/>
            <a:endParaRPr lang="sk-SK" sz="1600" b="1" u="none" dirty="0" smtClean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r>
              <a:rPr lang="sk-SK" sz="1600" b="1" u="none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Ste v poriadku</a:t>
            </a:r>
            <a:r>
              <a:rPr lang="en-US" sz="1600" b="1" u="none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?</a:t>
            </a:r>
            <a:endParaRPr lang="en-US" sz="1600" b="1" u="none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pic>
        <p:nvPicPr>
          <p:cNvPr id="98328" name="Picture 9300007" descr="\\Cathy\etx share\OptZOLL AED Plus Training 5 1 02\EFCACT1\S32Picture 9300007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10400" y="51054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8314" name="Rectangle 10"/>
          <p:cNvSpPr>
            <a:spLocks noChangeArrowheads="1"/>
          </p:cNvSpPr>
          <p:nvPr/>
        </p:nvSpPr>
        <p:spPr bwMode="auto">
          <a:xfrm>
            <a:off x="8613775" y="6478588"/>
            <a:ext cx="228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8315" name="Oval 11"/>
          <p:cNvSpPr>
            <a:spLocks noChangeArrowheads="1"/>
          </p:cNvSpPr>
          <p:nvPr/>
        </p:nvSpPr>
        <p:spPr bwMode="auto">
          <a:xfrm rot="553435">
            <a:off x="8610600" y="6400800"/>
            <a:ext cx="153988" cy="149225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8316" name="Rectangle 12"/>
          <p:cNvSpPr>
            <a:spLocks noChangeArrowheads="1"/>
          </p:cNvSpPr>
          <p:nvPr/>
        </p:nvSpPr>
        <p:spPr bwMode="auto">
          <a:xfrm rot="2081710">
            <a:off x="8682038" y="6423025"/>
            <a:ext cx="1524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0" name="Obrázek 9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050"/>
          <p:cNvSpPr txBox="1">
            <a:spLocks noChangeArrowheads="1"/>
          </p:cNvSpPr>
          <p:nvPr/>
        </p:nvSpPr>
        <p:spPr bwMode="auto">
          <a:xfrm>
            <a:off x="419100" y="609600"/>
            <a:ext cx="559640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FF0000"/>
              </a:buClr>
              <a:buSzPct val="115000"/>
              <a:buFontTx/>
              <a:buChar char="•"/>
            </a:pPr>
            <a:r>
              <a:rPr lang="en-US" sz="36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Otočte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opatrn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pacienta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chrbát</a:t>
            </a:r>
            <a:endParaRPr lang="en-US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buClr>
                <a:srgbClr val="FF0000"/>
              </a:buClr>
              <a:buSzPct val="115000"/>
            </a:pP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rovn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tvrd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podložku</a:t>
            </a:r>
            <a:endParaRPr lang="en-US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02409" name="Picture 7554808" descr="\\Cathy\etx share\OptZOLL AED Plus Training 5 1 02\EFCACT1\S33Picture 7554808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0200" y="1905000"/>
            <a:ext cx="5867400" cy="4394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2404" name="Text Box 2052"/>
          <p:cNvSpPr txBox="1">
            <a:spLocks noChangeArrowheads="1"/>
          </p:cNvSpPr>
          <p:nvPr/>
        </p:nvSpPr>
        <p:spPr bwMode="auto">
          <a:xfrm>
            <a:off x="609600" y="0"/>
            <a:ext cx="5105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nereaguje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endParaRPr lang="en-US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ChangeArrowheads="1"/>
          </p:cNvSpPr>
          <p:nvPr/>
        </p:nvSpPr>
        <p:spPr bwMode="auto">
          <a:xfrm>
            <a:off x="1963738" y="838200"/>
            <a:ext cx="1635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40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304800" y="5105400"/>
            <a:ext cx="5184433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08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FF0000"/>
              </a:buClr>
            </a:pP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Pošl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n</a:t>
            </a:r>
            <a:r>
              <a:rPr lang="sk-SK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koho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buClr>
                <a:srgbClr val="FF0000"/>
              </a:buClr>
            </a:pP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ivol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pomoci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0" y="2438400"/>
            <a:ext cx="57150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2363" dir="9957825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/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Zhlboka</a:t>
            </a:r>
            <a:r>
              <a:rPr lang="en-US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</a:t>
            </a:r>
            <a:r>
              <a:rPr lang="sk-SK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nad</a:t>
            </a:r>
            <a:r>
              <a:rPr lang="sk-SK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ýchnem</a:t>
            </a:r>
            <a:r>
              <a:rPr lang="en-US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6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6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zkoncentru</a:t>
            </a:r>
            <a:r>
              <a:rPr lang="sk-SK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jem</a:t>
            </a:r>
            <a:r>
              <a:rPr lang="en-US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svoj</a:t>
            </a:r>
            <a:r>
              <a:rPr lang="sk-SK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endParaRPr lang="en-US" sz="36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emočn</a:t>
            </a:r>
            <a:r>
              <a:rPr lang="sk-SK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energi</a:t>
            </a:r>
            <a:r>
              <a:rPr lang="sk-SK" sz="3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endParaRPr lang="en-US" sz="36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99354" name="Picture 7847013" descr="\\Cathy\etx share\OptZOLL AED Plus Training 5 1 02\EFCACT1\S34Picture 784701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1816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99339" name="Rectangle 11"/>
          <p:cNvSpPr>
            <a:spLocks noChangeArrowheads="1"/>
          </p:cNvSpPr>
          <p:nvPr/>
        </p:nvSpPr>
        <p:spPr bwMode="auto">
          <a:xfrm>
            <a:off x="8537575" y="6553200"/>
            <a:ext cx="228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9340" name="Oval 12"/>
          <p:cNvSpPr>
            <a:spLocks noChangeArrowheads="1"/>
          </p:cNvSpPr>
          <p:nvPr/>
        </p:nvSpPr>
        <p:spPr bwMode="auto">
          <a:xfrm rot="553435">
            <a:off x="8534400" y="6475413"/>
            <a:ext cx="153988" cy="149225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9341" name="Rectangle 13"/>
          <p:cNvSpPr>
            <a:spLocks noChangeArrowheads="1"/>
          </p:cNvSpPr>
          <p:nvPr/>
        </p:nvSpPr>
        <p:spPr bwMode="auto">
          <a:xfrm rot="2081710">
            <a:off x="8605838" y="6497638"/>
            <a:ext cx="1524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99342" name="Text Box 14"/>
          <p:cNvSpPr txBox="1">
            <a:spLocks noChangeArrowheads="1"/>
          </p:cNvSpPr>
          <p:nvPr/>
        </p:nvSpPr>
        <p:spPr bwMode="auto">
          <a:xfrm>
            <a:off x="5005388" y="4914900"/>
            <a:ext cx="214153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cs-CZ" sz="2200" b="1" u="none">
              <a:latin typeface="Univers Condensed" pitchFamily="34" charset="0"/>
            </a:endParaRPr>
          </a:p>
        </p:txBody>
      </p:sp>
      <p:sp>
        <p:nvSpPr>
          <p:cNvPr id="99343" name="Text Box 15"/>
          <p:cNvSpPr txBox="1">
            <a:spLocks noChangeArrowheads="1"/>
          </p:cNvSpPr>
          <p:nvPr/>
        </p:nvSpPr>
        <p:spPr bwMode="auto">
          <a:xfrm>
            <a:off x="0" y="1066800"/>
            <a:ext cx="5410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000" b="1" dirty="0" smtClean="0">
                <a:solidFill>
                  <a:srgbClr val="FF0000"/>
                </a:solidFill>
              </a:rPr>
              <a:t>Z</a:t>
            </a:r>
            <a:r>
              <a:rPr lang="sk-SK" sz="4000" b="1" dirty="0" smtClean="0">
                <a:solidFill>
                  <a:srgbClr val="FF0000"/>
                </a:solidFill>
              </a:rPr>
              <a:t>o</a:t>
            </a:r>
            <a:r>
              <a:rPr lang="en-US" sz="4000" b="1" dirty="0" err="1" smtClean="0">
                <a:solidFill>
                  <a:srgbClr val="FF0000"/>
                </a:solidFill>
              </a:rPr>
              <a:t>staň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>
                <a:solidFill>
                  <a:srgbClr val="FF0000"/>
                </a:solidFill>
              </a:rPr>
              <a:t>v </a:t>
            </a:r>
            <a:r>
              <a:rPr lang="en-US" sz="4000" b="1" dirty="0" smtClean="0">
                <a:solidFill>
                  <a:srgbClr val="FF0000"/>
                </a:solidFill>
              </a:rPr>
              <a:t>k</a:t>
            </a:r>
            <a:r>
              <a:rPr lang="sk-SK" sz="4000" b="1" dirty="0" err="1" smtClean="0">
                <a:solidFill>
                  <a:srgbClr val="FF0000"/>
                </a:solidFill>
              </a:rPr>
              <a:t>ľu</a:t>
            </a:r>
            <a:r>
              <a:rPr lang="en-US" sz="4000" b="1" dirty="0" smtClean="0">
                <a:solidFill>
                  <a:srgbClr val="FF0000"/>
                </a:solidFill>
              </a:rPr>
              <a:t>d</a:t>
            </a:r>
            <a:r>
              <a:rPr lang="sk-SK" sz="4000" b="1" dirty="0" smtClean="0">
                <a:solidFill>
                  <a:srgbClr val="FF0000"/>
                </a:solidFill>
              </a:rPr>
              <a:t>e</a:t>
            </a:r>
            <a:endParaRPr lang="en-US" sz="4000" b="1" dirty="0">
              <a:solidFill>
                <a:srgbClr val="FF0000"/>
              </a:solidFill>
            </a:endParaRPr>
          </a:p>
        </p:txBody>
      </p:sp>
      <p:pic>
        <p:nvPicPr>
          <p:cNvPr id="99355" name="Picture 7895233" descr="\\Cathy\etx share\OptZOLL AED Plus Training 5 1 02\EFCACT1\S34Picture 789523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990600"/>
            <a:ext cx="2933700" cy="3924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2" name="Obrázek 11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78" name="Picture 5584131" descr="\\Cathy\etx share\OptZOLL AED Plus Training 5 1 02\EFCACT1\S35Picture 558413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1905000"/>
            <a:ext cx="3911600" cy="2971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0355" name="Rectangle 3"/>
          <p:cNvSpPr>
            <a:spLocks noChangeArrowheads="1"/>
          </p:cNvSpPr>
          <p:nvPr/>
        </p:nvSpPr>
        <p:spPr bwMode="auto">
          <a:xfrm>
            <a:off x="1963738" y="838200"/>
            <a:ext cx="1635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40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0" y="2041525"/>
            <a:ext cx="4953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0800" dir="108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buClr>
                <a:srgbClr val="FF0000"/>
              </a:buClr>
            </a:pPr>
            <a:r>
              <a:rPr lang="en-US" sz="3600" b="1" u="none" dirty="0" smtClean="0">
                <a:solidFill>
                  <a:srgbClr val="FFFF00"/>
                </a:solidFill>
              </a:rPr>
              <a:t>N</a:t>
            </a:r>
            <a:r>
              <a:rPr lang="sk-SK" sz="3600" b="1" u="none" dirty="0" err="1" smtClean="0">
                <a:solidFill>
                  <a:srgbClr val="FFFF00"/>
                </a:solidFill>
              </a:rPr>
              <a:t>ie</a:t>
            </a:r>
            <a:r>
              <a:rPr lang="en-US" sz="3600" b="1" u="none" dirty="0" smtClean="0">
                <a:solidFill>
                  <a:srgbClr val="FFFF00"/>
                </a:solidFill>
              </a:rPr>
              <a:t>k</a:t>
            </a:r>
            <a:r>
              <a:rPr lang="sk-SK" sz="3600" b="1" u="none" dirty="0" smtClean="0">
                <a:solidFill>
                  <a:srgbClr val="FFFF00"/>
                </a:solidFill>
              </a:rPr>
              <a:t>t</a:t>
            </a:r>
            <a:r>
              <a:rPr lang="en-US" sz="3600" b="1" u="none" dirty="0" smtClean="0">
                <a:solidFill>
                  <a:srgbClr val="FFFF00"/>
                </a:solidFill>
              </a:rPr>
              <a:t>o </a:t>
            </a:r>
            <a:r>
              <a:rPr lang="en-US" sz="3600" b="1" u="none" dirty="0">
                <a:solidFill>
                  <a:srgbClr val="FFFF00"/>
                </a:solidFill>
              </a:rPr>
              <a:t>by </a:t>
            </a:r>
            <a:r>
              <a:rPr lang="en-US" sz="3600" b="1" u="none" dirty="0" smtClean="0">
                <a:solidFill>
                  <a:srgbClr val="FFFF00"/>
                </a:solidFill>
              </a:rPr>
              <a:t>m</a:t>
            </a:r>
            <a:r>
              <a:rPr lang="sk-SK" sz="3600" b="1" u="none" dirty="0" smtClean="0">
                <a:solidFill>
                  <a:srgbClr val="FFFF00"/>
                </a:solidFill>
              </a:rPr>
              <a:t>a</a:t>
            </a:r>
            <a:r>
              <a:rPr lang="en-US" sz="3600" b="1" u="none" dirty="0" smtClean="0">
                <a:solidFill>
                  <a:srgbClr val="FFFF00"/>
                </a:solidFill>
              </a:rPr>
              <a:t>l</a:t>
            </a:r>
            <a:r>
              <a:rPr lang="en-US" sz="40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sz="4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IHNE</a:t>
            </a:r>
            <a:r>
              <a:rPr lang="sk-SK" sz="4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Ď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buClr>
                <a:srgbClr val="FF0000"/>
              </a:buClr>
            </a:pP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vola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RZP</a:t>
            </a:r>
            <a:r>
              <a:rPr lang="en-US" sz="3600" b="1" u="none" dirty="0" smtClean="0">
                <a:solidFill>
                  <a:srgbClr val="FFFF00"/>
                </a:solidFill>
              </a:rPr>
              <a:t> </a:t>
            </a:r>
            <a:r>
              <a:rPr lang="sk-SK" sz="3600" b="1" u="none" dirty="0" smtClean="0">
                <a:solidFill>
                  <a:srgbClr val="FFFF00"/>
                </a:solidFill>
              </a:rPr>
              <a:t>(RLP</a:t>
            </a:r>
            <a:r>
              <a:rPr lang="en-US" sz="3600" b="1" u="none" dirty="0" smtClean="0">
                <a:solidFill>
                  <a:srgbClr val="FFFF00"/>
                </a:solidFill>
              </a:rPr>
              <a:t>)</a:t>
            </a:r>
            <a:endParaRPr lang="en-US" sz="3600" b="1" u="none" dirty="0">
              <a:solidFill>
                <a:srgbClr val="FFFF00"/>
              </a:solidFill>
            </a:endParaRPr>
          </a:p>
        </p:txBody>
      </p:sp>
      <p:pic>
        <p:nvPicPr>
          <p:cNvPr id="100379" name="Picture 2095378" descr="\\Cathy\etx share\OptZOLL AED Plus Training 5 1 02\EFCACT1\S35Picture 2095378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51054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0362" name="Rectangle 10"/>
          <p:cNvSpPr>
            <a:spLocks noChangeArrowheads="1"/>
          </p:cNvSpPr>
          <p:nvPr/>
        </p:nvSpPr>
        <p:spPr bwMode="auto">
          <a:xfrm>
            <a:off x="8537575" y="6477000"/>
            <a:ext cx="228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0363" name="Oval 11"/>
          <p:cNvSpPr>
            <a:spLocks noChangeArrowheads="1"/>
          </p:cNvSpPr>
          <p:nvPr/>
        </p:nvSpPr>
        <p:spPr bwMode="auto">
          <a:xfrm rot="553435">
            <a:off x="8534400" y="6399213"/>
            <a:ext cx="153988" cy="149225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0364" name="Rectangle 12"/>
          <p:cNvSpPr>
            <a:spLocks noChangeArrowheads="1"/>
          </p:cNvSpPr>
          <p:nvPr/>
        </p:nvSpPr>
        <p:spPr bwMode="auto">
          <a:xfrm rot="2081710">
            <a:off x="8605838" y="6421438"/>
            <a:ext cx="1524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0365" name="Text Box 13"/>
          <p:cNvSpPr txBox="1">
            <a:spLocks noChangeArrowheads="1"/>
          </p:cNvSpPr>
          <p:nvPr/>
        </p:nvSpPr>
        <p:spPr bwMode="auto">
          <a:xfrm>
            <a:off x="5005388" y="4914900"/>
            <a:ext cx="2141537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cs-CZ" sz="2200" b="1" u="none">
              <a:latin typeface="Univers Condensed" pitchFamily="34" charset="0"/>
            </a:endParaRPr>
          </a:p>
        </p:txBody>
      </p:sp>
      <p:sp>
        <p:nvSpPr>
          <p:cNvPr id="100366" name="Text Box 14"/>
          <p:cNvSpPr txBox="1">
            <a:spLocks noChangeArrowheads="1"/>
          </p:cNvSpPr>
          <p:nvPr/>
        </p:nvSpPr>
        <p:spPr bwMode="auto">
          <a:xfrm>
            <a:off x="38450" y="4800600"/>
            <a:ext cx="4932697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600" b="1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Vol</a:t>
            </a:r>
            <a:r>
              <a:rPr lang="sk-SK" sz="3600" b="1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áme</a:t>
            </a:r>
            <a:r>
              <a:rPr lang="sk-SK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4000" b="1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 </a:t>
            </a:r>
            <a:r>
              <a:rPr lang="sk-SK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 </a:t>
            </a:r>
            <a:r>
              <a:rPr lang="sk-SK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RZP </a:t>
            </a:r>
            <a:r>
              <a:rPr lang="en-US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/</a:t>
            </a:r>
            <a:r>
              <a:rPr lang="sk-SK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155 </a:t>
            </a:r>
            <a:r>
              <a:rPr lang="sk-SK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3600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112</a:t>
            </a:r>
            <a:r>
              <a:rPr lang="en-US" sz="40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endParaRPr lang="en-US" sz="4000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" name="Obrázek 10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86" name="Picture 7132866" descr="\\Cathy\etx share\OptZOLL AED Plus Training 5 1 02\EFCACT1\S36Picture 713286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1905000"/>
            <a:ext cx="4457700" cy="3568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1379" name="Rectangle 3"/>
          <p:cNvSpPr>
            <a:spLocks noChangeArrowheads="1"/>
          </p:cNvSpPr>
          <p:nvPr/>
        </p:nvSpPr>
        <p:spPr bwMode="auto">
          <a:xfrm>
            <a:off x="1963738" y="838200"/>
            <a:ext cx="16351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40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457200" y="990600"/>
            <a:ext cx="76962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0800" dir="108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44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Pošle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 n</a:t>
            </a:r>
            <a:r>
              <a:rPr lang="sk-SK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koho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endParaRPr lang="en-US" sz="44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</a:pPr>
            <a:r>
              <a:rPr lang="en-US" sz="44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AED…</a:t>
            </a: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304800" y="5576888"/>
            <a:ext cx="8839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81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sk-SK" sz="44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 som</a:t>
            </a:r>
            <a:r>
              <a:rPr lang="en-US" sz="44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sám</a:t>
            </a:r>
            <a:r>
              <a:rPr lang="en-US" sz="44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sk-SK" sz="44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idem </a:t>
            </a:r>
            <a:r>
              <a:rPr lang="en-US" sz="44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osobn</a:t>
            </a:r>
            <a:r>
              <a:rPr lang="sk-SK" sz="44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44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…!</a:t>
            </a:r>
            <a:endParaRPr lang="en-US" sz="4000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6" name="Obrázek 5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45" name="Picture 5115647" descr="\\Cathy\etx share\OptZOLL AED Plus Training 5 1 02\EFCACT1\S37Picture 5115647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200" y="1676400"/>
            <a:ext cx="3022600" cy="4038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03446" name="Picture 3342446" descr="\\Cathy\etx share\OptZOLL AED Plus Training 5 1 02\EFCACT1\S37Picture 334244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1600200"/>
            <a:ext cx="3048000" cy="406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3431" name="Text Box 7"/>
          <p:cNvSpPr txBox="1">
            <a:spLocks noChangeArrowheads="1"/>
          </p:cNvSpPr>
          <p:nvPr/>
        </p:nvSpPr>
        <p:spPr bwMode="auto">
          <a:xfrm>
            <a:off x="935038" y="0"/>
            <a:ext cx="755206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4758" dir="20921404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Zat</a:t>
            </a:r>
            <a:r>
              <a:rPr lang="sk-SK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ial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č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 n</a:t>
            </a:r>
            <a:r>
              <a:rPr lang="sk-SK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 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ide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pr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AED, </a:t>
            </a:r>
            <a:r>
              <a:rPr lang="en-US" sz="28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zkontrolujte</a:t>
            </a:r>
            <a:endParaRPr lang="en-US" sz="28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známky</a:t>
            </a:r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životn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ý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funkc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 </a:t>
            </a:r>
            <a:endParaRPr lang="en-US" sz="28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cs-CZ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cs-CZ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zmena</a:t>
            </a:r>
            <a:r>
              <a:rPr lang="cs-CZ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cs-CZ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stav </a:t>
            </a:r>
            <a:r>
              <a:rPr lang="cs-CZ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vedomia</a:t>
            </a:r>
            <a:r>
              <a:rPr lang="cs-CZ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cs-CZ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normálne</a:t>
            </a:r>
            <a:r>
              <a:rPr lang="cs-CZ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dýchanie</a:t>
            </a:r>
            <a:r>
              <a:rPr lang="cs-CZ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cs-CZ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pohyb)</a:t>
            </a:r>
            <a:endParaRPr lang="en-US" b="1" u="none" dirty="0">
              <a:solidFill>
                <a:srgbClr val="00008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3434" name="Text Box 10"/>
          <p:cNvSpPr txBox="1">
            <a:spLocks noChangeArrowheads="1"/>
          </p:cNvSpPr>
          <p:nvPr/>
        </p:nvSpPr>
        <p:spPr bwMode="auto">
          <a:xfrm>
            <a:off x="1127125" y="6026150"/>
            <a:ext cx="2984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3600" b="1" u="none">
                <a:solidFill>
                  <a:srgbClr val="FF0000"/>
                </a:solidFill>
                <a:latin typeface="Arial Rounded MT Bold" pitchFamily="34" charset="0"/>
              </a:rPr>
              <a:t> </a:t>
            </a:r>
            <a:endParaRPr lang="en-US" sz="3600" b="1" u="none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03450" name="Text Box 26"/>
          <p:cNvSpPr txBox="1">
            <a:spLocks noChangeArrowheads="1"/>
          </p:cNvSpPr>
          <p:nvPr/>
        </p:nvSpPr>
        <p:spPr bwMode="auto">
          <a:xfrm>
            <a:off x="838200" y="1600200"/>
            <a:ext cx="7467600" cy="5032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b="1" u="none" dirty="0" err="1" smtClean="0">
                <a:solidFill>
                  <a:srgbClr val="FFFF00"/>
                </a:solidFill>
              </a:rPr>
              <a:t>Ak</a:t>
            </a:r>
            <a:r>
              <a:rPr lang="cs-CZ" b="1" u="none" dirty="0" smtClean="0">
                <a:solidFill>
                  <a:srgbClr val="FFFF00"/>
                </a:solidFill>
              </a:rPr>
              <a:t> </a:t>
            </a:r>
            <a:r>
              <a:rPr lang="cs-CZ" b="1" u="none" dirty="0" err="1" smtClean="0">
                <a:solidFill>
                  <a:srgbClr val="FFFF00"/>
                </a:solidFill>
              </a:rPr>
              <a:t>chýba</a:t>
            </a:r>
            <a:endParaRPr lang="cs-CZ" b="1" u="none" dirty="0">
              <a:solidFill>
                <a:srgbClr val="FFFF00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cs-CZ" b="1" u="none" dirty="0" err="1" smtClean="0">
                <a:solidFill>
                  <a:srgbClr val="FFFF00"/>
                </a:solidFill>
              </a:rPr>
              <a:t>Zahájte</a:t>
            </a:r>
            <a:r>
              <a:rPr lang="cs-CZ" b="1" u="none" dirty="0" smtClean="0">
                <a:solidFill>
                  <a:srgbClr val="FFFF00"/>
                </a:solidFill>
              </a:rPr>
              <a:t> </a:t>
            </a:r>
            <a:r>
              <a:rPr lang="cs-CZ" b="1" u="none" dirty="0">
                <a:solidFill>
                  <a:srgbClr val="FFFF00"/>
                </a:solidFill>
              </a:rPr>
              <a:t>KPR</a:t>
            </a:r>
          </a:p>
          <a:p>
            <a:pPr algn="ctr">
              <a:spcBef>
                <a:spcPct val="50000"/>
              </a:spcBef>
            </a:pPr>
            <a:r>
              <a:rPr lang="cs-CZ" b="1" u="none" dirty="0" err="1" smtClean="0">
                <a:solidFill>
                  <a:srgbClr val="FFFF00"/>
                </a:solidFill>
              </a:rPr>
              <a:t>ihneď</a:t>
            </a:r>
            <a:r>
              <a:rPr lang="cs-CZ" b="1" u="none" dirty="0" smtClean="0">
                <a:solidFill>
                  <a:srgbClr val="FFFF00"/>
                </a:solidFill>
              </a:rPr>
              <a:t> </a:t>
            </a:r>
            <a:r>
              <a:rPr lang="cs-CZ" b="1" u="none" dirty="0">
                <a:solidFill>
                  <a:srgbClr val="FFFF00"/>
                </a:solidFill>
              </a:rPr>
              <a:t>v </a:t>
            </a:r>
            <a:r>
              <a:rPr lang="cs-CZ" b="1" u="none" dirty="0" err="1" smtClean="0">
                <a:solidFill>
                  <a:srgbClr val="FFFF00"/>
                </a:solidFill>
              </a:rPr>
              <a:t>pomere</a:t>
            </a:r>
            <a:endParaRPr lang="cs-CZ" b="1" u="none" dirty="0" smtClean="0">
              <a:solidFill>
                <a:srgbClr val="FFFF00"/>
              </a:solidFill>
            </a:endParaRPr>
          </a:p>
          <a:p>
            <a:pPr algn="ctr">
              <a:spcBef>
                <a:spcPct val="50000"/>
              </a:spcBef>
            </a:pPr>
            <a:endParaRPr lang="cs-CZ" b="1" u="none" dirty="0">
              <a:solidFill>
                <a:srgbClr val="FFFF00"/>
              </a:solidFill>
            </a:endParaRPr>
          </a:p>
          <a:p>
            <a:pPr algn="ctr">
              <a:spcBef>
                <a:spcPct val="50000"/>
              </a:spcBef>
            </a:pPr>
            <a:endParaRPr lang="cs-CZ" b="1" u="none" dirty="0">
              <a:solidFill>
                <a:srgbClr val="FFFF00"/>
              </a:solidFill>
            </a:endParaRPr>
          </a:p>
          <a:p>
            <a:pPr algn="ctr">
              <a:spcBef>
                <a:spcPct val="50000"/>
              </a:spcBef>
            </a:pPr>
            <a:r>
              <a:rPr lang="cs-CZ" sz="5400" b="1" u="none" dirty="0" smtClean="0">
                <a:solidFill>
                  <a:srgbClr val="FF0000"/>
                </a:solidFill>
                <a:latin typeface="Arial Black" pitchFamily="34" charset="0"/>
              </a:rPr>
              <a:t>30        :           </a:t>
            </a:r>
            <a:r>
              <a:rPr lang="cs-CZ" sz="5400" b="1" u="none" dirty="0">
                <a:solidFill>
                  <a:srgbClr val="FF0000"/>
                </a:solidFill>
                <a:latin typeface="Arial Black" pitchFamily="34" charset="0"/>
              </a:rPr>
              <a:t>2</a:t>
            </a:r>
            <a:endParaRPr lang="cs-CZ" sz="4000" b="1" u="none" dirty="0">
              <a:solidFill>
                <a:srgbClr val="FF0000"/>
              </a:solidFill>
              <a:latin typeface="Arial Black" pitchFamily="34" charset="0"/>
            </a:endParaRPr>
          </a:p>
          <a:p>
            <a:pPr>
              <a:spcBef>
                <a:spcPct val="50000"/>
              </a:spcBef>
            </a:pPr>
            <a:r>
              <a:rPr lang="cs-CZ" b="1" u="none" dirty="0" smtClean="0">
                <a:solidFill>
                  <a:srgbClr val="FFFF00"/>
                </a:solidFill>
              </a:rPr>
              <a:t>Stlačení                                                        Vdychy</a:t>
            </a:r>
            <a:endParaRPr lang="cs-CZ" b="1" u="none" dirty="0">
              <a:solidFill>
                <a:srgbClr val="FFFF00"/>
              </a:solidFill>
            </a:endParaRPr>
          </a:p>
          <a:p>
            <a:pPr>
              <a:spcBef>
                <a:spcPct val="50000"/>
              </a:spcBef>
            </a:pPr>
            <a:r>
              <a:rPr lang="cs-CZ" b="1" u="none" dirty="0">
                <a:solidFill>
                  <a:srgbClr val="FFFF00"/>
                </a:solidFill>
              </a:rPr>
              <a:t>   </a:t>
            </a:r>
            <a:r>
              <a:rPr lang="cs-CZ" b="1" u="none" dirty="0" err="1" smtClean="0">
                <a:solidFill>
                  <a:srgbClr val="FFFF00"/>
                </a:solidFill>
              </a:rPr>
              <a:t>Rýchlosť</a:t>
            </a:r>
            <a:r>
              <a:rPr lang="cs-CZ" b="1" u="none" dirty="0" smtClean="0">
                <a:solidFill>
                  <a:srgbClr val="FFFF00"/>
                </a:solidFill>
              </a:rPr>
              <a:t>  100/min</a:t>
            </a:r>
            <a:r>
              <a:rPr lang="cs-CZ" b="1" u="none" dirty="0">
                <a:solidFill>
                  <a:srgbClr val="FFFF00"/>
                </a:solidFill>
              </a:rPr>
              <a:t>, </a:t>
            </a:r>
            <a:r>
              <a:rPr lang="cs-CZ" b="1" u="none" dirty="0" smtClean="0">
                <a:solidFill>
                  <a:srgbClr val="FFFF00"/>
                </a:solidFill>
              </a:rPr>
              <a:t> </a:t>
            </a:r>
            <a:r>
              <a:rPr lang="cs-CZ" b="1" u="none" dirty="0" err="1" smtClean="0">
                <a:solidFill>
                  <a:srgbClr val="FFFF00"/>
                </a:solidFill>
              </a:rPr>
              <a:t>hĺbka</a:t>
            </a:r>
            <a:r>
              <a:rPr lang="cs-CZ" b="1" u="none" dirty="0" smtClean="0">
                <a:solidFill>
                  <a:srgbClr val="FFFF00"/>
                </a:solidFill>
              </a:rPr>
              <a:t> </a:t>
            </a:r>
            <a:r>
              <a:rPr lang="cs-CZ" b="1" u="none" dirty="0">
                <a:solidFill>
                  <a:srgbClr val="FFFF00"/>
                </a:solidFill>
              </a:rPr>
              <a:t>1/3 výšky </a:t>
            </a:r>
            <a:r>
              <a:rPr lang="cs-CZ" b="1" u="none" dirty="0" smtClean="0">
                <a:solidFill>
                  <a:srgbClr val="FFFF00"/>
                </a:solidFill>
              </a:rPr>
              <a:t>hrudníka</a:t>
            </a:r>
            <a:endParaRPr lang="cs-CZ" b="1" u="none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61" name="Picture 7655273" descr="\\Cathy\etx share\OptZOLL AED Plus Training 5 1 02\EFCACT1\S38Picture 765527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2000" y="1066800"/>
            <a:ext cx="6781800" cy="5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4451" name="Text Box 3"/>
          <p:cNvSpPr txBox="1">
            <a:spLocks noChangeArrowheads="1"/>
          </p:cNvSpPr>
          <p:nvPr/>
        </p:nvSpPr>
        <p:spPr bwMode="auto">
          <a:xfrm>
            <a:off x="228600" y="609600"/>
            <a:ext cx="8915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Ak je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 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AED Plus k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dispoz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ci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6553200" y="4800600"/>
            <a:ext cx="2438400" cy="19050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4455" name="Rectangle 7"/>
          <p:cNvSpPr>
            <a:spLocks noChangeArrowheads="1"/>
          </p:cNvSpPr>
          <p:nvPr/>
        </p:nvSpPr>
        <p:spPr bwMode="auto">
          <a:xfrm>
            <a:off x="6799263" y="4784725"/>
            <a:ext cx="2000549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sk-SK" sz="4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Zatlač</a:t>
            </a:r>
            <a:endParaRPr lang="en-US" sz="4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  <a:cs typeface="Times New Roman" pitchFamily="18" charset="0"/>
            </a:endParaRPr>
          </a:p>
          <a:p>
            <a:pPr algn="ctr" eaLnBrk="1" hangingPunct="1"/>
            <a:r>
              <a:rPr lang="en-US" sz="4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“ON” </a:t>
            </a:r>
          </a:p>
          <a:p>
            <a:pPr algn="ctr" eaLnBrk="1" hangingPunct="1"/>
            <a:r>
              <a:rPr lang="en-US" sz="40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tlačítko</a:t>
            </a:r>
            <a:endParaRPr lang="en-US" sz="4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  <a:cs typeface="Times New Roman" pitchFamily="18" charset="0"/>
            </a:endParaRPr>
          </a:p>
        </p:txBody>
      </p:sp>
      <p:sp>
        <p:nvSpPr>
          <p:cNvPr id="104457" name="Oval 9"/>
          <p:cNvSpPr>
            <a:spLocks noChangeArrowheads="1"/>
          </p:cNvSpPr>
          <p:nvPr/>
        </p:nvSpPr>
        <p:spPr bwMode="auto">
          <a:xfrm>
            <a:off x="3276600" y="4343400"/>
            <a:ext cx="9906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4458" name="Line 10"/>
          <p:cNvSpPr>
            <a:spLocks noChangeShapeType="1"/>
          </p:cNvSpPr>
          <p:nvPr/>
        </p:nvSpPr>
        <p:spPr bwMode="auto">
          <a:xfrm flipH="1" flipV="1">
            <a:off x="4343400" y="4953000"/>
            <a:ext cx="20574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pic>
        <p:nvPicPr>
          <p:cNvPr id="104462" name="Picture 14">
            <a:hlinkClick r:id="" action="ppaction://media"/>
          </p:cNvPr>
          <p:cNvPicPr>
            <a:picLocks noRot="1" noChangeAspect="1" noChangeArrowheads="1"/>
          </p:cNvPicPr>
          <p:nvPr>
            <a:wavAudioFile r:embed="rId2" name="No_Circulation_CPR.wav"/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4800" y="5867400"/>
            <a:ext cx="457200" cy="457200"/>
          </a:xfrm>
          <a:prstGeom prst="rect">
            <a:avLst/>
          </a:prstGeom>
          <a:noFill/>
        </p:spPr>
      </p:pic>
      <p:sp>
        <p:nvSpPr>
          <p:cNvPr id="104463" name="Text Box 15"/>
          <p:cNvSpPr txBox="1">
            <a:spLocks noChangeArrowheads="1"/>
          </p:cNvSpPr>
          <p:nvPr/>
        </p:nvSpPr>
        <p:spPr bwMode="auto">
          <a:xfrm>
            <a:off x="762000" y="5867400"/>
            <a:ext cx="57150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b="1" u="none" dirty="0" err="1" smtClean="0">
                <a:solidFill>
                  <a:srgbClr val="FF0000"/>
                </a:solidFill>
              </a:rPr>
              <a:t>Následne</a:t>
            </a:r>
            <a:r>
              <a:rPr lang="cs-CZ" b="1" u="none" dirty="0">
                <a:solidFill>
                  <a:srgbClr val="FF0000"/>
                </a:solidFill>
              </a:rPr>
              <a:t> </a:t>
            </a:r>
            <a:r>
              <a:rPr lang="cs-CZ" b="1" u="none" dirty="0" smtClean="0">
                <a:solidFill>
                  <a:srgbClr val="FF0000"/>
                </a:solidFill>
              </a:rPr>
              <a:t>vás </a:t>
            </a:r>
            <a:r>
              <a:rPr lang="cs-CZ" b="1" u="none" dirty="0" err="1" smtClean="0">
                <a:solidFill>
                  <a:srgbClr val="FF0000"/>
                </a:solidFill>
              </a:rPr>
              <a:t>povedú</a:t>
            </a:r>
            <a:r>
              <a:rPr lang="cs-CZ" b="1" u="none" dirty="0" smtClean="0">
                <a:solidFill>
                  <a:srgbClr val="FF0000"/>
                </a:solidFill>
              </a:rPr>
              <a:t> slovné </a:t>
            </a:r>
            <a:r>
              <a:rPr lang="cs-CZ" b="1" u="none" dirty="0" err="1" smtClean="0">
                <a:solidFill>
                  <a:srgbClr val="FF0000"/>
                </a:solidFill>
              </a:rPr>
              <a:t>príkazy</a:t>
            </a:r>
            <a:endParaRPr lang="cs-CZ" b="1" u="none" dirty="0"/>
          </a:p>
        </p:txBody>
      </p:sp>
      <p:pic>
        <p:nvPicPr>
          <p:cNvPr id="10" name="Obrázek 9" descr="logo certifikat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If_No_Circulation_CP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64" fill="hold"/>
                                        <p:tgtEl>
                                          <p:spTgt spid="1044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462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80" name="Picture 8814235" descr="\\Cathy\etx share\OptZOLL AED Plus Training 5 1 02\EFCACT1\S39Picture 881423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-228600"/>
            <a:ext cx="9144000" cy="6555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7793903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/>
            <a:r>
              <a:rPr lang="en-US" sz="3200" u="none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Clr>
                <a:srgbClr val="0000FF"/>
              </a:buClr>
            </a:pPr>
            <a:endParaRPr lang="en-US" sz="44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  <a:cs typeface="Times New Roman" pitchFamily="18" charset="0"/>
            </a:endParaRPr>
          </a:p>
          <a:p>
            <a:pPr>
              <a:buClr>
                <a:srgbClr val="FFFF00"/>
              </a:buClr>
              <a:buFont typeface="Wingdings" pitchFamily="2" charset="2"/>
              <a:buChar char="ü"/>
            </a:pPr>
            <a:r>
              <a:rPr lang="en-US" sz="44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 </a:t>
            </a:r>
            <a:r>
              <a:rPr lang="en-US" sz="44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Ot</a:t>
            </a:r>
            <a:r>
              <a:rPr lang="sk-SK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vor</a:t>
            </a:r>
            <a:r>
              <a:rPr lang="en-US" sz="44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te</a:t>
            </a:r>
            <a:r>
              <a:rPr lang="en-US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kryt</a:t>
            </a: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4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0000FF"/>
              </a:buClr>
              <a:buFont typeface="Wingdings" pitchFamily="2" charset="2"/>
              <a:buChar char="Ø"/>
            </a:pPr>
            <a:endParaRPr lang="en-US" sz="40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FF00"/>
              </a:buClr>
              <a:buFont typeface="Wingdings" pitchFamily="2" charset="2"/>
              <a:buChar char="ü"/>
            </a:pPr>
            <a:r>
              <a:rPr lang="en-US" sz="40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Sledujte</a:t>
            </a:r>
            <a:r>
              <a:rPr lang="en-US" sz="32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vizuáln</a:t>
            </a:r>
            <a:r>
              <a:rPr lang="sk-SK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 </a:t>
            </a:r>
            <a:r>
              <a:rPr lang="en-US" sz="32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hlasové</a:t>
            </a:r>
            <a:r>
              <a:rPr lang="en-US" sz="32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in</a:t>
            </a:r>
            <a:r>
              <a:rPr lang="sk-SK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š</a:t>
            </a:r>
            <a:r>
              <a:rPr lang="en-US" sz="32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trukc</a:t>
            </a:r>
            <a:r>
              <a:rPr lang="sk-SK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endParaRPr lang="en-US" sz="3200" u="none" dirty="0">
              <a:solidFill>
                <a:srgbClr val="FF0000"/>
              </a:solidFill>
            </a:endParaRPr>
          </a:p>
        </p:txBody>
      </p:sp>
      <p:pic>
        <p:nvPicPr>
          <p:cNvPr id="4" name="Obrázek 3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59" name="Picture 9460326" descr="\\Cathy\etx share\OptZOLL AED Plus Training 5 1 02\EFCACT1\S41Picture 946032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2362200"/>
            <a:ext cx="2413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7960" name="Picture 5420559" descr="\\Cathy\etx share\OptZOLL AED Plus Training 5 1 02\EFCACT1\S41Picture 5420559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81000" y="1752600"/>
            <a:ext cx="3454400" cy="480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67961" name="Picture 300176" descr="\\Cathy\etx share\OptZOLL AED Plus Training 5 1 02\EFCACT1\S41Picture 300176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10400" y="50292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67943" name="Rectangle 1031"/>
          <p:cNvSpPr>
            <a:spLocks noChangeArrowheads="1"/>
          </p:cNvSpPr>
          <p:nvPr/>
        </p:nvSpPr>
        <p:spPr bwMode="auto">
          <a:xfrm>
            <a:off x="8613775" y="6554788"/>
            <a:ext cx="228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7944" name="Oval 1032"/>
          <p:cNvSpPr>
            <a:spLocks noChangeArrowheads="1"/>
          </p:cNvSpPr>
          <p:nvPr/>
        </p:nvSpPr>
        <p:spPr bwMode="auto">
          <a:xfrm rot="553435">
            <a:off x="8610600" y="6477000"/>
            <a:ext cx="153988" cy="149225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7945" name="Rectangle 1033"/>
          <p:cNvSpPr>
            <a:spLocks noChangeArrowheads="1"/>
          </p:cNvSpPr>
          <p:nvPr/>
        </p:nvSpPr>
        <p:spPr bwMode="auto">
          <a:xfrm rot="2081710">
            <a:off x="8682038" y="6499225"/>
            <a:ext cx="1524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7946" name="Text Box 1034"/>
          <p:cNvSpPr txBox="1">
            <a:spLocks noChangeArrowheads="1"/>
          </p:cNvSpPr>
          <p:nvPr/>
        </p:nvSpPr>
        <p:spPr bwMode="auto">
          <a:xfrm>
            <a:off x="4597400" y="1874838"/>
            <a:ext cx="379943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FF0000"/>
              </a:buClr>
            </a:pP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Z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o</a:t>
            </a:r>
            <a:r>
              <a:rPr lang="en-US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sta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ň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 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v 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k</a:t>
            </a:r>
            <a:r>
              <a:rPr lang="sk-SK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ľu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d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e</a:t>
            </a:r>
            <a:r>
              <a:rPr lang="en-US" sz="6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azooka" pitchFamily="2" charset="0"/>
              </a:rPr>
              <a:t> </a:t>
            </a:r>
            <a:endParaRPr lang="en-US" sz="6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azooka" pitchFamily="2" charset="0"/>
            </a:endParaRPr>
          </a:p>
        </p:txBody>
      </p:sp>
      <p:pic>
        <p:nvPicPr>
          <p:cNvPr id="167948" name="Picture 1036">
            <a:hlinkClick r:id="" action="ppaction://media"/>
          </p:cNvPr>
          <p:cNvPicPr>
            <a:picLocks noRot="1" noChangeAspect="1" noChangeArrowheads="1"/>
          </p:cNvPicPr>
          <p:nvPr>
            <a:wavAudioFile r:embed="rId4" name="Check_Response.wav"/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086600" y="5181600"/>
            <a:ext cx="152400" cy="152400"/>
          </a:xfrm>
          <a:prstGeom prst="rect">
            <a:avLst/>
          </a:prstGeom>
          <a:noFill/>
        </p:spPr>
      </p:pic>
      <p:sp>
        <p:nvSpPr>
          <p:cNvPr id="167949" name="Oval 1037"/>
          <p:cNvSpPr>
            <a:spLocks noChangeArrowheads="1"/>
          </p:cNvSpPr>
          <p:nvPr/>
        </p:nvSpPr>
        <p:spPr bwMode="auto">
          <a:xfrm>
            <a:off x="70866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7951" name="AutoShape 1039"/>
          <p:cNvSpPr>
            <a:spLocks noChangeArrowheads="1"/>
          </p:cNvSpPr>
          <p:nvPr/>
        </p:nvSpPr>
        <p:spPr bwMode="auto">
          <a:xfrm>
            <a:off x="0" y="1981200"/>
            <a:ext cx="1676400" cy="1143000"/>
          </a:xfrm>
          <a:prstGeom prst="wedgeEllipseCallout">
            <a:avLst>
              <a:gd name="adj1" fmla="val 80870"/>
              <a:gd name="adj2" fmla="val 475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/>
            <a:endParaRPr lang="cs-CZ" sz="2000" u="none">
              <a:latin typeface="Times New Roman" pitchFamily="18" charset="0"/>
            </a:endParaRPr>
          </a:p>
        </p:txBody>
      </p:sp>
      <p:sp>
        <p:nvSpPr>
          <p:cNvPr id="167952" name="Text Box 1040"/>
          <p:cNvSpPr txBox="1">
            <a:spLocks noChangeArrowheads="1"/>
          </p:cNvSpPr>
          <p:nvPr/>
        </p:nvSpPr>
        <p:spPr bwMode="auto">
          <a:xfrm>
            <a:off x="-152400" y="2057400"/>
            <a:ext cx="1905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sk-SK" b="1" u="none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S</a:t>
            </a:r>
            <a:r>
              <a:rPr lang="en-US" b="1" u="none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te</a:t>
            </a:r>
            <a:r>
              <a:rPr lang="en-US" b="1" u="none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 </a:t>
            </a:r>
            <a:endParaRPr lang="en-US" b="1" u="none" dirty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  <a:p>
            <a:pPr algn="ctr" eaLnBrk="1" hangingPunct="1"/>
            <a:r>
              <a:rPr lang="en-US" b="1" u="none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v </a:t>
            </a:r>
            <a:r>
              <a:rPr lang="en-US" b="1" u="none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po</a:t>
            </a:r>
            <a:r>
              <a:rPr lang="sk-SK" b="1" u="none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ria</a:t>
            </a:r>
            <a:r>
              <a:rPr lang="en-US" b="1" u="none" dirty="0" err="1" smtClean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dku</a:t>
            </a:r>
            <a:r>
              <a:rPr lang="en-US" b="1" u="none" dirty="0">
                <a:effectLst>
                  <a:outerShdw blurRad="38100" dist="38100" dir="2700000" algn="tl">
                    <a:srgbClr val="FFFFFF"/>
                  </a:outerShdw>
                </a:effectLst>
                <a:latin typeface="Times New Roman" pitchFamily="18" charset="0"/>
              </a:rPr>
              <a:t>?</a:t>
            </a:r>
          </a:p>
        </p:txBody>
      </p:sp>
      <p:sp>
        <p:nvSpPr>
          <p:cNvPr id="167953" name="Text Box 1041"/>
          <p:cNvSpPr txBox="1">
            <a:spLocks noChangeArrowheads="1"/>
          </p:cNvSpPr>
          <p:nvPr/>
        </p:nvSpPr>
        <p:spPr bwMode="auto">
          <a:xfrm>
            <a:off x="0" y="5842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Kontrola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dom</a:t>
            </a:r>
            <a:r>
              <a:rPr lang="sk-SK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7954" name="Text Box 1042"/>
          <p:cNvSpPr txBox="1">
            <a:spLocks noChangeArrowheads="1"/>
          </p:cNvSpPr>
          <p:nvPr/>
        </p:nvSpPr>
        <p:spPr bwMode="auto">
          <a:xfrm>
            <a:off x="3916363" y="2743200"/>
            <a:ext cx="5251759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FF0000"/>
              </a:buClr>
            </a:pPr>
            <a:endParaRPr lang="en-US" sz="18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buClr>
                <a:srgbClr val="FF0000"/>
              </a:buClr>
              <a:buFontTx/>
              <a:buChar char="•"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Znov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zkontrolujte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algn="ctr" eaLnBrk="1" hangingPunct="1">
              <a:buClr>
                <a:srgbClr val="FF0000"/>
              </a:buClr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či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je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osoba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</a:p>
          <a:p>
            <a:pPr algn="ctr" eaLnBrk="1" hangingPunct="1">
              <a:buClr>
                <a:srgbClr val="FF0000"/>
              </a:buClr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v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bezv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domí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5" name="Obrázek 14" descr="logo certifikat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89" fill="hold"/>
                                        <p:tgtEl>
                                          <p:spTgt spid="1679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89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89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7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7948"/>
                </p:tgtEl>
              </p:cMediaNode>
            </p:audio>
          </p:childTnLst>
        </p:cTn>
      </p:par>
    </p:tnLst>
    <p:bldLst>
      <p:bldP spid="167946" grpId="0" autoUpdateAnimBg="0"/>
      <p:bldP spid="167949" grpId="0" animBg="1"/>
      <p:bldP spid="16795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2"/>
          <p:cNvSpPr txBox="1">
            <a:spLocks noChangeArrowheads="1"/>
          </p:cNvSpPr>
          <p:nvPr/>
        </p:nvSpPr>
        <p:spPr bwMode="auto">
          <a:xfrm>
            <a:off x="4073525" y="2335213"/>
            <a:ext cx="521335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0800" dir="108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FF0000"/>
              </a:buClr>
              <a:buFontTx/>
              <a:buChar char="•"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Uist</a:t>
            </a:r>
            <a:r>
              <a:rPr lang="sk-SK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4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že</a:t>
            </a: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sa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dovolal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EMS/L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sku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pomoc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buClr>
                <a:srgbClr val="FF0000"/>
              </a:buClr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(v 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RLP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08555" name="Text Box 11"/>
          <p:cNvSpPr txBox="1">
            <a:spLocks noChangeArrowheads="1"/>
          </p:cNvSpPr>
          <p:nvPr/>
        </p:nvSpPr>
        <p:spPr bwMode="auto">
          <a:xfrm>
            <a:off x="0" y="650875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Je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pomoc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cest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08572" name="Picture 9669190" descr="\\Cathy\etx share\OptZOLL AED Plus Training 5 1 02\EFCACT1\S42Picture 9669190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" y="1676400"/>
            <a:ext cx="3454400" cy="4953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graphicFrame>
        <p:nvGraphicFramePr>
          <p:cNvPr id="275456" name="Object 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305800" y="5486400"/>
          <a:ext cx="24447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57" name="Sound Recorder Document" r:id="rId6" imgW="243706" imgH="243706" progId="">
                  <p:embed/>
                </p:oleObj>
              </mc:Choice>
              <mc:Fallback>
                <p:oleObj name="Sound Recorder Document" r:id="rId6" imgW="243706" imgH="243706" progId="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486400"/>
                        <a:ext cx="24447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8576" name="Group 3"/>
          <p:cNvGrpSpPr>
            <a:grpSpLocks/>
          </p:cNvGrpSpPr>
          <p:nvPr/>
        </p:nvGrpSpPr>
        <p:grpSpPr bwMode="auto">
          <a:xfrm>
            <a:off x="6934200" y="5105400"/>
            <a:ext cx="1831975" cy="1524000"/>
            <a:chOff x="4368" y="3216"/>
            <a:chExt cx="1154" cy="960"/>
          </a:xfrm>
        </p:grpSpPr>
        <p:pic>
          <p:nvPicPr>
            <p:cNvPr id="108577" name="Object 4" descr="c:\windows\TEMP\npo00004e.tmp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4368" y="3216"/>
              <a:ext cx="1152" cy="96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grpSp>
          <p:nvGrpSpPr>
            <p:cNvPr id="108578" name="Group 34"/>
            <p:cNvGrpSpPr>
              <a:grpSpLocks/>
            </p:cNvGrpSpPr>
            <p:nvPr/>
          </p:nvGrpSpPr>
          <p:grpSpPr bwMode="auto">
            <a:xfrm>
              <a:off x="5376" y="4031"/>
              <a:ext cx="146" cy="145"/>
              <a:chOff x="1918" y="1343"/>
              <a:chExt cx="146" cy="145"/>
            </a:xfrm>
          </p:grpSpPr>
          <p:sp>
            <p:nvSpPr>
              <p:cNvPr id="108579" name="Rectangle 35"/>
              <p:cNvSpPr>
                <a:spLocks noChangeArrowheads="1"/>
              </p:cNvSpPr>
              <p:nvPr/>
            </p:nvSpPr>
            <p:spPr bwMode="auto">
              <a:xfrm>
                <a:off x="1920" y="1392"/>
                <a:ext cx="144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108580" name="Oval 36"/>
              <p:cNvSpPr>
                <a:spLocks noChangeArrowheads="1"/>
              </p:cNvSpPr>
              <p:nvPr/>
            </p:nvSpPr>
            <p:spPr bwMode="auto">
              <a:xfrm rot="553435">
                <a:off x="1918" y="1343"/>
                <a:ext cx="97" cy="94"/>
              </a:xfrm>
              <a:prstGeom prst="ellipse">
                <a:avLst/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k-SK"/>
              </a:p>
            </p:txBody>
          </p:sp>
          <p:sp>
            <p:nvSpPr>
              <p:cNvPr id="108581" name="Rectangle 37"/>
              <p:cNvSpPr>
                <a:spLocks noChangeArrowheads="1"/>
              </p:cNvSpPr>
              <p:nvPr/>
            </p:nvSpPr>
            <p:spPr bwMode="auto">
              <a:xfrm rot="2081710">
                <a:off x="1963" y="1357"/>
                <a:ext cx="96" cy="48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sk-SK"/>
              </a:p>
            </p:txBody>
          </p:sp>
        </p:grpSp>
      </p:grpSp>
      <p:sp>
        <p:nvSpPr>
          <p:cNvPr id="108582" name="Oval 38"/>
          <p:cNvSpPr>
            <a:spLocks noChangeArrowheads="1"/>
          </p:cNvSpPr>
          <p:nvPr/>
        </p:nvSpPr>
        <p:spPr bwMode="auto">
          <a:xfrm>
            <a:off x="70104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3" name="Obrázek 12" descr="logo certifikat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ll_Hel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8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2"/>
          <p:cNvSpPr txBox="1">
            <a:spLocks noChangeArrowheads="1"/>
          </p:cNvSpPr>
          <p:nvPr/>
        </p:nvSpPr>
        <p:spPr bwMode="auto">
          <a:xfrm>
            <a:off x="4343400" y="2209800"/>
            <a:ext cx="5029200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9693903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Má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prázdn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ústa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?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inak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vyčisti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brať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protézu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apod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Zakloňte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hlavu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 </a:t>
            </a:r>
          </a:p>
          <a:p>
            <a:pPr eaLnBrk="1" hangingPunct="1">
              <a:buClr>
                <a:srgbClr val="FF0000"/>
              </a:buClr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izv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sk-SK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bradu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09594" name="Picture 3965874" descr="\\Cathy\etx share\OptZOLL AED Plus Training 5 1 02\EFCACT1\S43Picture 3965874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5105400"/>
            <a:ext cx="1828800" cy="14605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09576" name="Rectangle 8"/>
          <p:cNvSpPr>
            <a:spLocks noChangeArrowheads="1"/>
          </p:cNvSpPr>
          <p:nvPr/>
        </p:nvSpPr>
        <p:spPr bwMode="auto">
          <a:xfrm>
            <a:off x="6934200" y="63246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09577" name="Line 9"/>
          <p:cNvSpPr>
            <a:spLocks noChangeShapeType="1"/>
          </p:cNvSpPr>
          <p:nvPr/>
        </p:nvSpPr>
        <p:spPr bwMode="auto">
          <a:xfrm>
            <a:off x="6934200" y="6553200"/>
            <a:ext cx="152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09580" name="Text Box 12"/>
          <p:cNvSpPr txBox="1">
            <a:spLocks noChangeArrowheads="1"/>
          </p:cNvSpPr>
          <p:nvPr/>
        </p:nvSpPr>
        <p:spPr bwMode="auto">
          <a:xfrm>
            <a:off x="0" y="762000"/>
            <a:ext cx="9144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5400" b="1" dirty="0" err="1" smtClean="0">
                <a:solidFill>
                  <a:srgbClr val="FF0000"/>
                </a:solidFill>
              </a:rPr>
              <a:t>Uvo</a:t>
            </a:r>
            <a:r>
              <a:rPr lang="sk-SK" sz="5400" b="1" dirty="0" smtClean="0">
                <a:solidFill>
                  <a:srgbClr val="FF0000"/>
                </a:solidFill>
              </a:rPr>
              <a:t>ľ</a:t>
            </a:r>
            <a:r>
              <a:rPr lang="en-US" sz="5400" b="1" dirty="0" smtClean="0">
                <a:solidFill>
                  <a:srgbClr val="FF0000"/>
                </a:solidFill>
              </a:rPr>
              <a:t>n</a:t>
            </a:r>
            <a:r>
              <a:rPr lang="sk-SK" sz="5400" b="1" dirty="0" smtClean="0">
                <a:solidFill>
                  <a:srgbClr val="FF0000"/>
                </a:solidFill>
              </a:rPr>
              <a:t>i</a:t>
            </a:r>
            <a:r>
              <a:rPr lang="en-US" sz="5400" b="1" dirty="0" err="1" smtClean="0">
                <a:solidFill>
                  <a:srgbClr val="FF0000"/>
                </a:solidFill>
              </a:rPr>
              <a:t>te</a:t>
            </a:r>
            <a:r>
              <a:rPr lang="en-US" sz="5400" b="1" dirty="0" smtClean="0">
                <a:solidFill>
                  <a:srgbClr val="FF0000"/>
                </a:solidFill>
              </a:rPr>
              <a:t> </a:t>
            </a:r>
            <a:r>
              <a:rPr lang="en-US" sz="5400" b="1" dirty="0" err="1" smtClean="0">
                <a:solidFill>
                  <a:srgbClr val="FF0000"/>
                </a:solidFill>
              </a:rPr>
              <a:t>dýchac</a:t>
            </a:r>
            <a:r>
              <a:rPr lang="sk-SK" sz="5400" b="1" dirty="0" err="1" smtClean="0">
                <a:solidFill>
                  <a:srgbClr val="FF0000"/>
                </a:solidFill>
              </a:rPr>
              <a:t>ie</a:t>
            </a:r>
            <a:r>
              <a:rPr lang="en-US" sz="5400" b="1" dirty="0" smtClean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cesty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109578" name="Oval 10"/>
          <p:cNvSpPr>
            <a:spLocks noChangeArrowheads="1"/>
          </p:cNvSpPr>
          <p:nvPr/>
        </p:nvSpPr>
        <p:spPr bwMode="auto">
          <a:xfrm>
            <a:off x="85344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09595" name="Picture 3505937" descr="\\Cathy\etx share\OptZOLL AED Plus Training 5 1 02\EFCACT1\S43Picture 3505937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2209800"/>
            <a:ext cx="4038600" cy="31242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9" name="Obrázek 8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637" name="Picture 45">
            <a:hlinkClick r:id="" action="ppaction://media"/>
          </p:cNvPr>
          <p:cNvPicPr>
            <a:picLocks noRot="1" noChangeAspect="1" noChangeArrowheads="1"/>
          </p:cNvPicPr>
          <p:nvPr>
            <a:wavAudioFile r:embed="rId1" name="Check_Breathing.wav"/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458200" y="5486400"/>
            <a:ext cx="152400" cy="152400"/>
          </a:xfrm>
          <a:prstGeom prst="rect">
            <a:avLst/>
          </a:prstGeom>
          <a:noFill/>
        </p:spPr>
      </p:pic>
      <p:pic>
        <p:nvPicPr>
          <p:cNvPr id="110632" name="Picture 1088139" descr="\\Cathy\etx share\OptZOLL AED Plus Training 5 1 02\EFCACT1\S44Picture 1088139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39000" y="5486400"/>
            <a:ext cx="2413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0633" name="Picture 2816938" descr="\\Cathy\etx share\OptZOLL AED Plus Training 5 1 02\EFCACT1\S44Picture 2816938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34200" y="5156200"/>
            <a:ext cx="1828800" cy="14605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0621" name="Rectangle 29"/>
          <p:cNvSpPr>
            <a:spLocks noChangeArrowheads="1"/>
          </p:cNvSpPr>
          <p:nvPr/>
        </p:nvSpPr>
        <p:spPr bwMode="auto">
          <a:xfrm>
            <a:off x="6934200" y="6380163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0622" name="Line 30"/>
          <p:cNvSpPr>
            <a:spLocks noChangeShapeType="1"/>
          </p:cNvSpPr>
          <p:nvPr/>
        </p:nvSpPr>
        <p:spPr bwMode="auto">
          <a:xfrm>
            <a:off x="6934200" y="6608763"/>
            <a:ext cx="152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0594" name="Text Box 2"/>
          <p:cNvSpPr txBox="1">
            <a:spLocks noChangeArrowheads="1"/>
          </p:cNvSpPr>
          <p:nvPr/>
        </p:nvSpPr>
        <p:spPr bwMode="auto">
          <a:xfrm>
            <a:off x="5072063" y="5059363"/>
            <a:ext cx="2143125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3806097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cs-CZ" sz="2200" b="1" u="none">
              <a:latin typeface="Univers Condensed" pitchFamily="34" charset="0"/>
            </a:endParaRPr>
          </a:p>
        </p:txBody>
      </p:sp>
      <p:sp>
        <p:nvSpPr>
          <p:cNvPr id="110595" name="Text Box 3"/>
          <p:cNvSpPr txBox="1">
            <a:spLocks noChangeArrowheads="1"/>
          </p:cNvSpPr>
          <p:nvPr/>
        </p:nvSpPr>
        <p:spPr bwMode="auto">
          <a:xfrm>
            <a:off x="381000" y="2133600"/>
            <a:ext cx="3821880" cy="2185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4053" dir="8942175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4800" b="1" u="none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Poh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ľa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endParaRPr lang="en-US" sz="44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44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Posl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endParaRPr lang="en-US" sz="44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44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Cíti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výd</a:t>
            </a:r>
            <a:r>
              <a:rPr lang="sk-SK" sz="4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4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endParaRPr lang="en-US" sz="44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0634" name="Picture 2850268" descr="\\Cathy\etx share\OptZOLL AED Plus Training 5 1 02\EFCACT1\S44Picture 2850268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14800" y="1905000"/>
            <a:ext cx="4572000" cy="2921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0605" name="Text Box 13"/>
          <p:cNvSpPr txBox="1">
            <a:spLocks noChangeArrowheads="1"/>
          </p:cNvSpPr>
          <p:nvPr/>
        </p:nvSpPr>
        <p:spPr bwMode="auto">
          <a:xfrm>
            <a:off x="990600" y="762000"/>
            <a:ext cx="70104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err="1">
                <a:solidFill>
                  <a:srgbClr val="FF0000"/>
                </a:solidFill>
              </a:rPr>
              <a:t>Zkontrolujte</a:t>
            </a:r>
            <a:r>
              <a:rPr lang="en-US" sz="4400" b="1" dirty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dých</a:t>
            </a:r>
            <a:r>
              <a:rPr lang="sk-SK" sz="4400" b="1" dirty="0" smtClean="0">
                <a:solidFill>
                  <a:srgbClr val="FF0000"/>
                </a:solidFill>
              </a:rPr>
              <a:t>a</a:t>
            </a:r>
            <a:r>
              <a:rPr lang="en-US" sz="4400" b="1" dirty="0" smtClean="0">
                <a:solidFill>
                  <a:srgbClr val="FF0000"/>
                </a:solidFill>
              </a:rPr>
              <a:t>n</a:t>
            </a:r>
            <a:r>
              <a:rPr lang="sk-SK" sz="4400" b="1" dirty="0" err="1" smtClean="0">
                <a:solidFill>
                  <a:srgbClr val="FF0000"/>
                </a:solidFill>
              </a:rPr>
              <a:t>ie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110603" name="Oval 11"/>
          <p:cNvSpPr>
            <a:spLocks noChangeArrowheads="1"/>
          </p:cNvSpPr>
          <p:nvPr/>
        </p:nvSpPr>
        <p:spPr bwMode="auto">
          <a:xfrm>
            <a:off x="8534400" y="52578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2" name="Obrázek 11" descr="logo certifikat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67" fill="hold"/>
                                        <p:tgtEl>
                                          <p:spTgt spid="1106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7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0637"/>
                </p:tgtEl>
              </p:cMediaNode>
            </p:audio>
          </p:childTnLst>
        </p:cTn>
      </p:par>
    </p:tnLst>
    <p:bldLst>
      <p:bldP spid="11060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6" name="Picture 16">
            <a:hlinkClick r:id="" action="ppaction://media"/>
          </p:cNvPr>
          <p:cNvPicPr>
            <a:picLocks noRot="1" noChangeAspect="1" noChangeArrowheads="1"/>
          </p:cNvPicPr>
          <p:nvPr>
            <a:wavAudioFile r:embed="rId1" name="Check_Circulation.wav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62600" y="3124200"/>
            <a:ext cx="304800" cy="304800"/>
          </a:xfrm>
          <a:prstGeom prst="rect">
            <a:avLst/>
          </a:prstGeom>
          <a:noFill/>
        </p:spPr>
      </p:pic>
      <p:pic>
        <p:nvPicPr>
          <p:cNvPr id="112664" name="Picture 2014186" descr="\\Cathy\etx share\OptZOLL AED Plus Training 5 1 02\EFCACT1\S46Picture 201418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53000" y="2514600"/>
            <a:ext cx="3733800" cy="279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1339850" y="2936875"/>
            <a:ext cx="1635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u="none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228600" y="2695575"/>
            <a:ext cx="683232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75000"/>
              </a:lnSpc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Je v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bezv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domí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nevním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Nereaguje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Nemá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normáln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Nemá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ž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pohyb</a:t>
            </a:r>
            <a:r>
              <a:rPr lang="en-US" sz="3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</a:p>
          <a:p>
            <a:pPr eaLnBrk="1" hangingPunct="1">
              <a:lnSpc>
                <a:spcPct val="75000"/>
              </a:lnSpc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krčn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tepn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</a:pP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Potom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znova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zah</a:t>
            </a:r>
            <a:r>
              <a:rPr lang="sk-SK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áj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úplnu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KPR </a:t>
            </a:r>
          </a:p>
          <a:p>
            <a:pPr eaLnBrk="1" hangingPunct="1">
              <a:lnSpc>
                <a:spcPct val="75000"/>
              </a:lnSpc>
              <a:buClr>
                <a:srgbClr val="FF0000"/>
              </a:buClr>
            </a:pP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masáž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laici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5000"/>
              </a:lnSpc>
              <a:buClr>
                <a:srgbClr val="FF0000"/>
              </a:buClr>
            </a:pP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   30 : 2</a:t>
            </a:r>
          </a:p>
          <a:p>
            <a:pPr eaLnBrk="1" hangingPunct="1">
              <a:lnSpc>
                <a:spcPct val="75000"/>
              </a:lnSpc>
              <a:buClr>
                <a:srgbClr val="FF0000"/>
              </a:buClr>
            </a:pP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až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do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obnovy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plného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ania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2665" name="Picture 5005075" descr="\\Cathy\etx share\OptZOLL AED Plus Training 5 1 02\EFCACT1\S46Picture 5005075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83400" y="5029200"/>
            <a:ext cx="1790700" cy="1447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2650" name="Rectangle 10"/>
          <p:cNvSpPr>
            <a:spLocks noChangeArrowheads="1"/>
          </p:cNvSpPr>
          <p:nvPr/>
        </p:nvSpPr>
        <p:spPr bwMode="auto">
          <a:xfrm>
            <a:off x="6891338" y="5029200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2651" name="Oval 11"/>
          <p:cNvSpPr>
            <a:spLocks noChangeArrowheads="1"/>
          </p:cNvSpPr>
          <p:nvPr/>
        </p:nvSpPr>
        <p:spPr bwMode="auto">
          <a:xfrm>
            <a:off x="6934200" y="51054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2652" name="Text Box 12"/>
          <p:cNvSpPr txBox="1">
            <a:spLocks noChangeArrowheads="1"/>
          </p:cNvSpPr>
          <p:nvPr/>
        </p:nvSpPr>
        <p:spPr bwMode="auto">
          <a:xfrm>
            <a:off x="457200" y="762000"/>
            <a:ext cx="8077200" cy="143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b="1" i="1" u="none" dirty="0" smtClean="0">
                <a:solidFill>
                  <a:srgbClr val="FF0000"/>
                </a:solidFill>
              </a:rPr>
              <a:t>H</a:t>
            </a:r>
            <a:r>
              <a:rPr lang="sk-SK" sz="4000" b="1" i="1" u="none" dirty="0" smtClean="0">
                <a:solidFill>
                  <a:srgbClr val="FF0000"/>
                </a:solidFill>
              </a:rPr>
              <a:t>ľa</a:t>
            </a:r>
            <a:r>
              <a:rPr lang="en-US" sz="4000" b="1" i="1" u="none" dirty="0" smtClean="0">
                <a:solidFill>
                  <a:srgbClr val="FF0000"/>
                </a:solidFill>
              </a:rPr>
              <a:t>d</a:t>
            </a:r>
            <a:r>
              <a:rPr lang="sk-SK" sz="4000" b="1" i="1" u="none" dirty="0" smtClean="0">
                <a:solidFill>
                  <a:srgbClr val="FF0000"/>
                </a:solidFill>
              </a:rPr>
              <a:t>a</a:t>
            </a:r>
            <a:r>
              <a:rPr lang="en-US" sz="4000" b="1" i="1" u="none" dirty="0" err="1" smtClean="0">
                <a:solidFill>
                  <a:srgbClr val="FF0000"/>
                </a:solidFill>
              </a:rPr>
              <a:t>jte</a:t>
            </a:r>
            <a:r>
              <a:rPr lang="en-US" sz="4000" b="1" i="1" u="none" dirty="0" smtClean="0">
                <a:solidFill>
                  <a:srgbClr val="FF0000"/>
                </a:solidFill>
              </a:rPr>
              <a:t> </a:t>
            </a:r>
            <a:r>
              <a:rPr lang="en-US" sz="4000" b="1" i="1" u="none" dirty="0">
                <a:solidFill>
                  <a:srgbClr val="FF0000"/>
                </a:solidFill>
              </a:rPr>
              <a:t>(</a:t>
            </a:r>
            <a:r>
              <a:rPr lang="en-US" sz="4000" b="1" i="1" u="none" dirty="0" err="1" smtClean="0">
                <a:solidFill>
                  <a:srgbClr val="FF0000"/>
                </a:solidFill>
              </a:rPr>
              <a:t>nov</a:t>
            </a:r>
            <a:r>
              <a:rPr lang="sk-SK" sz="4000" b="1" i="1" u="none" dirty="0" smtClean="0">
                <a:solidFill>
                  <a:srgbClr val="FF0000"/>
                </a:solidFill>
              </a:rPr>
              <a:t>é</a:t>
            </a:r>
            <a:r>
              <a:rPr lang="en-US" sz="4000" b="1" i="1" u="none" dirty="0" smtClean="0">
                <a:solidFill>
                  <a:srgbClr val="FF0000"/>
                </a:solidFill>
              </a:rPr>
              <a:t>) </a:t>
            </a:r>
            <a:r>
              <a:rPr lang="en-US" sz="4000" b="1" i="1" u="none" dirty="0" err="1" smtClean="0">
                <a:solidFill>
                  <a:srgbClr val="FF0000"/>
                </a:solidFill>
              </a:rPr>
              <a:t>nep</a:t>
            </a:r>
            <a:r>
              <a:rPr lang="sk-SK" sz="4000" b="1" i="1" u="none" dirty="0" err="1" smtClean="0">
                <a:solidFill>
                  <a:srgbClr val="FF0000"/>
                </a:solidFill>
              </a:rPr>
              <a:t>ria</a:t>
            </a:r>
            <a:r>
              <a:rPr lang="en-US" sz="4000" b="1" i="1" u="none" dirty="0" smtClean="0">
                <a:solidFill>
                  <a:srgbClr val="FF0000"/>
                </a:solidFill>
              </a:rPr>
              <a:t>m</a:t>
            </a:r>
            <a:r>
              <a:rPr lang="sk-SK" sz="4000" b="1" i="1" u="none" dirty="0" smtClean="0">
                <a:solidFill>
                  <a:srgbClr val="FF0000"/>
                </a:solidFill>
              </a:rPr>
              <a:t>e</a:t>
            </a:r>
            <a:r>
              <a:rPr lang="en-US" sz="4000" b="1" dirty="0">
                <a:solidFill>
                  <a:srgbClr val="FF0000"/>
                </a:solidFill>
              </a:rPr>
              <a:t/>
            </a:r>
            <a:br>
              <a:rPr lang="en-US" sz="4000" b="1" dirty="0">
                <a:solidFill>
                  <a:srgbClr val="FF0000"/>
                </a:solidFill>
              </a:rPr>
            </a:br>
            <a:r>
              <a:rPr lang="en-US" sz="4800" b="1" dirty="0" smtClean="0">
                <a:solidFill>
                  <a:srgbClr val="FF0000"/>
                </a:solidFill>
              </a:rPr>
              <a:t>P</a:t>
            </a:r>
            <a:r>
              <a:rPr lang="sk-SK" sz="4800" b="1" dirty="0" smtClean="0">
                <a:solidFill>
                  <a:srgbClr val="FF0000"/>
                </a:solidFill>
              </a:rPr>
              <a:t>r</a:t>
            </a:r>
            <a:r>
              <a:rPr lang="en-US" sz="4800" b="1" dirty="0" err="1" smtClean="0">
                <a:solidFill>
                  <a:srgbClr val="FF0000"/>
                </a:solidFill>
              </a:rPr>
              <a:t>íznaky</a:t>
            </a:r>
            <a:r>
              <a:rPr lang="en-US" sz="4800" b="1" dirty="0" smtClean="0">
                <a:solidFill>
                  <a:srgbClr val="FF0000"/>
                </a:solidFill>
              </a:rPr>
              <a:t> ob</a:t>
            </a:r>
            <a:r>
              <a:rPr lang="sk-SK" sz="4800" b="1" dirty="0" smtClean="0">
                <a:solidFill>
                  <a:srgbClr val="FF0000"/>
                </a:solidFill>
              </a:rPr>
              <a:t>e</a:t>
            </a:r>
            <a:r>
              <a:rPr lang="en-US" sz="4800" b="1" dirty="0" err="1" smtClean="0">
                <a:solidFill>
                  <a:srgbClr val="FF0000"/>
                </a:solidFill>
              </a:rPr>
              <a:t>hu</a:t>
            </a:r>
            <a:endParaRPr lang="en-US" sz="4800" b="1" dirty="0">
              <a:solidFill>
                <a:srgbClr val="FF0000"/>
              </a:solidFill>
            </a:endParaRPr>
          </a:p>
        </p:txBody>
      </p:sp>
      <p:pic>
        <p:nvPicPr>
          <p:cNvPr id="10" name="Obrázek 9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526" fill="hold"/>
                                        <p:tgtEl>
                                          <p:spTgt spid="1126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656"/>
                </p:tgtEl>
              </p:cMediaNode>
            </p:audio>
          </p:childTnLst>
        </p:cTn>
      </p:par>
    </p:tnLst>
    <p:bldLst>
      <p:bldP spid="11265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0" y="1676400"/>
            <a:ext cx="5586786" cy="320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5000"/>
              </a:lnSpc>
              <a:buClr>
                <a:srgbClr val="FF0000"/>
              </a:buClr>
              <a:buFontTx/>
              <a:buChar char="•"/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Um</a:t>
            </a:r>
            <a:r>
              <a:rPr lang="sk-SK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tni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dýchac</a:t>
            </a:r>
            <a:r>
              <a:rPr lang="sk-SK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iu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šku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endParaRPr lang="en-US" sz="36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85000"/>
              </a:lnSpc>
              <a:buClr>
                <a:srgbClr val="FF0000"/>
              </a:buClr>
              <a:buSzPct val="105000"/>
              <a:buFontTx/>
              <a:buChar char="•"/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tlačíme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pacientovi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nos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2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  <a:buFontTx/>
              <a:buChar char="•"/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Zhlboka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nad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ý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chn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endParaRPr lang="en-US" sz="32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05000"/>
            </a:pPr>
            <a:endParaRPr lang="en-US" sz="1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0000"/>
              </a:lnSpc>
              <a:buClr>
                <a:srgbClr val="FF0000"/>
              </a:buClr>
              <a:buSzPct val="105000"/>
              <a:buFontTx/>
              <a:buChar char="•"/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itiskn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svoje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ústa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eaLnBrk="1" hangingPunct="1">
              <a:lnSpc>
                <a:spcPct val="95000"/>
              </a:lnSpc>
              <a:buClr>
                <a:srgbClr val="FF0000"/>
              </a:buClr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sz="32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pacientov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sn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  <a:endParaRPr lang="en-US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95000"/>
              </a:lnSpc>
              <a:buClr>
                <a:srgbClr val="FF0000"/>
              </a:buClr>
              <a:buSzPct val="125000"/>
              <a:buFontTx/>
              <a:buChar char="•"/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veďte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vd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chy</a:t>
            </a:r>
            <a:endParaRPr lang="en-US" sz="3200" u="none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70000"/>
              </a:lnSpc>
              <a:buClr>
                <a:srgbClr val="FF0000"/>
              </a:buClr>
            </a:pPr>
            <a:r>
              <a:rPr lang="en-US" sz="32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(Po 1. 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znovu</a:t>
            </a:r>
            <a:r>
              <a:rPr lang="en-US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nad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ý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chn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152400" y="0"/>
            <a:ext cx="4442242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85000"/>
              </a:lnSpc>
              <a:buClr>
                <a:srgbClr val="FF0000"/>
              </a:buClr>
            </a:pP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…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nen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jdete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endParaRPr lang="en-US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/>
            <a:endParaRPr lang="en-US" b="1" u="none" dirty="0">
              <a:solidFill>
                <a:schemeClr val="bg1"/>
              </a:solidFill>
            </a:endParaRPr>
          </a:p>
        </p:txBody>
      </p:sp>
      <p:sp>
        <p:nvSpPr>
          <p:cNvPr id="163844" name="Text Box 4"/>
          <p:cNvSpPr txBox="1">
            <a:spLocks noChangeArrowheads="1"/>
          </p:cNvSpPr>
          <p:nvPr/>
        </p:nvSpPr>
        <p:spPr bwMode="auto">
          <a:xfrm>
            <a:off x="152400" y="685800"/>
            <a:ext cx="5638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veďte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63859" name="Picture 7861513" descr="\\Cathy\etx share\OptZOLL AED Plus Training 5 1 02\EFCACT1\S45Picture 786151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200" y="5105400"/>
            <a:ext cx="1828800" cy="14605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63848" name="Rectangle 8"/>
          <p:cNvSpPr>
            <a:spLocks noChangeArrowheads="1"/>
          </p:cNvSpPr>
          <p:nvPr/>
        </p:nvSpPr>
        <p:spPr bwMode="auto">
          <a:xfrm>
            <a:off x="6934200" y="6380163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63849" name="Line 9"/>
          <p:cNvSpPr>
            <a:spLocks noChangeShapeType="1"/>
          </p:cNvSpPr>
          <p:nvPr/>
        </p:nvSpPr>
        <p:spPr bwMode="auto">
          <a:xfrm>
            <a:off x="6934200" y="6608763"/>
            <a:ext cx="152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63850" name="Oval 10"/>
          <p:cNvSpPr>
            <a:spLocks noChangeArrowheads="1"/>
          </p:cNvSpPr>
          <p:nvPr/>
        </p:nvSpPr>
        <p:spPr bwMode="auto">
          <a:xfrm>
            <a:off x="8534400" y="52578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63860" name="Picture 5835131" descr="\\Cathy\etx share\OptZOLL AED Plus Training 5 1 02\EFCACT1\S45Picture 5835131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67400" y="152400"/>
            <a:ext cx="2335213" cy="33528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63861" name="Picture 2152620" descr="\\Cathy\etx share\OptZOLL AED Plus Training 5 1 02\EFCACT1\S45Picture 2152620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67200" y="3200400"/>
            <a:ext cx="2400300" cy="3429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63862" name="Picture 2983174" descr="\\Cathy\etx share\OptZOLL AED Plus Training 5 1 02\EFCACT1\S45Picture 2983174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743700" y="3200400"/>
            <a:ext cx="2400300" cy="3429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218" name="Picture 8184826" descr="\\Cathy\etx share\OptZOLL AED Plus Training 5 1 02\EFCACT1\S52Picture 818482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47800" y="1600200"/>
            <a:ext cx="5105400" cy="3505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265222" name="Picture 6560749" descr="\\Cathy\etx share\OptZOLL AED Plus Training 5 1 02\EFCACT1\S52Picture 6560749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10400" y="5105400"/>
            <a:ext cx="17526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265223" name="Rectangle 7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265224" name="Oval 8"/>
          <p:cNvSpPr>
            <a:spLocks noChangeArrowheads="1"/>
          </p:cNvSpPr>
          <p:nvPr/>
        </p:nvSpPr>
        <p:spPr bwMode="auto">
          <a:xfrm>
            <a:off x="70866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265225" name="Text Box 9"/>
          <p:cNvSpPr txBox="1">
            <a:spLocks noChangeArrowheads="1"/>
          </p:cNvSpPr>
          <p:nvPr/>
        </p:nvSpPr>
        <p:spPr bwMode="auto">
          <a:xfrm>
            <a:off x="228600" y="609600"/>
            <a:ext cx="8686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b="1" u="none" dirty="0" smtClean="0">
                <a:solidFill>
                  <a:srgbClr val="FF0000"/>
                </a:solidFill>
              </a:rPr>
              <a:t>Um</a:t>
            </a:r>
            <a:r>
              <a:rPr lang="sk-SK" sz="4400" b="1" u="none" dirty="0" err="1" smtClean="0">
                <a:solidFill>
                  <a:srgbClr val="FF0000"/>
                </a:solidFill>
              </a:rPr>
              <a:t>ie</a:t>
            </a:r>
            <a:r>
              <a:rPr lang="en-US" sz="4400" b="1" u="none" dirty="0" err="1" smtClean="0">
                <a:solidFill>
                  <a:srgbClr val="FF0000"/>
                </a:solidFill>
              </a:rPr>
              <a:t>st</a:t>
            </a:r>
            <a:r>
              <a:rPr lang="sk-SK" sz="4400" b="1" u="none" dirty="0" smtClean="0">
                <a:solidFill>
                  <a:srgbClr val="FF0000"/>
                </a:solidFill>
              </a:rPr>
              <a:t>nite</a:t>
            </a:r>
            <a:r>
              <a:rPr lang="en-US" sz="4400" b="1" u="none" dirty="0" smtClean="0">
                <a:solidFill>
                  <a:srgbClr val="FF0000"/>
                </a:solidFill>
              </a:rPr>
              <a:t> </a:t>
            </a:r>
            <a:r>
              <a:rPr lang="sk-SK" sz="4400" b="1" u="none" dirty="0">
                <a:solidFill>
                  <a:srgbClr val="FF0000"/>
                </a:solidFill>
              </a:rPr>
              <a:t>e</a:t>
            </a:r>
            <a:r>
              <a:rPr lang="sk-SK" sz="4400" b="1" u="none" dirty="0" smtClean="0">
                <a:solidFill>
                  <a:srgbClr val="FF0000"/>
                </a:solidFill>
              </a:rPr>
              <a:t>lektródy</a:t>
            </a:r>
            <a:endParaRPr lang="en-US" sz="4400" b="1" u="none" dirty="0">
              <a:solidFill>
                <a:srgbClr val="FF0000"/>
              </a:solidFill>
            </a:endParaRPr>
          </a:p>
        </p:txBody>
      </p:sp>
      <p:pic>
        <p:nvPicPr>
          <p:cNvPr id="7" name="Obrázek 6" descr="logo certifikat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ttach_Elect_Si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86" name="Picture 5939024" descr="\\Cathy\etx share\OptZOLL AED Plus Training 5 1 02\EFCACT1\S47Picture 5939024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447800"/>
            <a:ext cx="4572000" cy="508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3670" name="Line 6"/>
          <p:cNvSpPr>
            <a:spLocks noChangeShapeType="1"/>
          </p:cNvSpPr>
          <p:nvPr/>
        </p:nvSpPr>
        <p:spPr bwMode="auto">
          <a:xfrm flipH="1">
            <a:off x="3200400" y="3429000"/>
            <a:ext cx="2590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5026025" y="2590800"/>
            <a:ext cx="411760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KPR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m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ie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sto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pr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stl</a:t>
            </a:r>
            <a:r>
              <a:rPr lang="sk-SK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áčanie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Dáv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od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zvu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či 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je 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správn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endParaRPr lang="en-US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h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ĺ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bka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 </a:t>
            </a:r>
            <a:r>
              <a:rPr lang="en-US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r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ý</a:t>
            </a:r>
            <a:r>
              <a:rPr lang="en-US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chlos</a:t>
            </a:r>
            <a:r>
              <a:rPr lang="sk-SK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ť</a:t>
            </a:r>
            <a:endParaRPr lang="en-US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13673" name="Line 9"/>
          <p:cNvSpPr>
            <a:spLocks noChangeShapeType="1"/>
          </p:cNvSpPr>
          <p:nvPr/>
        </p:nvSpPr>
        <p:spPr bwMode="auto">
          <a:xfrm flipH="1">
            <a:off x="2362200" y="5562600"/>
            <a:ext cx="37338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3674" name="Text Box 10"/>
          <p:cNvSpPr txBox="1">
            <a:spLocks noChangeArrowheads="1"/>
          </p:cNvSpPr>
          <p:nvPr/>
        </p:nvSpPr>
        <p:spPr bwMode="auto">
          <a:xfrm>
            <a:off x="5143504" y="5286388"/>
            <a:ext cx="361695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en-US" sz="1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U 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ve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ľ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kého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18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pacienta</a:t>
            </a:r>
            <a:r>
              <a:rPr lang="en-US" sz="1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vyt</a:t>
            </a:r>
            <a:r>
              <a:rPr lang="sk-SK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iahni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te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endParaRPr lang="en-US" sz="1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červen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ú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paličku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1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 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elektr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ó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du </a:t>
            </a:r>
            <a:endParaRPr lang="en-US" sz="1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  <a:p>
            <a:pPr algn="ctr" eaLnBrk="1" hangingPunct="1"/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um</a:t>
            </a:r>
            <a:r>
              <a:rPr lang="sk-SK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iestni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te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v</a:t>
            </a:r>
            <a:r>
              <a:rPr lang="sk-SK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iac</a:t>
            </a:r>
            <a:r>
              <a:rPr lang="en-US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18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vpravo</a:t>
            </a:r>
            <a:r>
              <a:rPr lang="en-US" sz="1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1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dol</a:t>
            </a:r>
            <a:r>
              <a:rPr lang="sk-SK" sz="1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endParaRPr lang="en-US" sz="1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13676" name="Line 12"/>
          <p:cNvSpPr>
            <a:spLocks noChangeShapeType="1"/>
          </p:cNvSpPr>
          <p:nvPr/>
        </p:nvSpPr>
        <p:spPr bwMode="auto">
          <a:xfrm flipH="1">
            <a:off x="3048000" y="2057400"/>
            <a:ext cx="198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3677" name="Text Box 13"/>
          <p:cNvSpPr txBox="1">
            <a:spLocks noChangeArrowheads="1"/>
          </p:cNvSpPr>
          <p:nvPr/>
        </p:nvSpPr>
        <p:spPr bwMode="auto">
          <a:xfrm>
            <a:off x="5486400" y="1828800"/>
            <a:ext cx="26250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Pravá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elektr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ó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da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13679" name="Line 15"/>
          <p:cNvSpPr>
            <a:spLocks noChangeShapeType="1"/>
          </p:cNvSpPr>
          <p:nvPr/>
        </p:nvSpPr>
        <p:spPr bwMode="auto">
          <a:xfrm flipH="1">
            <a:off x="3886200" y="4876800"/>
            <a:ext cx="1371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3680" name="Text Box 16"/>
          <p:cNvSpPr txBox="1">
            <a:spLocks noChangeArrowheads="1"/>
          </p:cNvSpPr>
          <p:nvPr/>
        </p:nvSpPr>
        <p:spPr bwMode="auto">
          <a:xfrm>
            <a:off x="5562600" y="4648200"/>
            <a:ext cx="3067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Ľa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vá</a:t>
            </a:r>
            <a:r>
              <a:rPr lang="en-US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elektr</a:t>
            </a:r>
            <a:r>
              <a:rPr lang="sk-SK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ó</a:t>
            </a:r>
            <a:r>
              <a:rPr lang="en-US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da</a:t>
            </a:r>
            <a:endParaRPr lang="en-US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13681" name="Text Box 17"/>
          <p:cNvSpPr txBox="1">
            <a:spLocks noChangeArrowheads="1"/>
          </p:cNvSpPr>
          <p:nvPr/>
        </p:nvSpPr>
        <p:spPr bwMode="auto">
          <a:xfrm>
            <a:off x="457200" y="609600"/>
            <a:ext cx="8686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u="none" dirty="0" smtClean="0">
                <a:solidFill>
                  <a:srgbClr val="FF0000"/>
                </a:solidFill>
              </a:rPr>
              <a:t>ZOLL </a:t>
            </a:r>
            <a:r>
              <a:rPr lang="en-US" sz="4400" b="1" u="none" dirty="0" err="1" smtClean="0">
                <a:solidFill>
                  <a:srgbClr val="FF0000"/>
                </a:solidFill>
              </a:rPr>
              <a:t>unikátn</a:t>
            </a:r>
            <a:r>
              <a:rPr lang="sk-SK" sz="4400" b="1" u="none" dirty="0" smtClean="0">
                <a:solidFill>
                  <a:srgbClr val="FF0000"/>
                </a:solidFill>
              </a:rPr>
              <a:t>e</a:t>
            </a:r>
            <a:r>
              <a:rPr lang="en-US" sz="4400" b="1" u="none" dirty="0" smtClean="0">
                <a:solidFill>
                  <a:srgbClr val="FF0000"/>
                </a:solidFill>
              </a:rPr>
              <a:t> </a:t>
            </a:r>
            <a:r>
              <a:rPr lang="sk-SK" sz="4400" b="1" u="none" dirty="0" smtClean="0">
                <a:solidFill>
                  <a:srgbClr val="FF0000"/>
                </a:solidFill>
              </a:rPr>
              <a:t>C</a:t>
            </a:r>
            <a:r>
              <a:rPr lang="en-US" sz="4400" b="1" u="none" dirty="0" smtClean="0">
                <a:solidFill>
                  <a:srgbClr val="FF0000"/>
                </a:solidFill>
              </a:rPr>
              <a:t>PR-D </a:t>
            </a:r>
            <a:r>
              <a:rPr lang="en-US" sz="4400" b="1" u="none" dirty="0" err="1">
                <a:solidFill>
                  <a:srgbClr val="FF0000"/>
                </a:solidFill>
              </a:rPr>
              <a:t>Padz</a:t>
            </a:r>
            <a:r>
              <a:rPr lang="en-US" sz="4400" b="1" u="none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12" name="Obrázek 11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9" name="Picture 4091461" descr="\\Cathy\etx share\OptZOLL AED Plus Training 5 1 02\EFCACT1\S48Picture 4091461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685800"/>
            <a:ext cx="2463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743200"/>
            <a:ext cx="7772400" cy="41148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Zjednodušuj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ú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ria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dn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um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iestnenie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Times New Roman" pitchFamily="18" charset="0"/>
            </a:endParaRPr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Vy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lučujú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potencionáln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oneskrenie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Times New Roman" pitchFamily="18" charset="0"/>
            </a:endParaRPr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Zvyšuj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ú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možnos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ť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KPR 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Prakticky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nemožná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zám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e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na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Times New Roman" pitchFamily="18" charset="0"/>
            </a:endParaRPr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R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ýchle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uvoln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n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ie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z o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balu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a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p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r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ilepen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ie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Times New Roman" pitchFamily="18" charset="0"/>
            </a:endParaRPr>
          </a:p>
          <a:p>
            <a:pPr lvl="1">
              <a:spcBef>
                <a:spcPct val="0"/>
              </a:spcBef>
              <a:buClr>
                <a:srgbClr val="FF0000"/>
              </a:buClr>
              <a:buSzPct val="115000"/>
              <a:buFontTx/>
              <a:buChar char="•"/>
            </a:pPr>
            <a:r>
              <a:rPr lang="en-US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Zabalené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v </a:t>
            </a:r>
            <a:r>
              <a:rPr lang="en-US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balíčku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s</a:t>
            </a:r>
            <a:r>
              <a:rPr lang="sk-SK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o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v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šetkými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dopl</a:t>
            </a:r>
            <a:r>
              <a:rPr lang="sk-SK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Times New Roman" pitchFamily="18" charset="0"/>
              </a:rPr>
              <a:t>nkami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Times New Roman" pitchFamily="18" charset="0"/>
            </a:endParaRPr>
          </a:p>
        </p:txBody>
      </p:sp>
      <p:sp>
        <p:nvSpPr>
          <p:cNvPr id="114693" name="Text Box 5"/>
          <p:cNvSpPr txBox="1">
            <a:spLocks noChangeArrowheads="1"/>
          </p:cNvSpPr>
          <p:nvPr/>
        </p:nvSpPr>
        <p:spPr bwMode="auto">
          <a:xfrm>
            <a:off x="381000" y="1219200"/>
            <a:ext cx="56388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b="1" i="1" u="none" dirty="0" err="1" smtClean="0">
                <a:solidFill>
                  <a:srgbClr val="FF0000"/>
                </a:solidFill>
              </a:rPr>
              <a:t>Jednorázov</a:t>
            </a:r>
            <a:r>
              <a:rPr lang="sk-SK" sz="4000" b="1" i="1" u="none" dirty="0" smtClean="0">
                <a:solidFill>
                  <a:srgbClr val="FF0000"/>
                </a:solidFill>
              </a:rPr>
              <a:t>e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/>
            </a:r>
            <a:br>
              <a:rPr lang="en-US" sz="4400" b="1" dirty="0">
                <a:solidFill>
                  <a:srgbClr val="FF0000"/>
                </a:solidFill>
              </a:rPr>
            </a:br>
            <a:r>
              <a:rPr lang="en-US" sz="4400" b="1" dirty="0">
                <a:solidFill>
                  <a:srgbClr val="FF0000"/>
                </a:solidFill>
              </a:rPr>
              <a:t>CPR-D </a:t>
            </a:r>
            <a:r>
              <a:rPr lang="en-US" sz="4400" b="1" dirty="0" err="1">
                <a:solidFill>
                  <a:srgbClr val="FF0000"/>
                </a:solidFill>
              </a:rPr>
              <a:t>Padz</a:t>
            </a:r>
            <a:endParaRPr lang="en-US" sz="4400" b="1" dirty="0">
              <a:solidFill>
                <a:srgbClr val="FF0000"/>
              </a:solidFill>
            </a:endParaRPr>
          </a:p>
        </p:txBody>
      </p:sp>
      <p:pic>
        <p:nvPicPr>
          <p:cNvPr id="5" name="Obrázek 4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69" name="Picture 1119594" descr="\\Cathy\etx share\OptZOLL AED Plus Training 5 1 02\EFCACT1\S49Picture 1119594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6400" y="2298700"/>
            <a:ext cx="4876800" cy="3606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381000" y="700088"/>
            <a:ext cx="8382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7793903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sz="4000" b="1" u="none" dirty="0" smtClean="0">
                <a:solidFill>
                  <a:srgbClr val="FF0000"/>
                </a:solidFill>
                <a:cs typeface="Times New Roman" pitchFamily="18" charset="0"/>
              </a:rPr>
              <a:t>P</a:t>
            </a:r>
            <a:r>
              <a:rPr lang="sk-SK" sz="4000" b="1" u="none" dirty="0" smtClean="0">
                <a:solidFill>
                  <a:srgbClr val="FF0000"/>
                </a:solidFill>
                <a:cs typeface="Times New Roman" pitchFamily="18" charset="0"/>
              </a:rPr>
              <a:t>r</a:t>
            </a:r>
            <a:r>
              <a:rPr lang="en-US" sz="4000" b="1" u="none" dirty="0" err="1" smtClean="0">
                <a:solidFill>
                  <a:srgbClr val="FF0000"/>
                </a:solidFill>
                <a:cs typeface="Times New Roman" pitchFamily="18" charset="0"/>
              </a:rPr>
              <a:t>ipravte</a:t>
            </a:r>
            <a:r>
              <a:rPr lang="en-US" sz="4000" b="1" u="none" dirty="0" smtClean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u="none" dirty="0" err="1">
                <a:solidFill>
                  <a:srgbClr val="FF0000"/>
                </a:solidFill>
                <a:cs typeface="Times New Roman" pitchFamily="18" charset="0"/>
              </a:rPr>
              <a:t>hrudník</a:t>
            </a:r>
            <a:r>
              <a:rPr lang="en-US" sz="4000" b="1" u="none" dirty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u="none" dirty="0" smtClean="0">
                <a:solidFill>
                  <a:srgbClr val="FF0000"/>
                </a:solidFill>
                <a:cs typeface="Times New Roman" pitchFamily="18" charset="0"/>
              </a:rPr>
              <a:t>pr</a:t>
            </a:r>
            <a:r>
              <a:rPr lang="sk-SK" sz="4000" b="1" u="none" dirty="0" smtClean="0">
                <a:solidFill>
                  <a:srgbClr val="FF0000"/>
                </a:solidFill>
                <a:cs typeface="Times New Roman" pitchFamily="18" charset="0"/>
              </a:rPr>
              <a:t>e</a:t>
            </a:r>
            <a:r>
              <a:rPr lang="en-US" sz="4000" b="1" u="none" dirty="0" smtClean="0">
                <a:solidFill>
                  <a:srgbClr val="FF0000"/>
                </a:solidFill>
                <a:cs typeface="Times New Roman" pitchFamily="18" charset="0"/>
              </a:rPr>
              <a:t> </a:t>
            </a:r>
            <a:r>
              <a:rPr lang="en-US" sz="4000" b="1" u="none" dirty="0" err="1" smtClean="0">
                <a:solidFill>
                  <a:srgbClr val="FF0000"/>
                </a:solidFill>
                <a:cs typeface="Times New Roman" pitchFamily="18" charset="0"/>
              </a:rPr>
              <a:t>elektr</a:t>
            </a:r>
            <a:r>
              <a:rPr lang="sk-SK" sz="4000" b="1" u="none" dirty="0" smtClean="0">
                <a:solidFill>
                  <a:srgbClr val="FF0000"/>
                </a:solidFill>
                <a:cs typeface="Times New Roman" pitchFamily="18" charset="0"/>
              </a:rPr>
              <a:t>ó</a:t>
            </a:r>
            <a:r>
              <a:rPr lang="en-US" sz="4000" b="1" u="none" dirty="0" err="1" smtClean="0">
                <a:solidFill>
                  <a:srgbClr val="FF0000"/>
                </a:solidFill>
                <a:cs typeface="Times New Roman" pitchFamily="18" charset="0"/>
              </a:rPr>
              <a:t>dy</a:t>
            </a:r>
            <a:endParaRPr lang="en-US" sz="2000" b="1" u="none" dirty="0">
              <a:solidFill>
                <a:srgbClr val="FF0000"/>
              </a:solidFill>
            </a:endParaRP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344488" y="25400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54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endParaRPr lang="cs-CZ" sz="2800" b="1" u="none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55670" name="Picture 7421364" descr="\\Cathy\etx share\OptZOLL AED Plus Training 5 1 02\EFCACT1\S49Picture 7421364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5105400"/>
            <a:ext cx="17526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55655" name="Rectangle 7"/>
          <p:cNvSpPr>
            <a:spLocks noChangeArrowheads="1"/>
          </p:cNvSpPr>
          <p:nvPr/>
        </p:nvSpPr>
        <p:spPr bwMode="auto">
          <a:xfrm>
            <a:off x="7086600" y="51054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55656" name="Rectangle 8"/>
          <p:cNvSpPr>
            <a:spLocks noChangeArrowheads="1"/>
          </p:cNvSpPr>
          <p:nvPr/>
        </p:nvSpPr>
        <p:spPr bwMode="auto">
          <a:xfrm>
            <a:off x="685800" y="1600200"/>
            <a:ext cx="7086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Rozha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hrudník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r>
              <a:rPr lang="en-US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5657" name="Oval 9"/>
          <p:cNvSpPr>
            <a:spLocks noChangeArrowheads="1"/>
          </p:cNvSpPr>
          <p:nvPr/>
        </p:nvSpPr>
        <p:spPr bwMode="auto">
          <a:xfrm>
            <a:off x="71628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974725" y="4143375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2000" u="none">
              <a:latin typeface="Times New Roman" pitchFamily="18" charset="0"/>
            </a:endParaRPr>
          </a:p>
        </p:txBody>
      </p: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517525" y="4219575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2000" u="none">
              <a:latin typeface="Times New Roman" pitchFamily="18" charset="0"/>
            </a:endParaRPr>
          </a:p>
        </p:txBody>
      </p:sp>
      <p:pic>
        <p:nvPicPr>
          <p:cNvPr id="11" name="Obrázek 10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62" name="Picture 6646548" descr="\\Cathy\etx share\OptZOLL AED Plus Training 5 1 02\EFCACT1\S50Picture 6646548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" y="3657600"/>
            <a:ext cx="4114800" cy="26797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16763" name="Picture 9975023" descr="\\Cathy\etx share\OptZOLL AED Plus Training 5 1 02\EFCACT1\S50Picture 997502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181600" y="1917700"/>
            <a:ext cx="3733800" cy="279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344488" y="2387600"/>
            <a:ext cx="184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54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endParaRPr lang="cs-CZ" sz="2800" b="1" u="none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16764" name="Picture 3929722" descr="\\Cathy\etx share\OptZOLL AED Plus Training 5 1 02\EFCACT1\S50Picture 3929722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010400" y="5105400"/>
            <a:ext cx="17526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6743" name="Rectangle 7"/>
          <p:cNvSpPr>
            <a:spLocks noChangeArrowheads="1"/>
          </p:cNvSpPr>
          <p:nvPr/>
        </p:nvSpPr>
        <p:spPr bwMode="auto">
          <a:xfrm>
            <a:off x="7086600" y="5348288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6744" name="Rectangle 8"/>
          <p:cNvSpPr>
            <a:spLocks noChangeArrowheads="1"/>
          </p:cNvSpPr>
          <p:nvPr/>
        </p:nvSpPr>
        <p:spPr bwMode="auto">
          <a:xfrm>
            <a:off x="76200" y="1614488"/>
            <a:ext cx="85344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r>
              <a:rPr lang="en-US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 </a:t>
            </a:r>
            <a:r>
              <a:rPr lang="en-US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sk-SK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 je to potrebné</a:t>
            </a:r>
            <a:r>
              <a:rPr lang="en-US" b="1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endParaRPr lang="en-US" sz="32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Oholte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ochl</a:t>
            </a:r>
            <a:r>
              <a:rPr lang="sk-SK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penie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pot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ebných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</a:t>
            </a:r>
            <a:r>
              <a:rPr lang="sk-SK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sk-SK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m</a:t>
            </a:r>
            <a:r>
              <a:rPr lang="sk-SK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utrite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nasucho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obrúskom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6746" name="Text Box 10"/>
          <p:cNvSpPr txBox="1">
            <a:spLocks noChangeArrowheads="1"/>
          </p:cNvSpPr>
          <p:nvPr/>
        </p:nvSpPr>
        <p:spPr bwMode="auto">
          <a:xfrm>
            <a:off x="974725" y="3990975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2000" u="none">
              <a:latin typeface="Times New Roman" pitchFamily="18" charset="0"/>
            </a:endParaRPr>
          </a:p>
        </p:txBody>
      </p:sp>
      <p:sp>
        <p:nvSpPr>
          <p:cNvPr id="116747" name="Text Box 11"/>
          <p:cNvSpPr txBox="1">
            <a:spLocks noChangeArrowheads="1"/>
          </p:cNvSpPr>
          <p:nvPr/>
        </p:nvSpPr>
        <p:spPr bwMode="auto">
          <a:xfrm>
            <a:off x="517525" y="4067175"/>
            <a:ext cx="184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2000" u="none">
              <a:latin typeface="Times New Roman" pitchFamily="18" charset="0"/>
            </a:endParaRPr>
          </a:p>
        </p:txBody>
      </p:sp>
      <p:sp>
        <p:nvSpPr>
          <p:cNvPr id="116748" name="Text Box 12"/>
          <p:cNvSpPr txBox="1">
            <a:spLocks noChangeArrowheads="1"/>
          </p:cNvSpPr>
          <p:nvPr/>
        </p:nvSpPr>
        <p:spPr bwMode="auto">
          <a:xfrm>
            <a:off x="381000" y="3657600"/>
            <a:ext cx="4495800" cy="25304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ZOLL AED Plus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obsahuje</a:t>
            </a:r>
            <a:endParaRPr lang="en-US" sz="2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potencionáln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pot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ebné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dopl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ky</a:t>
            </a:r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</a:p>
          <a:p>
            <a:pPr algn="ctr" eaLnBrk="1" hangingPunct="1"/>
            <a:r>
              <a:rPr lang="en-US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ožnice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Rukavice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Obrúsok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Hol</a:t>
            </a:r>
            <a:r>
              <a:rPr lang="sk-SK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stroj</a:t>
            </a:r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č</a:t>
            </a:r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ek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Ut</a:t>
            </a:r>
            <a:r>
              <a:rPr lang="sk-SK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rka</a:t>
            </a:r>
            <a:r>
              <a:rPr lang="en-US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2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ru</a:t>
            </a:r>
            <a:r>
              <a:rPr lang="sk-SK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ky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2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KPR </a:t>
            </a:r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ochranné</a:t>
            </a:r>
            <a:r>
              <a:rPr lang="en-US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r</a:t>
            </a:r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sz="20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šk</a:t>
            </a:r>
            <a:r>
              <a:rPr lang="sk-SK" sz="20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endParaRPr lang="en-US" sz="20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6749" name="Text Box 13"/>
          <p:cNvSpPr txBox="1">
            <a:spLocks noChangeArrowheads="1"/>
          </p:cNvSpPr>
          <p:nvPr/>
        </p:nvSpPr>
        <p:spPr bwMode="auto">
          <a:xfrm>
            <a:off x="0" y="547688"/>
            <a:ext cx="914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600" b="1" dirty="0" smtClean="0">
                <a:solidFill>
                  <a:srgbClr val="FF0000"/>
                </a:solidFill>
              </a:rPr>
              <a:t>P</a:t>
            </a:r>
            <a:r>
              <a:rPr lang="sk-SK" sz="3600" b="1" dirty="0" smtClean="0">
                <a:solidFill>
                  <a:srgbClr val="FF0000"/>
                </a:solidFill>
              </a:rPr>
              <a:t>r</a:t>
            </a:r>
            <a:r>
              <a:rPr lang="en-US" sz="3600" b="1" dirty="0" err="1" smtClean="0">
                <a:solidFill>
                  <a:srgbClr val="FF0000"/>
                </a:solidFill>
              </a:rPr>
              <a:t>ipravte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hrudník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</a:rPr>
              <a:t>pr</a:t>
            </a:r>
            <a:r>
              <a:rPr lang="sk-SK" sz="3600" b="1" dirty="0" smtClean="0">
                <a:solidFill>
                  <a:srgbClr val="FF0000"/>
                </a:solidFill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</a:rPr>
              <a:t>elektr</a:t>
            </a:r>
            <a:r>
              <a:rPr lang="sk-SK" sz="3600" b="1" dirty="0" smtClean="0">
                <a:solidFill>
                  <a:srgbClr val="FF0000"/>
                </a:solidFill>
              </a:rPr>
              <a:t>ó</a:t>
            </a:r>
            <a:r>
              <a:rPr lang="en-US" sz="3600" b="1" dirty="0" err="1" smtClean="0">
                <a:solidFill>
                  <a:srgbClr val="FF0000"/>
                </a:solidFill>
              </a:rPr>
              <a:t>dy</a:t>
            </a:r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12" name="Obrázek 11" descr="logo certifikat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41" name="Group 1045"/>
          <p:cNvGrpSpPr>
            <a:grpSpLocks/>
          </p:cNvGrpSpPr>
          <p:nvPr/>
        </p:nvGrpSpPr>
        <p:grpSpPr bwMode="auto">
          <a:xfrm>
            <a:off x="0" y="1524000"/>
            <a:ext cx="4571902" cy="3429000"/>
            <a:chOff x="768" y="1096"/>
            <a:chExt cx="3072" cy="2304"/>
          </a:xfrm>
        </p:grpSpPr>
        <p:pic>
          <p:nvPicPr>
            <p:cNvPr id="158739" name="Picture 7712141" descr="\\Cathy\etx share\OptZOLL AED Plus Training 5 1 02\EFCACT1\S51Picture 7712141.JP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8" y="1096"/>
              <a:ext cx="3072" cy="23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158724" name="Text Box 1028"/>
            <p:cNvSpPr txBox="1">
              <a:spLocks noChangeArrowheads="1"/>
            </p:cNvSpPr>
            <p:nvPr/>
          </p:nvSpPr>
          <p:spPr bwMode="auto">
            <a:xfrm>
              <a:off x="811" y="2900"/>
              <a:ext cx="2680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buClr>
                  <a:srgbClr val="FF0000"/>
                </a:buClr>
              </a:pPr>
              <a:r>
                <a:rPr lang="sk-SK" sz="3200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Vybrať</a:t>
              </a:r>
              <a:r>
                <a:rPr lang="en-US" sz="3200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 </a:t>
              </a:r>
              <a:r>
                <a:rPr lang="en-US" sz="3200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CPR-D </a:t>
              </a:r>
              <a:r>
                <a:rPr lang="en-US" sz="3200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Padz</a:t>
              </a:r>
              <a:endParaRPr lang="en-US" sz="32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endParaRPr>
            </a:p>
          </p:txBody>
        </p:sp>
      </p:grpSp>
      <p:grpSp>
        <p:nvGrpSpPr>
          <p:cNvPr id="158742" name="Group 1046"/>
          <p:cNvGrpSpPr>
            <a:grpSpLocks/>
          </p:cNvGrpSpPr>
          <p:nvPr/>
        </p:nvGrpSpPr>
        <p:grpSpPr bwMode="auto">
          <a:xfrm>
            <a:off x="4648792" y="2928934"/>
            <a:ext cx="4495208" cy="3123693"/>
            <a:chOff x="2016" y="1816"/>
            <a:chExt cx="2952" cy="2216"/>
          </a:xfrm>
        </p:grpSpPr>
        <p:pic>
          <p:nvPicPr>
            <p:cNvPr id="158740" name="Picture 5875533" descr="\\Cathy\etx share\OptZOLL AED Plus Training 5 1 02\EFCACT1\S51Picture 5875533.JPG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016" y="1816"/>
              <a:ext cx="2952" cy="2216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158728" name="Text Box 1032"/>
            <p:cNvSpPr txBox="1">
              <a:spLocks noChangeArrowheads="1"/>
            </p:cNvSpPr>
            <p:nvPr/>
          </p:nvSpPr>
          <p:spPr bwMode="auto">
            <a:xfrm>
              <a:off x="2016" y="3592"/>
              <a:ext cx="2792" cy="4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buClr>
                  <a:srgbClr val="FF0000"/>
                </a:buClr>
              </a:pPr>
              <a:r>
                <a:rPr lang="sk-SK" sz="3200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Rozložiť</a:t>
              </a:r>
              <a:r>
                <a:rPr lang="en-US" sz="3200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 </a:t>
              </a:r>
              <a:r>
                <a:rPr lang="en-US" sz="3200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CPR-D </a:t>
              </a:r>
              <a:r>
                <a:rPr lang="en-US" sz="3200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</a:rPr>
                <a:t>Padz</a:t>
              </a:r>
              <a:endParaRPr lang="en-US" sz="32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endParaRPr>
            </a:p>
          </p:txBody>
        </p:sp>
      </p:grpSp>
      <p:sp>
        <p:nvSpPr>
          <p:cNvPr id="158725" name="Text Box 1029"/>
          <p:cNvSpPr txBox="1">
            <a:spLocks noChangeArrowheads="1"/>
          </p:cNvSpPr>
          <p:nvPr/>
        </p:nvSpPr>
        <p:spPr bwMode="auto">
          <a:xfrm>
            <a:off x="2024063" y="708025"/>
            <a:ext cx="667278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48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Rozbalte</a:t>
            </a:r>
            <a:r>
              <a:rPr lang="en-US" sz="4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CPR-D PADZ</a:t>
            </a:r>
          </a:p>
          <a:p>
            <a:pPr eaLnBrk="1" hangingPunct="1"/>
            <a:r>
              <a:rPr lang="en-US" sz="4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</a:t>
            </a:r>
          </a:p>
        </p:txBody>
      </p:sp>
      <p:sp>
        <p:nvSpPr>
          <p:cNvPr id="158733" name="Text Box 1037"/>
          <p:cNvSpPr txBox="1">
            <a:spLocks noChangeArrowheads="1"/>
          </p:cNvSpPr>
          <p:nvPr/>
        </p:nvSpPr>
        <p:spPr bwMode="auto">
          <a:xfrm>
            <a:off x="1281113" y="838200"/>
            <a:ext cx="590550" cy="5794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3200" u="none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1.</a:t>
            </a:r>
          </a:p>
        </p:txBody>
      </p:sp>
      <p:pic>
        <p:nvPicPr>
          <p:cNvPr id="10" name="Obrázek 9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87" name="Picture 8184826" descr="\\Cathy\etx share\OptZOLL AED Plus Training 5 1 02\EFCACT1\S52Picture 818482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47800" y="1447800"/>
            <a:ext cx="5105400" cy="3505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7764" name="Line 4"/>
          <p:cNvSpPr>
            <a:spLocks noChangeShapeType="1"/>
          </p:cNvSpPr>
          <p:nvPr/>
        </p:nvSpPr>
        <p:spPr bwMode="auto">
          <a:xfrm flipH="1">
            <a:off x="3538538" y="2171700"/>
            <a:ext cx="268287" cy="1414463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7765" name="Line 5"/>
          <p:cNvSpPr>
            <a:spLocks noChangeShapeType="1"/>
          </p:cNvSpPr>
          <p:nvPr/>
        </p:nvSpPr>
        <p:spPr bwMode="auto">
          <a:xfrm flipV="1">
            <a:off x="2867025" y="2724150"/>
            <a:ext cx="2619375" cy="246063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17768" name="Text Box 8"/>
          <p:cNvSpPr txBox="1">
            <a:spLocks noChangeArrowheads="1"/>
          </p:cNvSpPr>
          <p:nvPr/>
        </p:nvSpPr>
        <p:spPr bwMode="auto">
          <a:xfrm>
            <a:off x="1066800" y="5029200"/>
            <a:ext cx="58261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</a:pP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ystrieť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pomoc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ou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puku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  <a:p>
            <a:pPr eaLnBrk="1" hangingPunct="1">
              <a:buClr>
                <a:srgbClr val="FF0000"/>
              </a:buClr>
            </a:pPr>
            <a:r>
              <a:rPr lang="en-US" sz="36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</a:t>
            </a:r>
            <a:r>
              <a:rPr lang="en-US" sz="32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sz="3200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vi</a:t>
            </a:r>
            <a:r>
              <a:rPr lang="sk-SK" sz="3200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ď</a:t>
            </a:r>
            <a:r>
              <a:rPr lang="en-US" sz="3200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obráz</a:t>
            </a:r>
            <a:r>
              <a:rPr lang="sk-SK" sz="3200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200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en-US" sz="32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</a:p>
        </p:txBody>
      </p:sp>
      <p:pic>
        <p:nvPicPr>
          <p:cNvPr id="117788" name="Picture 6560749" descr="\\Cathy\etx share\OptZOLL AED Plus Training 5 1 02\EFCACT1\S52Picture 6560749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10400" y="5105400"/>
            <a:ext cx="17526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17771" name="Rectangle 11"/>
          <p:cNvSpPr>
            <a:spLocks noChangeArrowheads="1"/>
          </p:cNvSpPr>
          <p:nvPr/>
        </p:nvSpPr>
        <p:spPr bwMode="auto">
          <a:xfrm>
            <a:off x="7010400" y="51054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7772" name="Oval 12"/>
          <p:cNvSpPr>
            <a:spLocks noChangeArrowheads="1"/>
          </p:cNvSpPr>
          <p:nvPr/>
        </p:nvSpPr>
        <p:spPr bwMode="auto">
          <a:xfrm>
            <a:off x="7086600" y="51816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0" y="609600"/>
            <a:ext cx="8686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u="none" dirty="0" smtClean="0">
                <a:solidFill>
                  <a:srgbClr val="FF0000"/>
                </a:solidFill>
              </a:rPr>
              <a:t>Um</a:t>
            </a:r>
            <a:r>
              <a:rPr lang="sk-SK" sz="2800" b="1" u="none" dirty="0" err="1" smtClean="0">
                <a:solidFill>
                  <a:srgbClr val="FF0000"/>
                </a:solidFill>
              </a:rPr>
              <a:t>iestnenie</a:t>
            </a:r>
            <a:r>
              <a:rPr lang="en-US" sz="2800" b="1" u="none" dirty="0" smtClean="0">
                <a:solidFill>
                  <a:srgbClr val="FF0000"/>
                </a:solidFill>
              </a:rPr>
              <a:t> </a:t>
            </a:r>
            <a:r>
              <a:rPr lang="en-US" sz="2800" b="1" u="none" dirty="0">
                <a:solidFill>
                  <a:srgbClr val="FF0000"/>
                </a:solidFill>
              </a:rPr>
              <a:t>CPR-D </a:t>
            </a:r>
            <a:r>
              <a:rPr lang="en-US" sz="2800" b="1" u="none" dirty="0" err="1">
                <a:solidFill>
                  <a:srgbClr val="FF0000"/>
                </a:solidFill>
              </a:rPr>
              <a:t>Padz</a:t>
            </a:r>
            <a:r>
              <a:rPr lang="en-US" sz="2800" b="1" u="none" dirty="0">
                <a:solidFill>
                  <a:srgbClr val="FF0000"/>
                </a:solidFill>
              </a:rPr>
              <a:t> (</a:t>
            </a:r>
            <a:r>
              <a:rPr lang="en-US" sz="2800" b="1" u="none" dirty="0" err="1" smtClean="0">
                <a:solidFill>
                  <a:srgbClr val="FF0000"/>
                </a:solidFill>
              </a:rPr>
              <a:t>elektr</a:t>
            </a:r>
            <a:r>
              <a:rPr lang="sk-SK" sz="2800" b="1" u="none" dirty="0" smtClean="0">
                <a:solidFill>
                  <a:srgbClr val="FF0000"/>
                </a:solidFill>
              </a:rPr>
              <a:t>ó</a:t>
            </a:r>
            <a:r>
              <a:rPr lang="en-US" sz="2800" b="1" u="none" dirty="0" smtClean="0">
                <a:solidFill>
                  <a:srgbClr val="FF0000"/>
                </a:solidFill>
              </a:rPr>
              <a:t>d</a:t>
            </a:r>
            <a:r>
              <a:rPr lang="en-US" sz="2800" b="1" u="none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10" name="Obrázek 9" descr="logo certifikat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7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7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28" name="Group 24"/>
          <p:cNvGrpSpPr>
            <a:grpSpLocks/>
          </p:cNvGrpSpPr>
          <p:nvPr/>
        </p:nvGrpSpPr>
        <p:grpSpPr bwMode="auto">
          <a:xfrm>
            <a:off x="0" y="642918"/>
            <a:ext cx="8621812" cy="5994400"/>
            <a:chOff x="192" y="384"/>
            <a:chExt cx="5383" cy="3776"/>
          </a:xfrm>
        </p:grpSpPr>
        <p:sp>
          <p:nvSpPr>
            <p:cNvPr id="175106" name="Rectangle 2"/>
            <p:cNvSpPr>
              <a:spLocks noChangeArrowheads="1"/>
            </p:cNvSpPr>
            <p:nvPr/>
          </p:nvSpPr>
          <p:spPr bwMode="auto">
            <a:xfrm>
              <a:off x="192" y="1248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75107" name="Rectangle 3"/>
            <p:cNvSpPr>
              <a:spLocks noChangeArrowheads="1"/>
            </p:cNvSpPr>
            <p:nvPr/>
          </p:nvSpPr>
          <p:spPr bwMode="auto">
            <a:xfrm>
              <a:off x="192" y="864"/>
              <a:ext cx="336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pic>
          <p:nvPicPr>
            <p:cNvPr id="175109" name="Picture 5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072" y="1584"/>
              <a:ext cx="2400" cy="2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tx1"/>
              </a:outerShdw>
            </a:effectLst>
          </p:spPr>
        </p:pic>
        <p:sp>
          <p:nvSpPr>
            <p:cNvPr id="175110" name="Oval 6"/>
            <p:cNvSpPr>
              <a:spLocks noChangeArrowheads="1"/>
            </p:cNvSpPr>
            <p:nvPr/>
          </p:nvSpPr>
          <p:spPr bwMode="auto">
            <a:xfrm>
              <a:off x="4512" y="3312"/>
              <a:ext cx="96" cy="96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75111" name="Text Box 7"/>
            <p:cNvSpPr txBox="1">
              <a:spLocks noChangeArrowheads="1"/>
            </p:cNvSpPr>
            <p:nvPr/>
          </p:nvSpPr>
          <p:spPr bwMode="auto">
            <a:xfrm>
              <a:off x="3180" y="1680"/>
              <a:ext cx="274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u="none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</a:rPr>
                <a:t>2.</a:t>
              </a:r>
            </a:p>
          </p:txBody>
        </p:sp>
        <p:sp>
          <p:nvSpPr>
            <p:cNvPr id="175112" name="Rectangle 8"/>
            <p:cNvSpPr>
              <a:spLocks noChangeArrowheads="1"/>
            </p:cNvSpPr>
            <p:nvPr/>
          </p:nvSpPr>
          <p:spPr bwMode="auto">
            <a:xfrm>
              <a:off x="4284" y="1670"/>
              <a:ext cx="274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u="none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Black" pitchFamily="34" charset="0"/>
                </a:rPr>
                <a:t>3.</a:t>
              </a:r>
            </a:p>
          </p:txBody>
        </p:sp>
        <p:sp>
          <p:nvSpPr>
            <p:cNvPr id="175113" name="Rectangle 9"/>
            <p:cNvSpPr>
              <a:spLocks noChangeArrowheads="1"/>
            </p:cNvSpPr>
            <p:nvPr/>
          </p:nvSpPr>
          <p:spPr bwMode="auto">
            <a:xfrm>
              <a:off x="370" y="384"/>
              <a:ext cx="5205" cy="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28398" dir="17793903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r>
                <a:rPr lang="en-US" sz="4000" b="1" u="none" dirty="0" smtClean="0">
                  <a:solidFill>
                    <a:srgbClr val="FF0000"/>
                  </a:solidFill>
                </a:rPr>
                <a:t>Um</a:t>
              </a:r>
              <a:r>
                <a:rPr lang="sk-SK" sz="4000" b="1" u="none" dirty="0" err="1" smtClean="0">
                  <a:solidFill>
                    <a:srgbClr val="FF0000"/>
                  </a:solidFill>
                </a:rPr>
                <a:t>iestniť</a:t>
              </a:r>
              <a:r>
                <a:rPr lang="en-US" sz="4000" b="1" u="none" dirty="0" smtClean="0">
                  <a:solidFill>
                    <a:srgbClr val="FF0000"/>
                  </a:solidFill>
                </a:rPr>
                <a:t> </a:t>
              </a:r>
              <a:r>
                <a:rPr lang="en-US" sz="40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elektr</a:t>
              </a:r>
              <a:r>
                <a:rPr lang="sk-SK" sz="40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ó</a:t>
              </a:r>
              <a:r>
                <a:rPr lang="en-US" sz="40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dy</a:t>
              </a:r>
              <a:r>
                <a:rPr lang="en-US" sz="40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 </a:t>
              </a:r>
              <a:r>
                <a:rPr lang="en-US" sz="4000" b="1" u="none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na</a:t>
              </a:r>
              <a:r>
                <a:rPr lang="en-US" sz="40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 </a:t>
              </a:r>
              <a:r>
                <a:rPr lang="en-US" sz="4000" b="1" u="none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 Rounded MT Bold" pitchFamily="34" charset="0"/>
                  <a:cs typeface="Times New Roman" pitchFamily="18" charset="0"/>
                </a:rPr>
                <a:t>pacienta</a:t>
              </a:r>
              <a:endParaRPr lang="en-US" sz="4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endParaRPr>
            </a:p>
            <a:p>
              <a:pPr>
                <a:buClr>
                  <a:srgbClr val="0000FF"/>
                </a:buClr>
              </a:pPr>
              <a:endParaRPr lang="en-US" u="none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75114" name="Text Box 10"/>
            <p:cNvSpPr txBox="1">
              <a:spLocks noChangeArrowheads="1"/>
            </p:cNvSpPr>
            <p:nvPr/>
          </p:nvSpPr>
          <p:spPr bwMode="auto">
            <a:xfrm>
              <a:off x="217" y="1399"/>
              <a:ext cx="11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8100" dir="5400000" algn="ctr" rotWithShape="0">
                <a:schemeClr val="bg2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/>
              <a:endParaRPr lang="cs-CZ" sz="2800" b="1" u="none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75115" name="Rectangle 11"/>
            <p:cNvSpPr>
              <a:spLocks noChangeArrowheads="1"/>
            </p:cNvSpPr>
            <p:nvPr/>
          </p:nvSpPr>
          <p:spPr bwMode="auto">
            <a:xfrm>
              <a:off x="192" y="528"/>
              <a:ext cx="4048" cy="15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8100" algn="ctr" rotWithShape="0">
                <a:schemeClr val="tx1"/>
              </a:outerShdw>
            </a:effectLst>
          </p:spPr>
          <p:txBody>
            <a:bodyPr/>
            <a:lstStyle/>
            <a:p>
              <a:pPr marL="342900" indent="-342900" eaLnBrk="1" hangingPunct="1">
                <a:lnSpc>
                  <a:spcPct val="75000"/>
                </a:lnSpc>
                <a:spcBef>
                  <a:spcPct val="50000"/>
                </a:spcBef>
                <a:buClr>
                  <a:srgbClr val="FF0000"/>
                </a:buClr>
                <a:buSzPct val="125000"/>
                <a:buFont typeface="Wingdings" pitchFamily="2" charset="2"/>
                <a:buNone/>
              </a:pPr>
              <a:endPara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marL="342900" indent="-342900" eaLnBrk="1" hangingPunct="1">
                <a:lnSpc>
                  <a:spcPct val="75000"/>
                </a:lnSpc>
                <a:spcBef>
                  <a:spcPct val="50000"/>
                </a:spcBef>
                <a:buClr>
                  <a:srgbClr val="FF0000"/>
                </a:buClr>
                <a:buSzPct val="125000"/>
                <a:buFont typeface="Wingdings" pitchFamily="2" charset="2"/>
                <a:buNone/>
              </a:pPr>
              <a:r>
                <a:rPr lang="en-US" sz="32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2. 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Odstr</a:t>
              </a:r>
              <a:r>
                <a:rPr lang="sk-SK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á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ňte</a:t>
              </a:r>
              <a:r>
                <a:rPr lang="en-US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obal</a:t>
              </a:r>
              <a:r>
                <a:rPr lang="en-US" sz="32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prav</a:t>
              </a:r>
              <a:r>
                <a:rPr lang="sk-SK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ej</a:t>
              </a:r>
              <a:r>
                <a:rPr lang="en-US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elektr</a:t>
              </a:r>
              <a:r>
                <a:rPr lang="en-US" sz="32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.                    </a:t>
              </a:r>
              <a:endPara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  <a:p>
              <a:pPr marL="342900" indent="-342900" eaLnBrk="1" hangingPunct="1">
                <a:lnSpc>
                  <a:spcPct val="75000"/>
                </a:lnSpc>
                <a:spcBef>
                  <a:spcPct val="50000"/>
                </a:spcBef>
                <a:buClr>
                  <a:srgbClr val="FF0000"/>
                </a:buClr>
                <a:buSzPct val="125000"/>
                <a:buFont typeface="Wingdings" pitchFamily="2" charset="2"/>
                <a:buNone/>
              </a:pPr>
              <a:r>
                <a:rPr lang="en-US" sz="32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3.</a:t>
              </a:r>
              <a:r>
                <a:rPr lang="en-US" sz="32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Odstr</a:t>
              </a:r>
              <a:r>
                <a:rPr lang="sk-SK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á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ňte</a:t>
              </a:r>
              <a:r>
                <a:rPr lang="en-US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obal</a:t>
              </a:r>
              <a:r>
                <a:rPr lang="en-US" sz="3200" b="1" u="none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sk-SK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ľavej</a:t>
              </a:r>
              <a:r>
                <a:rPr lang="en-US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elektr</a:t>
              </a:r>
              <a:r>
                <a:rPr lang="sk-SK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ó</a:t>
              </a:r>
              <a:r>
                <a:rPr lang="en-US" sz="3200" b="1" u="none" dirty="0" err="1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dy</a:t>
              </a:r>
              <a:r>
                <a:rPr lang="en-US" sz="3200" b="1" u="none" dirty="0" smtClean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    </a:t>
              </a:r>
              <a:r>
                <a:rPr lang="en-US" sz="32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         </a:t>
              </a:r>
              <a:endPara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pic>
          <p:nvPicPr>
            <p:cNvPr id="175127" name="Picture 3014249" descr="\\Cathy\etx share\OptZOLL AED Plus Training 5 1 02\EFCACT1\S53Picture 3014249.JPG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464" y="3264"/>
              <a:ext cx="1104" cy="896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175118" name="Rectangle 14"/>
            <p:cNvSpPr>
              <a:spLocks noChangeArrowheads="1"/>
            </p:cNvSpPr>
            <p:nvPr/>
          </p:nvSpPr>
          <p:spPr bwMode="auto">
            <a:xfrm>
              <a:off x="4464" y="3264"/>
              <a:ext cx="144" cy="14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75121" name="Text Box 17"/>
            <p:cNvSpPr txBox="1">
              <a:spLocks noChangeArrowheads="1"/>
            </p:cNvSpPr>
            <p:nvPr/>
          </p:nvSpPr>
          <p:spPr bwMode="auto">
            <a:xfrm>
              <a:off x="192" y="912"/>
              <a:ext cx="39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  <a:buClr>
                  <a:srgbClr val="FF0000"/>
                </a:buClr>
                <a:buSzPct val="125000"/>
                <a:buFont typeface="Wingdings" pitchFamily="2" charset="2"/>
                <a:buNone/>
              </a:pPr>
              <a:r>
                <a:rPr lang="en-US" sz="3200" b="1" u="none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</a:t>
              </a:r>
            </a:p>
            <a:p>
              <a:pPr eaLnBrk="1" hangingPunct="1"/>
              <a:endParaRPr lang="en-US" sz="2000" u="none">
                <a:latin typeface="Arial Black" pitchFamily="34" charset="0"/>
              </a:endParaRPr>
            </a:p>
          </p:txBody>
        </p:sp>
        <p:sp>
          <p:nvSpPr>
            <p:cNvPr id="175122" name="Text Box 18"/>
            <p:cNvSpPr txBox="1">
              <a:spLocks noChangeArrowheads="1"/>
            </p:cNvSpPr>
            <p:nvPr/>
          </p:nvSpPr>
          <p:spPr bwMode="auto">
            <a:xfrm>
              <a:off x="192" y="864"/>
              <a:ext cx="115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40161" dir="1106097" algn="ctr" rotWithShape="0">
                <a:schemeClr val="tx1"/>
              </a:outerShdw>
            </a:effectLst>
          </p:spPr>
          <p:txBody>
            <a:bodyPr wrap="none">
              <a:spAutoFit/>
            </a:bodyPr>
            <a:lstStyle/>
            <a:p>
              <a:pPr eaLnBrk="1" hangingPunct="1"/>
              <a:endParaRPr lang="cs-CZ" sz="3200" b="1" u="none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75129" name="Text Box 25"/>
          <p:cNvSpPr txBox="1">
            <a:spLocks noChangeArrowheads="1"/>
          </p:cNvSpPr>
          <p:nvPr/>
        </p:nvSpPr>
        <p:spPr bwMode="auto">
          <a:xfrm>
            <a:off x="152400" y="2743200"/>
            <a:ext cx="4424363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Poznámka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Elektr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dy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sú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samolep</a:t>
            </a:r>
            <a:r>
              <a:rPr lang="sk-SK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spodn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ý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obal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kryje</a:t>
            </a:r>
            <a:r>
              <a:rPr lang="en-US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sk-SK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to l</a:t>
            </a:r>
            <a:r>
              <a:rPr lang="sk-SK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epiacu</a:t>
            </a:r>
            <a:r>
              <a:rPr lang="en-US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vrstvu</a:t>
            </a:r>
            <a:r>
              <a:rPr lang="en-US" sz="44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r>
              <a:rPr lang="en-US" sz="44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</a:t>
            </a:r>
            <a:r>
              <a:rPr lang="en-US" sz="44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PEVN</a:t>
            </a:r>
            <a:r>
              <a:rPr lang="sk-SK" sz="44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endParaRPr lang="en-US" sz="1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lnSpc>
                <a:spcPct val="75000"/>
              </a:lnSpc>
              <a:spcBef>
                <a:spcPct val="50000"/>
              </a:spcBef>
              <a:buClr>
                <a:srgbClr val="FF0000"/>
              </a:buClr>
              <a:buSzPct val="125000"/>
              <a:buFont typeface="Wingdings" pitchFamily="2" charset="2"/>
              <a:buNone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iti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snite elektródy na miesto</a:t>
            </a:r>
            <a:endParaRPr lang="en-US" sz="2000" u="none" dirty="0">
              <a:latin typeface="Arial Black" pitchFamily="34" charset="0"/>
            </a:endParaRPr>
          </a:p>
        </p:txBody>
      </p:sp>
      <p:pic>
        <p:nvPicPr>
          <p:cNvPr id="17" name="Obrázek 16" descr="logo certifikat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7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9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9" name="Picture 529972" descr="\\Cathy\etx share\OptZOLL AED Plus Training 5 1 02\EFCACT1\S54Picture 529972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68600" y="1841500"/>
            <a:ext cx="4914900" cy="3352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grpSp>
        <p:nvGrpSpPr>
          <p:cNvPr id="176140" name="Group 12"/>
          <p:cNvGrpSpPr>
            <a:grpSpLocks/>
          </p:cNvGrpSpPr>
          <p:nvPr/>
        </p:nvGrpSpPr>
        <p:grpSpPr bwMode="auto">
          <a:xfrm>
            <a:off x="5181600" y="5105400"/>
            <a:ext cx="3581400" cy="1524000"/>
            <a:chOff x="3264" y="3216"/>
            <a:chExt cx="2256" cy="960"/>
          </a:xfrm>
        </p:grpSpPr>
        <p:sp>
          <p:nvSpPr>
            <p:cNvPr id="176132" name="Rectangle 4"/>
            <p:cNvSpPr>
              <a:spLocks noChangeArrowheads="1"/>
            </p:cNvSpPr>
            <p:nvPr/>
          </p:nvSpPr>
          <p:spPr bwMode="auto">
            <a:xfrm>
              <a:off x="3264" y="3216"/>
              <a:ext cx="2256" cy="9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sk-SK"/>
            </a:p>
          </p:txBody>
        </p:sp>
        <p:sp>
          <p:nvSpPr>
            <p:cNvPr id="176133" name="Text Box 5"/>
            <p:cNvSpPr txBox="1">
              <a:spLocks noChangeArrowheads="1"/>
            </p:cNvSpPr>
            <p:nvPr/>
          </p:nvSpPr>
          <p:spPr bwMode="auto">
            <a:xfrm>
              <a:off x="3318" y="3264"/>
              <a:ext cx="2195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buClr>
                  <a:srgbClr val="FF0000"/>
                </a:buClr>
                <a:buFontTx/>
                <a:buChar char="•"/>
              </a:pPr>
              <a:r>
                <a:rPr lang="en-US" sz="4400" b="1" u="none" dirty="0"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 </a:t>
              </a:r>
              <a:r>
                <a:rPr lang="en-US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Vyt</a:t>
              </a:r>
              <a:r>
                <a:rPr lang="sk-SK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ia</a:t>
              </a:r>
              <a:r>
                <a:rPr lang="en-US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hn</a:t>
              </a:r>
              <a:r>
                <a:rPr lang="sk-SK" sz="28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i</a:t>
              </a:r>
              <a:r>
                <a:rPr lang="en-US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te</a:t>
              </a:r>
              <a:r>
                <a:rPr lang="en-US" sz="28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28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“pin”</a:t>
              </a:r>
              <a:r>
                <a:rPr lang="en-US" sz="40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</a:p>
            <a:p>
              <a:pPr eaLnBrk="1" hangingPunct="1">
                <a:buClr>
                  <a:srgbClr val="FF0000"/>
                </a:buClr>
                <a:buFontTx/>
                <a:buChar char="•"/>
              </a:pPr>
              <a:r>
                <a:rPr lang="en-US" sz="40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28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Pr</a:t>
              </a:r>
              <a:r>
                <a:rPr lang="sk-SK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edĺ</a:t>
              </a:r>
              <a:r>
                <a:rPr lang="en-US" sz="2800" b="1" u="none" dirty="0" err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žte</a:t>
              </a:r>
              <a:r>
                <a:rPr lang="en-US" sz="2800" b="1" u="none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</a:t>
              </a:r>
              <a:r>
                <a:rPr lang="en-US" sz="2800" b="1" u="none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“pad”</a:t>
              </a:r>
              <a:endParaRPr lang="en-US" sz="40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76135" name="Rectangle 7"/>
          <p:cNvSpPr>
            <a:spLocks noChangeArrowheads="1"/>
          </p:cNvSpPr>
          <p:nvPr/>
        </p:nvSpPr>
        <p:spPr bwMode="auto">
          <a:xfrm>
            <a:off x="381000" y="762000"/>
            <a:ext cx="3886200" cy="1447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457200" y="760413"/>
            <a:ext cx="380033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U </a:t>
            </a:r>
            <a:r>
              <a:rPr lang="en-US" sz="2800" b="1" u="none" dirty="0" err="1">
                <a:solidFill>
                  <a:srgbClr val="33CC33"/>
                </a:solidFill>
                <a:latin typeface="Arial Rounded MT Bold" pitchFamily="34" charset="0"/>
              </a:rPr>
              <a:t>velkých</a:t>
            </a:r>
            <a:r>
              <a:rPr lang="en-US" sz="2800" b="1" u="none" dirty="0">
                <a:solidFill>
                  <a:srgbClr val="33CC33"/>
                </a:solidFill>
                <a:latin typeface="Arial Rounded MT Bold" pitchFamily="34" charset="0"/>
              </a:rPr>
              <a:t> </a:t>
            </a:r>
            <a:r>
              <a:rPr lang="en-US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pacien</a:t>
            </a:r>
            <a:r>
              <a:rPr lang="sk-SK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tov</a:t>
            </a:r>
            <a:endParaRPr lang="en-US" sz="2800" b="1" u="none" dirty="0">
              <a:solidFill>
                <a:srgbClr val="33CC33"/>
              </a:solidFill>
              <a:latin typeface="Arial Rounded MT Bold" pitchFamily="34" charset="0"/>
            </a:endParaRPr>
          </a:p>
          <a:p>
            <a:pPr eaLnBrk="1" hangingPunct="1"/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m</a:t>
            </a:r>
            <a:r>
              <a:rPr lang="sk-SK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ô</a:t>
            </a:r>
            <a:r>
              <a:rPr lang="en-US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že</a:t>
            </a:r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 b</a:t>
            </a:r>
            <a:r>
              <a:rPr lang="sk-SK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yť</a:t>
            </a:r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 </a:t>
            </a:r>
            <a:r>
              <a:rPr lang="sk-SK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ľavá</a:t>
            </a:r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 </a:t>
            </a:r>
            <a:r>
              <a:rPr lang="en-US" sz="2800" b="1" u="none" dirty="0">
                <a:solidFill>
                  <a:srgbClr val="33CC33"/>
                </a:solidFill>
                <a:latin typeface="Arial Rounded MT Bold" pitchFamily="34" charset="0"/>
              </a:rPr>
              <a:t>(apex)</a:t>
            </a:r>
          </a:p>
          <a:p>
            <a:pPr eaLnBrk="1" hangingPunct="1"/>
            <a:r>
              <a:rPr lang="sk-SK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časť</a:t>
            </a:r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 v</a:t>
            </a:r>
            <a:r>
              <a:rPr lang="sk-SK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ia</a:t>
            </a:r>
            <a:r>
              <a:rPr lang="en-US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c v</a:t>
            </a:r>
            <a:r>
              <a:rPr lang="sk-SK" sz="2800" b="1" u="none" dirty="0" smtClean="0">
                <a:solidFill>
                  <a:srgbClr val="33CC33"/>
                </a:solidFill>
                <a:latin typeface="Arial Rounded MT Bold" pitchFamily="34" charset="0"/>
              </a:rPr>
              <a:t>ľa</a:t>
            </a:r>
            <a:r>
              <a:rPr lang="en-US" sz="2800" b="1" u="none" dirty="0" err="1" smtClean="0">
                <a:solidFill>
                  <a:srgbClr val="33CC33"/>
                </a:solidFill>
                <a:latin typeface="Arial Rounded MT Bold" pitchFamily="34" charset="0"/>
              </a:rPr>
              <a:t>vo</a:t>
            </a:r>
            <a:endParaRPr lang="en-US" sz="2800" b="1" u="none" dirty="0">
              <a:solidFill>
                <a:srgbClr val="33CC33"/>
              </a:solidFill>
              <a:latin typeface="Arial Rounded MT Bold" pitchFamily="34" charset="0"/>
            </a:endParaRPr>
          </a:p>
        </p:txBody>
      </p:sp>
      <p:pic>
        <p:nvPicPr>
          <p:cNvPr id="8" name="Obrázek 7" descr="logo certifikat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763688" cy="6432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7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46" name="Picture 14">
            <a:hlinkClick r:id="" action="ppaction://media"/>
          </p:cNvPr>
          <p:cNvPicPr>
            <a:picLocks noRot="1" noChangeAspect="1" noChangeArrowheads="1"/>
          </p:cNvPicPr>
          <p:nvPr>
            <a:wavAudioFile r:embed="rId1" name="Stand_Analyzing.wav"/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5638800"/>
            <a:ext cx="304800" cy="304800"/>
          </a:xfrm>
          <a:prstGeom prst="rect">
            <a:avLst/>
          </a:prstGeom>
          <a:noFill/>
        </p:spPr>
      </p:pic>
      <p:pic>
        <p:nvPicPr>
          <p:cNvPr id="120855" name="Picture 392318" descr="\\Cathy\etx share\OptZOLL AED Plus Training 5 1 02\EFCACT1\S55Picture 392318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10400" y="5181600"/>
            <a:ext cx="1676400" cy="13716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0835" name="Oval 3"/>
          <p:cNvSpPr>
            <a:spLocks noChangeArrowheads="1"/>
          </p:cNvSpPr>
          <p:nvPr/>
        </p:nvSpPr>
        <p:spPr bwMode="auto">
          <a:xfrm>
            <a:off x="8534400" y="54102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533400" y="3962400"/>
            <a:ext cx="8077852" cy="177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11906097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Nedotýk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s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pacienta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počas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analýzy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(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aby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ne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kreslilo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m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era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jeho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EKG)</a:t>
            </a:r>
          </a:p>
          <a:p>
            <a:pPr>
              <a:lnSpc>
                <a:spcPct val="115000"/>
              </a:lnSpc>
              <a:buClr>
                <a:srgbClr val="FF0000"/>
              </a:buClr>
              <a:buSzPct val="120000"/>
              <a:buFontTx/>
              <a:buChar char="•"/>
            </a:pP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pic>
        <p:nvPicPr>
          <p:cNvPr id="120856" name="Picture 8250043" descr="\\Cathy\etx share\OptZOLL AED Plus Training 5 1 02\EFCACT1\S55Picture 8250043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49800" y="863600"/>
            <a:ext cx="3924300" cy="294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0840" name="AutoShape 8"/>
          <p:cNvSpPr>
            <a:spLocks noChangeArrowheads="1"/>
          </p:cNvSpPr>
          <p:nvPr/>
        </p:nvSpPr>
        <p:spPr bwMode="auto">
          <a:xfrm>
            <a:off x="949325" y="838200"/>
            <a:ext cx="3317875" cy="28194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5194" dir="12393903" algn="ctr" rotWithShape="0">
              <a:schemeClr val="tx1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sp>
        <p:nvSpPr>
          <p:cNvPr id="120841" name="WordArt 9"/>
          <p:cNvSpPr>
            <a:spLocks noChangeArrowheads="1" noChangeShapeType="1" noTextEdit="1"/>
          </p:cNvSpPr>
          <p:nvPr/>
        </p:nvSpPr>
        <p:spPr bwMode="auto">
          <a:xfrm>
            <a:off x="812800" y="1905000"/>
            <a:ext cx="3632200" cy="11049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kern="10">
                <a:ln w="9525">
                  <a:noFill/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77251" dir="10232261" algn="ctr" rotWithShape="0">
                    <a:schemeClr val="tx1"/>
                  </a:outerShdw>
                </a:effectLst>
                <a:latin typeface="Arial Black"/>
              </a:rPr>
              <a:t>POZOR</a:t>
            </a:r>
          </a:p>
        </p:txBody>
      </p:sp>
      <p:sp>
        <p:nvSpPr>
          <p:cNvPr id="120842" name="Rectangle 10"/>
          <p:cNvSpPr>
            <a:spLocks noChangeArrowheads="1"/>
          </p:cNvSpPr>
          <p:nvPr/>
        </p:nvSpPr>
        <p:spPr bwMode="auto">
          <a:xfrm>
            <a:off x="8534400" y="5638800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204" fill="hold"/>
                                        <p:tgtEl>
                                          <p:spTgt spid="1208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0846"/>
                </p:tgtEl>
              </p:cMediaNode>
            </p:audio>
          </p:childTnLst>
        </p:cTn>
      </p:par>
    </p:tnLst>
    <p:bldLst>
      <p:bldP spid="120835" grpId="0" animBg="1"/>
      <p:bldP spid="120837" grpId="0" autoUpdateAnimBg="0"/>
      <p:bldP spid="12084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80" name="Picture 594989" descr="\\Cathy\etx share\OptZOLL AED Plus Training 5 1 02\EFCACT1\S56Picture 59498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43800" y="5715000"/>
            <a:ext cx="2413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1881" name="Picture 8905762" descr="\\Cathy\etx share\OptZOLL AED Plus Training 5 1 02\EFCACT1\S56Picture 8905762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86600" y="5334000"/>
            <a:ext cx="1676400" cy="13716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1859" name="Oval 3"/>
          <p:cNvSpPr>
            <a:spLocks noChangeArrowheads="1"/>
          </p:cNvSpPr>
          <p:nvPr/>
        </p:nvSpPr>
        <p:spPr bwMode="auto">
          <a:xfrm>
            <a:off x="8534400" y="5410200"/>
            <a:ext cx="152400" cy="1524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457200" y="3581400"/>
            <a:ext cx="8970726" cy="1778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11906097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Udržujte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odstup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od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pacienta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počas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šok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ov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lnSpc>
                <a:spcPct val="115000"/>
              </a:lnSpc>
              <a:buClr>
                <a:srgbClr val="FFFF00"/>
              </a:buClr>
              <a:buFont typeface="Wingdings" pitchFamily="2" charset="2"/>
              <a:buChar char="ü"/>
            </a:pP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Ved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vás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k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tomu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aj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slovn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ý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p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íkaz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lnSpc>
                <a:spcPct val="115000"/>
              </a:lnSpc>
              <a:buClr>
                <a:srgbClr val="FFFF00"/>
              </a:buClr>
              <a:buFont typeface="Wingdings" pitchFamily="2" charset="2"/>
              <a:buChar char="ü"/>
            </a:pP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Ved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vás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k </a:t>
            </a:r>
            <a:r>
              <a:rPr lang="en-US" sz="32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tomu</a:t>
            </a:r>
            <a:r>
              <a:rPr lang="en-US" sz="32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aj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vizuáln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y</a:t>
            </a:r>
            <a:r>
              <a:rPr lang="en-US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p</a:t>
            </a:r>
            <a:r>
              <a:rPr lang="sk-SK" sz="32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32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íkaz</a:t>
            </a:r>
            <a:endParaRPr lang="en-US" sz="32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pic>
        <p:nvPicPr>
          <p:cNvPr id="121882" name="Picture 1777704" descr="\\Cathy\etx share\OptZOLL AED Plus Training 5 1 02\EFCACT1\S56Picture 1777704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724400" y="685800"/>
            <a:ext cx="4038600" cy="2667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1864" name="AutoShape 8"/>
          <p:cNvSpPr>
            <a:spLocks noChangeArrowheads="1"/>
          </p:cNvSpPr>
          <p:nvPr/>
        </p:nvSpPr>
        <p:spPr bwMode="auto">
          <a:xfrm>
            <a:off x="746125" y="762000"/>
            <a:ext cx="3317875" cy="2819400"/>
          </a:xfrm>
          <a:prstGeom prst="triangle">
            <a:avLst>
              <a:gd name="adj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85194" dir="12393903" algn="ctr" rotWithShape="0">
              <a:schemeClr val="tx1"/>
            </a:outerShdw>
          </a:effectLst>
        </p:spPr>
        <p:txBody>
          <a:bodyPr wrap="none" anchor="ctr"/>
          <a:lstStyle/>
          <a:p>
            <a:endParaRPr lang="sk-SK"/>
          </a:p>
        </p:txBody>
      </p:sp>
      <p:sp>
        <p:nvSpPr>
          <p:cNvPr id="121865" name="WordArt 9"/>
          <p:cNvSpPr>
            <a:spLocks noChangeArrowheads="1" noChangeShapeType="1" noTextEdit="1"/>
          </p:cNvSpPr>
          <p:nvPr/>
        </p:nvSpPr>
        <p:spPr bwMode="auto">
          <a:xfrm>
            <a:off x="609600" y="1828800"/>
            <a:ext cx="3632200" cy="11049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kern="10">
                <a:ln w="9525">
                  <a:noFill/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77251" dir="10232261" algn="ctr" rotWithShape="0">
                    <a:schemeClr val="tx1"/>
                  </a:outerShdw>
                </a:effectLst>
                <a:latin typeface="Arial Black"/>
              </a:rPr>
              <a:t>POZOR</a:t>
            </a:r>
          </a:p>
        </p:txBody>
      </p:sp>
      <p:pic>
        <p:nvPicPr>
          <p:cNvPr id="121883" name="Picture 27">
            <a:hlinkClick r:id="" action="ppaction://media"/>
          </p:cNvPr>
          <p:cNvPicPr>
            <a:picLocks noRot="1" noChangeAspect="1" noChangeArrowheads="1"/>
          </p:cNvPicPr>
          <p:nvPr>
            <a:wavAudioFile r:embed="rId4" name="No_Circulation_CPR.wav"/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8001024" y="4357694"/>
            <a:ext cx="304800" cy="3048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18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18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1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1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If_No_Circulation_CP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564" fill="hold"/>
                                        <p:tgtEl>
                                          <p:spTgt spid="12188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3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1883"/>
                </p:tgtEl>
              </p:cMediaNode>
            </p:audio>
          </p:childTnLst>
        </p:cTn>
      </p:par>
    </p:tnLst>
    <p:bldLst>
      <p:bldP spid="121859" grpId="0" animBg="1"/>
      <p:bldP spid="121861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0" name="Picture 60">
            <a:hlinkClick r:id="" action="ppaction://media"/>
          </p:cNvPr>
          <p:cNvPicPr>
            <a:picLocks noRot="1" noChangeAspect="1" noChangeArrowheads="1"/>
          </p:cNvPicPr>
          <p:nvPr>
            <a:wavAudioFile r:embed="rId1" name="Press_Treatment.wav"/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419600" y="3276600"/>
            <a:ext cx="304800" cy="304800"/>
          </a:xfrm>
          <a:prstGeom prst="rect">
            <a:avLst/>
          </a:prstGeom>
          <a:noFill/>
        </p:spPr>
      </p:pic>
      <p:pic>
        <p:nvPicPr>
          <p:cNvPr id="122978" name="Picture 6160535" descr="\\Cathy\etx share\OptZOLL AED Plus Training 5 1 02\EFCACT1\S57Picture 6160535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14400" y="6858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22979" name="Picture 277056" descr="\\Cathy\etx share\OptZOLL AED Plus Training 5 1 02\EFCACT1\S57Picture 277056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505200" y="228600"/>
            <a:ext cx="1828800" cy="15240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891" name="Rectangle 11"/>
          <p:cNvSpPr>
            <a:spLocks noChangeArrowheads="1"/>
          </p:cNvSpPr>
          <p:nvPr/>
        </p:nvSpPr>
        <p:spPr bwMode="auto">
          <a:xfrm>
            <a:off x="4879975" y="1600200"/>
            <a:ext cx="2286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2892" name="Oval 12"/>
          <p:cNvSpPr>
            <a:spLocks noChangeArrowheads="1"/>
          </p:cNvSpPr>
          <p:nvPr/>
        </p:nvSpPr>
        <p:spPr bwMode="auto">
          <a:xfrm rot="553435">
            <a:off x="4876800" y="1522413"/>
            <a:ext cx="153988" cy="149225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2893" name="Rectangle 13"/>
          <p:cNvSpPr>
            <a:spLocks noChangeArrowheads="1"/>
          </p:cNvSpPr>
          <p:nvPr/>
        </p:nvSpPr>
        <p:spPr bwMode="auto">
          <a:xfrm rot="2081710">
            <a:off x="4948238" y="1544638"/>
            <a:ext cx="1524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22980" name="Picture 1347447" descr="\\Cathy\etx share\OptZOLL AED Plus Training 5 1 02\EFCACT1\S57Picture 1347447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791200" y="457200"/>
            <a:ext cx="1828800" cy="14605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897" name="Rectangle 17"/>
          <p:cNvSpPr>
            <a:spLocks noChangeArrowheads="1"/>
          </p:cNvSpPr>
          <p:nvPr/>
        </p:nvSpPr>
        <p:spPr bwMode="auto">
          <a:xfrm>
            <a:off x="5791200" y="16764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2898" name="Line 18"/>
          <p:cNvSpPr>
            <a:spLocks noChangeShapeType="1"/>
          </p:cNvSpPr>
          <p:nvPr/>
        </p:nvSpPr>
        <p:spPr bwMode="auto">
          <a:xfrm>
            <a:off x="5791200" y="1905000"/>
            <a:ext cx="152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pic>
        <p:nvPicPr>
          <p:cNvPr id="122981" name="Picture 4866161" descr="\\Cathy\etx share\OptZOLL AED Plus Training 5 1 02\EFCACT1\S57Picture 4866161.JP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883400" y="2286000"/>
            <a:ext cx="1790700" cy="1447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901" name="Rectangle 21"/>
          <p:cNvSpPr>
            <a:spLocks noChangeArrowheads="1"/>
          </p:cNvSpPr>
          <p:nvPr/>
        </p:nvSpPr>
        <p:spPr bwMode="auto">
          <a:xfrm>
            <a:off x="6891338" y="2286000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22982" name="Picture 7037069" descr="\\Cathy\etx share\OptZOLL AED Plus Training 5 1 02\EFCACT1\S57Picture 7037069.JP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7" cstate="print">
            <a:lum bright="6000"/>
          </a:blip>
          <a:srcRect/>
          <a:stretch>
            <a:fillRect/>
          </a:stretch>
        </p:blipFill>
        <p:spPr bwMode="auto">
          <a:xfrm>
            <a:off x="6934200" y="4114800"/>
            <a:ext cx="17526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904" name="Rectangle 24"/>
          <p:cNvSpPr>
            <a:spLocks noChangeArrowheads="1"/>
          </p:cNvSpPr>
          <p:nvPr/>
        </p:nvSpPr>
        <p:spPr bwMode="auto">
          <a:xfrm>
            <a:off x="6934200" y="4114800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22983" name="Picture 5844628" descr="\\Cathy\etx share\OptZOLL AED Plus Training 5 1 02\EFCACT1\S57Picture 5844628.JP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514600" y="5105400"/>
            <a:ext cx="17780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908" name="Rectangle 28"/>
          <p:cNvSpPr>
            <a:spLocks noChangeArrowheads="1"/>
          </p:cNvSpPr>
          <p:nvPr/>
        </p:nvSpPr>
        <p:spPr bwMode="auto">
          <a:xfrm>
            <a:off x="3276600" y="6270625"/>
            <a:ext cx="228600" cy="228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2910" name="Line 30"/>
          <p:cNvSpPr>
            <a:spLocks noChangeShapeType="1"/>
          </p:cNvSpPr>
          <p:nvPr/>
        </p:nvSpPr>
        <p:spPr bwMode="auto">
          <a:xfrm>
            <a:off x="3200400" y="6499225"/>
            <a:ext cx="304800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pic>
        <p:nvPicPr>
          <p:cNvPr id="122984" name="Picture 6795457" descr="\\Cathy\etx share\OptZOLL AED Plus Training 5 1 02\EFCACT1\S57Picture 6795457.JP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609600" y="4114800"/>
            <a:ext cx="1600200" cy="1295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22985" name="Picture 5218604" descr="\\Cathy\etx share\OptZOLL AED Plus Training 5 1 02\EFCACT1\S57Picture 5218604.JP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429000" y="2209800"/>
            <a:ext cx="2070100" cy="18161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916" name="WordArt 36"/>
          <p:cNvSpPr>
            <a:spLocks noChangeArrowheads="1" noChangeShapeType="1" noTextEdit="1"/>
          </p:cNvSpPr>
          <p:nvPr/>
        </p:nvSpPr>
        <p:spPr bwMode="auto">
          <a:xfrm>
            <a:off x="2438400" y="4205288"/>
            <a:ext cx="4267200" cy="671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b="1" kern="10" dirty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0800" dir="10800000" algn="ctr" rotWithShape="0">
                    <a:schemeClr val="tx1"/>
                  </a:outerShdw>
                </a:effectLst>
                <a:latin typeface="Arial Narrow"/>
              </a:rPr>
              <a:t>STLAČTE </a:t>
            </a:r>
            <a:r>
              <a:rPr lang="sk-SK" sz="3600" b="1" kern="10" dirty="0" smtClean="0">
                <a:ln w="9525">
                  <a:noFill/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0800" dir="10800000" algn="ctr" rotWithShape="0">
                    <a:schemeClr val="tx1"/>
                  </a:outerShdw>
                </a:effectLst>
                <a:latin typeface="Arial Narrow"/>
              </a:rPr>
              <a:t>TLAČIDLO LIEČBY</a:t>
            </a:r>
            <a:endParaRPr lang="sk-SK" sz="3600" b="1" kern="10" dirty="0">
              <a:ln w="9525">
                <a:noFill/>
                <a:round/>
                <a:headEnd/>
                <a:tailEnd/>
              </a:ln>
              <a:solidFill>
                <a:schemeClr val="bg1"/>
              </a:solidFill>
              <a:effectLst>
                <a:outerShdw dist="50800" dir="10800000" algn="ctr" rotWithShape="0">
                  <a:schemeClr val="tx1"/>
                </a:outerShdw>
              </a:effectLst>
              <a:latin typeface="Arial Narrow"/>
            </a:endParaRPr>
          </a:p>
        </p:txBody>
      </p:sp>
      <p:sp>
        <p:nvSpPr>
          <p:cNvPr id="122917" name="Oval 37"/>
          <p:cNvSpPr>
            <a:spLocks noChangeArrowheads="1"/>
          </p:cNvSpPr>
          <p:nvPr/>
        </p:nvSpPr>
        <p:spPr bwMode="auto">
          <a:xfrm>
            <a:off x="4724400" y="3276600"/>
            <a:ext cx="304800" cy="304800"/>
          </a:xfrm>
          <a:prstGeom prst="ellipse">
            <a:avLst/>
          </a:prstGeom>
          <a:solidFill>
            <a:srgbClr val="FFFF00"/>
          </a:solidFill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22986" name="Picture 4763464" descr="\\Cathy\etx share\OptZOLL AED Plus Training 5 1 02\EFCACT1\S57Picture 4763464.JP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876800" y="5105400"/>
            <a:ext cx="1676400" cy="13716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2920" name="Rectangle 40"/>
          <p:cNvSpPr>
            <a:spLocks noChangeArrowheads="1"/>
          </p:cNvSpPr>
          <p:nvPr/>
        </p:nvSpPr>
        <p:spPr bwMode="auto">
          <a:xfrm>
            <a:off x="6019800" y="5181600"/>
            <a:ext cx="2286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2988" name="Text Box 108"/>
          <p:cNvSpPr txBox="1">
            <a:spLocks noChangeArrowheads="1"/>
          </p:cNvSpPr>
          <p:nvPr/>
        </p:nvSpPr>
        <p:spPr bwMode="auto">
          <a:xfrm>
            <a:off x="838200" y="4114800"/>
            <a:ext cx="609600" cy="4270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2800" b="1" u="none">
                <a:solidFill>
                  <a:srgbClr val="FF0000"/>
                </a:solidFill>
                <a:latin typeface="Arial Black" pitchFamily="34" charset="0"/>
              </a:rPr>
              <a:t>30</a:t>
            </a:r>
            <a:endParaRPr lang="cs-CZ" b="1" u="none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01" fill="hold"/>
                                        <p:tgtEl>
                                          <p:spTgt spid="1229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2940"/>
                </p:tgtEl>
              </p:cMediaNode>
            </p:audio>
          </p:childTnLst>
        </p:cTn>
      </p:par>
    </p:tnLst>
    <p:bldLst>
      <p:bldP spid="122916" grpId="0" animBg="1"/>
      <p:bldP spid="1229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1026"/>
          <p:cNvSpPr txBox="1">
            <a:spLocks noChangeArrowheads="1"/>
          </p:cNvSpPr>
          <p:nvPr/>
        </p:nvSpPr>
        <p:spPr bwMode="auto">
          <a:xfrm>
            <a:off x="0" y="533400"/>
            <a:ext cx="9144000" cy="405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85194" dir="9206097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/>
            <a:endParaRPr lang="en-US" sz="10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/>
            <a:endParaRPr lang="en-US" sz="800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en-US" sz="54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AED Plus </a:t>
            </a:r>
            <a:r>
              <a:rPr lang="en-US" sz="3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(a </a:t>
            </a:r>
            <a:r>
              <a:rPr lang="en-US" sz="36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iné</a:t>
            </a:r>
            <a:r>
              <a:rPr lang="en-US" sz="36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3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AED)</a:t>
            </a:r>
            <a:r>
              <a:rPr lang="en-US" sz="54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</a:p>
          <a:p>
            <a:pPr algn="ctr" eaLnBrk="1" hangingPunct="1">
              <a:lnSpc>
                <a:spcPct val="90000"/>
              </a:lnSpc>
            </a:pPr>
            <a:r>
              <a:rPr lang="en-US" sz="54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vytvo</a:t>
            </a:r>
            <a:r>
              <a:rPr lang="sk-SK" sz="54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54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í l</a:t>
            </a:r>
            <a:r>
              <a:rPr lang="sk-SK" sz="54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ie</a:t>
            </a:r>
            <a:r>
              <a:rPr lang="en-US" sz="54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čebný</a:t>
            </a:r>
            <a:r>
              <a:rPr lang="en-US" sz="54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5400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výboj</a:t>
            </a:r>
            <a:r>
              <a:rPr lang="en-US" sz="54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 </a:t>
            </a:r>
          </a:p>
          <a:p>
            <a:pPr algn="ctr" eaLnBrk="1" hangingPunct="1">
              <a:lnSpc>
                <a:spcPct val="90000"/>
              </a:lnSpc>
            </a:pPr>
            <a:endParaRPr lang="en-US" sz="10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en-US" sz="48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VÝHRADN</a:t>
            </a:r>
            <a:r>
              <a:rPr lang="sk-SK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sk-SK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L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EN </a:t>
            </a:r>
            <a:r>
              <a:rPr lang="sk-SK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</a:t>
            </a: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TEDY</a:t>
            </a:r>
            <a:endParaRPr lang="en-US" sz="4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90000"/>
              </a:lnSpc>
            </a:pPr>
            <a:endParaRPr lang="en-US" sz="14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ak 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automatika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zistí</a:t>
            </a:r>
            <a:r>
              <a:rPr lang="en-US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p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r</a:t>
            </a:r>
            <a:r>
              <a:rPr lang="en-US" sz="32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ítomnos</a:t>
            </a:r>
            <a:r>
              <a:rPr lang="sk-SK" sz="32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ť</a:t>
            </a:r>
            <a:endParaRPr lang="en-US" sz="32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  <a:p>
            <a:pPr algn="ctr" eaLnBrk="1" hangingPunct="1">
              <a:lnSpc>
                <a:spcPct val="90000"/>
              </a:lnSpc>
            </a:pPr>
            <a:r>
              <a:rPr lang="en-US" sz="44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arytmie</a:t>
            </a:r>
            <a:r>
              <a:rPr lang="en-US" sz="44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400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vhodn</a:t>
            </a:r>
            <a:r>
              <a:rPr lang="sk-SK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ej</a:t>
            </a:r>
            <a:r>
              <a:rPr lang="en-US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pr</a:t>
            </a:r>
            <a:r>
              <a:rPr lang="sk-SK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e</a:t>
            </a:r>
            <a:r>
              <a:rPr lang="en-US" sz="4400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  <a:r>
              <a:rPr lang="en-US" sz="4400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výboj</a:t>
            </a:r>
            <a:r>
              <a:rPr lang="en-US" sz="5400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Black" pitchFamily="34" charset="0"/>
              </a:rPr>
              <a:t> </a:t>
            </a:r>
          </a:p>
        </p:txBody>
      </p:sp>
      <p:pic>
        <p:nvPicPr>
          <p:cNvPr id="131100" name="Picture 5547675" descr="\\Cathy\etx share\OptZOLL AED Plus Training 5 1 02\EFCACT1\S58Picture 554767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66800" y="4495800"/>
            <a:ext cx="2603500" cy="19431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1078" name="Rectangle 1030"/>
          <p:cNvSpPr>
            <a:spLocks noChangeArrowheads="1"/>
          </p:cNvSpPr>
          <p:nvPr/>
        </p:nvSpPr>
        <p:spPr bwMode="auto">
          <a:xfrm>
            <a:off x="1135063" y="4572000"/>
            <a:ext cx="2506662" cy="6096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000" b="1" u="none" dirty="0" err="1"/>
              <a:t>Šokové</a:t>
            </a:r>
            <a:r>
              <a:rPr lang="en-US" sz="2000" b="1" u="none" dirty="0"/>
              <a:t> </a:t>
            </a:r>
            <a:r>
              <a:rPr lang="en-US" sz="2000" b="1" u="none" dirty="0" err="1" smtClean="0"/>
              <a:t>tlač</a:t>
            </a:r>
            <a:r>
              <a:rPr lang="sk-SK" sz="2000" b="1" u="none" dirty="0" err="1" smtClean="0"/>
              <a:t>idl</a:t>
            </a:r>
            <a:r>
              <a:rPr lang="en-US" sz="2000" b="1" u="none" dirty="0" smtClean="0"/>
              <a:t>o </a:t>
            </a:r>
            <a:endParaRPr lang="en-US" sz="2000" b="1" u="none" dirty="0"/>
          </a:p>
          <a:p>
            <a:pPr algn="ctr" eaLnBrk="1" hangingPunct="1"/>
            <a:r>
              <a:rPr lang="en-US" sz="2000" b="1" u="none" dirty="0" err="1">
                <a:solidFill>
                  <a:srgbClr val="FF0000"/>
                </a:solidFill>
              </a:rPr>
              <a:t>bude</a:t>
            </a:r>
            <a:r>
              <a:rPr lang="en-US" sz="2000" b="1" u="none" dirty="0"/>
              <a:t> </a:t>
            </a:r>
            <a:r>
              <a:rPr lang="en-US" sz="2000" b="1" u="none" dirty="0" err="1" smtClean="0"/>
              <a:t>funkčn</a:t>
            </a:r>
            <a:r>
              <a:rPr lang="sk-SK" sz="2000" b="1" u="none" dirty="0" smtClean="0"/>
              <a:t>é</a:t>
            </a:r>
            <a:endParaRPr lang="en-US" sz="2000" b="1" u="none" dirty="0"/>
          </a:p>
        </p:txBody>
      </p:sp>
      <p:sp>
        <p:nvSpPr>
          <p:cNvPr id="131079" name="Rectangle 1031"/>
          <p:cNvSpPr>
            <a:spLocks noChangeArrowheads="1"/>
          </p:cNvSpPr>
          <p:nvPr/>
        </p:nvSpPr>
        <p:spPr bwMode="auto">
          <a:xfrm>
            <a:off x="1135063" y="5715000"/>
            <a:ext cx="2506662" cy="6096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cs-CZ" sz="2000" b="1" u="none"/>
          </a:p>
        </p:txBody>
      </p:sp>
      <p:pic>
        <p:nvPicPr>
          <p:cNvPr id="131101" name="Picture 8702245" descr="\\Cathy\etx share\OptZOLL AED Plus Training 5 1 02\EFCACT1\S58Picture 8702245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64200" y="4495800"/>
            <a:ext cx="2641600" cy="1993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1083" name="Rectangle 1035"/>
          <p:cNvSpPr>
            <a:spLocks noChangeArrowheads="1"/>
          </p:cNvSpPr>
          <p:nvPr/>
        </p:nvSpPr>
        <p:spPr bwMode="auto">
          <a:xfrm>
            <a:off x="5740400" y="6019800"/>
            <a:ext cx="2506663" cy="381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lang="cs-CZ" sz="2000" b="1" u="none"/>
          </a:p>
        </p:txBody>
      </p:sp>
      <p:sp>
        <p:nvSpPr>
          <p:cNvPr id="131084" name="Freeform 1036"/>
          <p:cNvSpPr>
            <a:spLocks/>
          </p:cNvSpPr>
          <p:nvPr/>
        </p:nvSpPr>
        <p:spPr bwMode="auto">
          <a:xfrm>
            <a:off x="5715000" y="5867400"/>
            <a:ext cx="2455863" cy="120650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20" y="19"/>
              </a:cxn>
              <a:cxn ang="0">
                <a:pos x="312" y="31"/>
              </a:cxn>
              <a:cxn ang="0">
                <a:pos x="504" y="19"/>
              </a:cxn>
              <a:cxn ang="0">
                <a:pos x="588" y="43"/>
              </a:cxn>
              <a:cxn ang="0">
                <a:pos x="828" y="55"/>
              </a:cxn>
              <a:cxn ang="0">
                <a:pos x="1068" y="31"/>
              </a:cxn>
              <a:cxn ang="0">
                <a:pos x="1740" y="43"/>
              </a:cxn>
            </a:cxnLst>
            <a:rect l="0" t="0" r="r" b="b"/>
            <a:pathLst>
              <a:path w="1740" h="76">
                <a:moveTo>
                  <a:pt x="0" y="7"/>
                </a:moveTo>
                <a:cubicBezTo>
                  <a:pt x="40" y="11"/>
                  <a:pt x="80" y="19"/>
                  <a:pt x="120" y="19"/>
                </a:cubicBezTo>
                <a:cubicBezTo>
                  <a:pt x="230" y="19"/>
                  <a:pt x="220" y="0"/>
                  <a:pt x="312" y="31"/>
                </a:cubicBezTo>
                <a:cubicBezTo>
                  <a:pt x="376" y="27"/>
                  <a:pt x="440" y="19"/>
                  <a:pt x="504" y="19"/>
                </a:cubicBezTo>
                <a:cubicBezTo>
                  <a:pt x="582" y="19"/>
                  <a:pt x="523" y="37"/>
                  <a:pt x="588" y="43"/>
                </a:cubicBezTo>
                <a:cubicBezTo>
                  <a:pt x="668" y="50"/>
                  <a:pt x="748" y="51"/>
                  <a:pt x="828" y="55"/>
                </a:cubicBezTo>
                <a:cubicBezTo>
                  <a:pt x="912" y="76"/>
                  <a:pt x="991" y="70"/>
                  <a:pt x="1068" y="31"/>
                </a:cubicBezTo>
                <a:cubicBezTo>
                  <a:pt x="1604" y="45"/>
                  <a:pt x="1380" y="43"/>
                  <a:pt x="1740" y="43"/>
                </a:cubicBezTo>
              </a:path>
            </a:pathLst>
          </a:custGeom>
          <a:noFill/>
          <a:ln w="38100" cmpd="sng">
            <a:solidFill>
              <a:srgbClr val="4D4D4D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31085" name="Text Box 1037"/>
          <p:cNvSpPr txBox="1">
            <a:spLocks noChangeArrowheads="1"/>
          </p:cNvSpPr>
          <p:nvPr/>
        </p:nvSpPr>
        <p:spPr bwMode="auto">
          <a:xfrm>
            <a:off x="6019800" y="4572000"/>
            <a:ext cx="2153154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2000" b="1" u="none" dirty="0" err="1"/>
              <a:t>Šokové</a:t>
            </a:r>
            <a:r>
              <a:rPr lang="en-US" sz="2000" b="1" u="none" dirty="0"/>
              <a:t> </a:t>
            </a:r>
            <a:r>
              <a:rPr lang="en-US" sz="2000" b="1" u="none" dirty="0" err="1" smtClean="0"/>
              <a:t>tlač</a:t>
            </a:r>
            <a:r>
              <a:rPr lang="sk-SK" sz="2000" b="1" u="none" dirty="0" err="1" smtClean="0"/>
              <a:t>idlo</a:t>
            </a:r>
            <a:endParaRPr lang="en-US" sz="2000" b="1" u="none" dirty="0"/>
          </a:p>
          <a:p>
            <a:pPr algn="ctr" eaLnBrk="1" hangingPunct="1"/>
            <a:r>
              <a:rPr lang="en-US" sz="2000" b="1" u="none" dirty="0" err="1"/>
              <a:t>nebude</a:t>
            </a:r>
            <a:r>
              <a:rPr lang="en-US" sz="2000" b="1" u="none" dirty="0"/>
              <a:t> </a:t>
            </a:r>
            <a:r>
              <a:rPr lang="en-US" sz="2000" b="1" u="none" dirty="0" err="1" smtClean="0"/>
              <a:t>funkčn</a:t>
            </a:r>
            <a:r>
              <a:rPr lang="sk-SK" sz="2000" b="1" u="none" dirty="0" smtClean="0"/>
              <a:t>é</a:t>
            </a:r>
            <a:endParaRPr lang="en-US" sz="2000" b="1" u="none" dirty="0"/>
          </a:p>
        </p:txBody>
      </p:sp>
      <p:sp>
        <p:nvSpPr>
          <p:cNvPr id="131102" name="Text Box 1054"/>
          <p:cNvSpPr txBox="1">
            <a:spLocks noChangeArrowheads="1"/>
          </p:cNvSpPr>
          <p:nvPr/>
        </p:nvSpPr>
        <p:spPr bwMode="auto">
          <a:xfrm>
            <a:off x="1447800" y="5867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b="1" u="none" dirty="0" err="1" smtClean="0">
                <a:solidFill>
                  <a:srgbClr val="FF0000"/>
                </a:solidFill>
              </a:rPr>
              <a:t>fibrilácia</a:t>
            </a:r>
            <a:endParaRPr lang="cs-CZ" sz="2000" b="1" u="none" dirty="0"/>
          </a:p>
        </p:txBody>
      </p:sp>
      <p:sp>
        <p:nvSpPr>
          <p:cNvPr id="131103" name="Text Box 1055"/>
          <p:cNvSpPr txBox="1">
            <a:spLocks noChangeArrowheads="1"/>
          </p:cNvSpPr>
          <p:nvPr/>
        </p:nvSpPr>
        <p:spPr bwMode="auto">
          <a:xfrm>
            <a:off x="5715000" y="60198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cs-CZ" sz="2000" b="1" u="none" dirty="0" err="1" smtClean="0"/>
              <a:t>ostatná</a:t>
            </a:r>
            <a:r>
              <a:rPr lang="cs-CZ" sz="2000" b="1" u="none" dirty="0" smtClean="0"/>
              <a:t> </a:t>
            </a:r>
            <a:r>
              <a:rPr lang="cs-CZ" sz="2000" b="1" u="none" dirty="0" err="1" smtClean="0"/>
              <a:t>arytmia</a:t>
            </a:r>
            <a:endParaRPr lang="cs-CZ" sz="20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533400" y="1143000"/>
            <a:ext cx="4648200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0000"/>
              </a:buClr>
              <a:buSzPct val="120000"/>
            </a:pPr>
            <a:r>
              <a:rPr lang="en-US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Uvo</a:t>
            </a:r>
            <a:r>
              <a:rPr lang="sk-SK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ľ</a:t>
            </a:r>
            <a:r>
              <a:rPr lang="en-US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te</a:t>
            </a:r>
            <a:endParaRPr lang="en-US" sz="48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FF0000"/>
              </a:buClr>
              <a:buSzPct val="95000"/>
              <a:buFont typeface="Wingdings" pitchFamily="2" charset="2"/>
              <a:buChar char="§"/>
            </a:pPr>
            <a:r>
              <a:rPr lang="en-US" sz="4400" u="none" dirty="0">
                <a:solidFill>
                  <a:srgbClr val="FFFF00"/>
                </a:solidFill>
                <a:cs typeface="Times New Roman" pitchFamily="18" charset="0"/>
              </a:rPr>
              <a:t> </a:t>
            </a:r>
            <a:r>
              <a:rPr lang="en-US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Dýchac</a:t>
            </a:r>
            <a:r>
              <a:rPr lang="sk-SK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ie</a:t>
            </a:r>
            <a:r>
              <a:rPr lang="en-US" sz="4400" u="none" dirty="0" smtClean="0">
                <a:solidFill>
                  <a:srgbClr val="FFFF00"/>
                </a:solidFill>
                <a:cs typeface="Times New Roman" pitchFamily="18" charset="0"/>
              </a:rPr>
              <a:t> </a:t>
            </a:r>
            <a:r>
              <a:rPr lang="en-US" sz="4400" u="none" dirty="0" err="1">
                <a:solidFill>
                  <a:srgbClr val="FFFF00"/>
                </a:solidFill>
                <a:cs typeface="Times New Roman" pitchFamily="18" charset="0"/>
              </a:rPr>
              <a:t>cesty</a:t>
            </a:r>
            <a:endParaRPr lang="en-US" sz="4400" u="none" dirty="0">
              <a:solidFill>
                <a:srgbClr val="FFFF00"/>
              </a:solidFill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FF0000"/>
              </a:buClr>
              <a:buSzPct val="95000"/>
              <a:buFont typeface="Wingdings" pitchFamily="2" charset="2"/>
              <a:buNone/>
            </a:pPr>
            <a:r>
              <a:rPr lang="sk-SK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</a:t>
            </a:r>
            <a:r>
              <a:rPr lang="en-US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kontrolujte</a:t>
            </a:r>
            <a:endParaRPr lang="en-US" sz="48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FF0000"/>
              </a:buClr>
              <a:buSzPct val="95000"/>
              <a:buFont typeface="Wingdings" pitchFamily="2" charset="2"/>
              <a:buChar char="§"/>
            </a:pPr>
            <a:r>
              <a:rPr lang="en-US" sz="4400" u="none" dirty="0">
                <a:solidFill>
                  <a:srgbClr val="FFFF00"/>
                </a:solidFill>
                <a:cs typeface="Times New Roman" pitchFamily="18" charset="0"/>
              </a:rPr>
              <a:t> </a:t>
            </a:r>
            <a:r>
              <a:rPr lang="en-US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Dých</a:t>
            </a:r>
            <a:r>
              <a:rPr lang="sk-SK" sz="4400" u="none" dirty="0" smtClean="0">
                <a:solidFill>
                  <a:srgbClr val="FFFF00"/>
                </a:solidFill>
                <a:cs typeface="Times New Roman" pitchFamily="18" charset="0"/>
              </a:rPr>
              <a:t>a</a:t>
            </a:r>
            <a:r>
              <a:rPr lang="en-US" sz="4400" u="none" dirty="0" smtClean="0">
                <a:solidFill>
                  <a:srgbClr val="FFFF00"/>
                </a:solidFill>
                <a:cs typeface="Times New Roman" pitchFamily="18" charset="0"/>
              </a:rPr>
              <a:t>n</a:t>
            </a:r>
            <a:r>
              <a:rPr lang="sk-SK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ie</a:t>
            </a:r>
            <a:endParaRPr lang="en-US" sz="4400" u="none" dirty="0">
              <a:solidFill>
                <a:srgbClr val="FFFF00"/>
              </a:solidFill>
              <a:cs typeface="Times New Roman" pitchFamily="18" charset="0"/>
            </a:endParaRPr>
          </a:p>
          <a:p>
            <a:pPr>
              <a:spcBef>
                <a:spcPct val="50000"/>
              </a:spcBef>
              <a:buClr>
                <a:srgbClr val="FF0000"/>
              </a:buClr>
              <a:buSzPct val="95000"/>
              <a:buFont typeface="Wingdings" pitchFamily="2" charset="2"/>
              <a:buChar char="§"/>
            </a:pPr>
            <a:r>
              <a:rPr lang="en-US" sz="4400" u="none" dirty="0">
                <a:solidFill>
                  <a:srgbClr val="FFFF00"/>
                </a:solidFill>
                <a:cs typeface="Times New Roman" pitchFamily="18" charset="0"/>
              </a:rPr>
              <a:t> </a:t>
            </a:r>
            <a:r>
              <a:rPr lang="en-US" sz="4400" u="none" dirty="0" smtClean="0">
                <a:solidFill>
                  <a:srgbClr val="FFFF00"/>
                </a:solidFill>
                <a:cs typeface="Times New Roman" pitchFamily="18" charset="0"/>
              </a:rPr>
              <a:t>P</a:t>
            </a:r>
            <a:r>
              <a:rPr lang="sk-SK" sz="4400" u="none" dirty="0" smtClean="0">
                <a:solidFill>
                  <a:srgbClr val="FFFF00"/>
                </a:solidFill>
                <a:cs typeface="Times New Roman" pitchFamily="18" charset="0"/>
              </a:rPr>
              <a:t>r</a:t>
            </a:r>
            <a:r>
              <a:rPr lang="en-US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íznaky</a:t>
            </a:r>
            <a:r>
              <a:rPr lang="en-US" sz="4400" u="none" dirty="0" smtClean="0">
                <a:solidFill>
                  <a:srgbClr val="FFFF00"/>
                </a:solidFill>
                <a:cs typeface="Times New Roman" pitchFamily="18" charset="0"/>
              </a:rPr>
              <a:t> ob</a:t>
            </a:r>
            <a:r>
              <a:rPr lang="sk-SK" sz="4400" u="none" dirty="0" smtClean="0">
                <a:solidFill>
                  <a:srgbClr val="FFFF00"/>
                </a:solidFill>
                <a:cs typeface="Times New Roman" pitchFamily="18" charset="0"/>
              </a:rPr>
              <a:t>e</a:t>
            </a:r>
            <a:r>
              <a:rPr lang="en-US" sz="4400" u="none" dirty="0" err="1" smtClean="0">
                <a:solidFill>
                  <a:srgbClr val="FFFF00"/>
                </a:solidFill>
                <a:cs typeface="Times New Roman" pitchFamily="18" charset="0"/>
              </a:rPr>
              <a:t>hu</a:t>
            </a:r>
            <a:endParaRPr lang="en-US" sz="4400" u="none" dirty="0">
              <a:solidFill>
                <a:srgbClr val="FFFF00"/>
              </a:solidFill>
              <a:cs typeface="Times New Roman" pitchFamily="18" charset="0"/>
            </a:endParaRP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152400" y="0"/>
            <a:ext cx="914400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8100" dir="108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Ak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6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výboje</a:t>
            </a:r>
            <a:r>
              <a:rPr lang="en-US" sz="26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b</a:t>
            </a:r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l</a:t>
            </a:r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6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dodané</a:t>
            </a:r>
            <a:r>
              <a:rPr lang="en-US" sz="26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sk-SK" sz="2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al</a:t>
            </a:r>
            <a:r>
              <a:rPr lang="en-US" sz="2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ebo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neb</a:t>
            </a:r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l</a:t>
            </a:r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i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26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doporučen</a:t>
            </a:r>
            <a:r>
              <a:rPr lang="sk-SK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é</a:t>
            </a:r>
            <a:r>
              <a:rPr lang="en-US" sz="26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…</a:t>
            </a:r>
            <a:endParaRPr lang="en-US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pic>
        <p:nvPicPr>
          <p:cNvPr id="172040" name="Picture 3531137" descr="\\Cathy\etx share\OptZOLL AED Plus Training 5 1 02\EFCACT1\S59Picture 3531137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371600"/>
            <a:ext cx="2870200" cy="2247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72041" name="Picture 7806823" descr="\\Cathy\etx share\OptZOLL AED Plus Training 5 1 02\EFCACT1\S59Picture 780682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34000" y="3962400"/>
            <a:ext cx="3276600" cy="2311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34" name="Picture 30">
            <a:hlinkClick r:id="" action="ppaction://media"/>
          </p:cNvPr>
          <p:cNvPicPr>
            <a:picLocks noRot="1" noChangeAspect="1" noChangeArrowheads="1"/>
          </p:cNvPicPr>
          <p:nvPr>
            <a:wavAudioFile r:embed="rId1" name="No_Circulation_CPR.wav"/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743200" y="4114800"/>
            <a:ext cx="304800" cy="304800"/>
          </a:xfrm>
          <a:prstGeom prst="rect">
            <a:avLst/>
          </a:prstGeom>
          <a:noFill/>
        </p:spPr>
      </p:pic>
      <p:pic>
        <p:nvPicPr>
          <p:cNvPr id="123948" name="Picture 7656919" descr="\\Cathy\etx share\OptZOLL AED Plus Training 5 1 02\EFCACT1\S60Picture 7656919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30900" y="457200"/>
            <a:ext cx="2667000" cy="3886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3907" name="Rectangle 3"/>
          <p:cNvSpPr>
            <a:spLocks noChangeArrowheads="1"/>
          </p:cNvSpPr>
          <p:nvPr/>
        </p:nvSpPr>
        <p:spPr bwMode="auto">
          <a:xfrm>
            <a:off x="947738" y="457200"/>
            <a:ext cx="163512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sz="48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152400" y="76200"/>
            <a:ext cx="8991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9693903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Pokiaľ nie sú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p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r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ítomn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é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2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známky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ob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e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hu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…</a:t>
            </a:r>
            <a:endParaRPr lang="en-US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369888" y="1676400"/>
            <a:ext cx="7026282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ľa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si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ved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pacienta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Položte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ru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ky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poz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ície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</a:pP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(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ĺ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bkový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senzor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“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puk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”) </a:t>
            </a: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Nakloňte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nad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hrudník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KPR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vád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za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 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30 : 2</a:t>
            </a:r>
          </a:p>
          <a:p>
            <a:pPr eaLnBrk="1" hangingPunct="1">
              <a:buClr>
                <a:srgbClr val="FF0000"/>
              </a:buClr>
            </a:pP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</a:t>
            </a:r>
            <a:endParaRPr lang="en-US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23949" name="Picture 7404268" descr="\\Cathy\etx share\OptZOLL AED Plus Training 5 1 02\EFCACT1\S60Picture 7404268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486400" y="5257800"/>
            <a:ext cx="1778000" cy="1422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5562600" y="5334000"/>
            <a:ext cx="45720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u="none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2</a:t>
            </a:r>
          </a:p>
        </p:txBody>
      </p:sp>
      <p:pic>
        <p:nvPicPr>
          <p:cNvPr id="123950" name="Picture 2429" descr="\\Cathy\etx share\OptZOLL AED Plus Training 5 1 02\EFCACT1\S60Picture 2429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905000" y="5257800"/>
            <a:ext cx="1752600" cy="1447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3923" name="Text Box 19"/>
          <p:cNvSpPr txBox="1">
            <a:spLocks noChangeArrowheads="1"/>
          </p:cNvSpPr>
          <p:nvPr/>
        </p:nvSpPr>
        <p:spPr bwMode="auto">
          <a:xfrm>
            <a:off x="2133600" y="5257800"/>
            <a:ext cx="5905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u="none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30</a:t>
            </a:r>
          </a:p>
        </p:txBody>
      </p:sp>
      <p:sp>
        <p:nvSpPr>
          <p:cNvPr id="123924" name="Text Box 20"/>
          <p:cNvSpPr txBox="1">
            <a:spLocks noChangeArrowheads="1"/>
          </p:cNvSpPr>
          <p:nvPr/>
        </p:nvSpPr>
        <p:spPr bwMode="auto">
          <a:xfrm>
            <a:off x="457200" y="762000"/>
            <a:ext cx="8686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sk-SK" sz="4400" b="1" dirty="0" smtClean="0">
                <a:solidFill>
                  <a:srgbClr val="FF0000"/>
                </a:solidFill>
              </a:rPr>
              <a:t>Zhrnutie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>KPR</a:t>
            </a:r>
          </a:p>
        </p:txBody>
      </p:sp>
      <p:sp>
        <p:nvSpPr>
          <p:cNvPr id="123932" name="Rectangle 28"/>
          <p:cNvSpPr>
            <a:spLocks noChangeArrowheads="1"/>
          </p:cNvSpPr>
          <p:nvPr/>
        </p:nvSpPr>
        <p:spPr bwMode="auto">
          <a:xfrm>
            <a:off x="381000" y="4038600"/>
            <a:ext cx="8991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Clr>
                <a:srgbClr val="FF0000"/>
              </a:buClr>
            </a:pP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Budete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počuť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 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“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Dobrá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masáž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 </a:t>
            </a:r>
            <a:r>
              <a:rPr lang="sk-SK" sz="18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</a:t>
            </a:r>
            <a:r>
              <a:rPr lang="en-US" sz="18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ebo</a:t>
            </a:r>
            <a:r>
              <a:rPr lang="en-US" sz="18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“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itlač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v</a:t>
            </a:r>
            <a:r>
              <a:rPr lang="sk-SK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iac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r>
              <a:rPr lang="en-US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/>
            </a:r>
            <a:br>
              <a:rPr lang="en-US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</a:t>
            </a:r>
            <a:r>
              <a:rPr lang="en-US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dapt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vn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metron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 </a:t>
            </a:r>
            <a:r>
              <a:rPr lang="en-US" b="1" i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vám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pomáh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udrž</a:t>
            </a:r>
            <a:r>
              <a:rPr lang="sk-SK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ať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správn</a:t>
            </a:r>
            <a:r>
              <a:rPr lang="sk-SK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tempo </a:t>
            </a:r>
          </a:p>
        </p:txBody>
      </p:sp>
      <p:sp>
        <p:nvSpPr>
          <p:cNvPr id="123951" name="Text Box 47"/>
          <p:cNvSpPr txBox="1">
            <a:spLocks noChangeArrowheads="1"/>
          </p:cNvSpPr>
          <p:nvPr/>
        </p:nvSpPr>
        <p:spPr bwMode="auto">
          <a:xfrm>
            <a:off x="4419600" y="5181600"/>
            <a:ext cx="304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sz="3600" b="1" u="none">
                <a:solidFill>
                  <a:srgbClr val="FF0000"/>
                </a:solidFill>
                <a:latin typeface="Arial Black" pitchFamily="34" charset="0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If_No_Circulation_CP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564" fill="hold"/>
                                        <p:tgtEl>
                                          <p:spTgt spid="1239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3934"/>
                </p:tgtEl>
              </p:cMediaNode>
            </p:audio>
          </p:childTnLst>
        </p:cTn>
      </p:par>
    </p:tnLst>
    <p:bldLst>
      <p:bldP spid="123932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74" name="Picture 3417053" descr="\\Cathy\etx share\OptZOLL AED Plus Training 5 1 02\EFCACT1\S61Picture 341705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1600200"/>
            <a:ext cx="3657600" cy="2743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5955" name="Text Box 1027"/>
          <p:cNvSpPr txBox="1">
            <a:spLocks noChangeArrowheads="1"/>
          </p:cNvSpPr>
          <p:nvPr/>
        </p:nvSpPr>
        <p:spPr bwMode="auto">
          <a:xfrm>
            <a:off x="0" y="381000"/>
            <a:ext cx="6433171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Font typeface="Wingdings" pitchFamily="2" charset="2"/>
              <a:buChar char="Ø"/>
            </a:pP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Udržujte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vo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ľ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né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dýchac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cesty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32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sk-SK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</a:t>
            </a:r>
            <a:r>
              <a:rPr lang="en-US" sz="32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kontrolujte</a:t>
            </a:r>
            <a:r>
              <a:rPr lang="en-US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ústa</a:t>
            </a:r>
            <a:r>
              <a:rPr lang="en-US" sz="32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32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</a:t>
            </a:r>
            <a:r>
              <a:rPr lang="sk-SK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32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ípadn</a:t>
            </a:r>
            <a:r>
              <a:rPr lang="sk-SK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vyčist</a:t>
            </a:r>
            <a:r>
              <a:rPr lang="sk-SK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te</a:t>
            </a:r>
            <a:r>
              <a:rPr lang="en-US" sz="32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ústa</a:t>
            </a: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</a:t>
            </a:r>
            <a:r>
              <a:rPr lang="sk-SK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id</a:t>
            </a:r>
            <a:r>
              <a:rPr lang="sk-SK" sz="2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vihnite</a:t>
            </a:r>
            <a:r>
              <a:rPr lang="en-US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28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bradu</a:t>
            </a: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“</a:t>
            </a:r>
            <a:r>
              <a:rPr lang="en-US" sz="2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Zotavovac</a:t>
            </a:r>
            <a:r>
              <a:rPr lang="sk-SK" sz="2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ia</a:t>
            </a:r>
            <a:r>
              <a:rPr lang="en-US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2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poz</a:t>
            </a:r>
            <a:r>
              <a:rPr lang="sk-SK" sz="28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ícia</a:t>
            </a:r>
            <a:r>
              <a:rPr lang="en-US" sz="28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” </a:t>
            </a:r>
            <a:endParaRPr lang="en-US" sz="2800" b="1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28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Vložte</a:t>
            </a: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28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podložku</a:t>
            </a: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endParaRPr lang="sk-SK" sz="2800" b="1" i="1" u="none" dirty="0" smtClean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buClr>
                <a:srgbClr val="FF0000"/>
              </a:buClr>
            </a:pPr>
            <a:endParaRPr lang="en-US" sz="4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Sledujte</a:t>
            </a: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dých</a:t>
            </a:r>
            <a:r>
              <a:rPr lang="sk-SK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anie</a:t>
            </a:r>
            <a:endParaRPr lang="sk-SK" sz="3200" b="1" u="none" dirty="0" smtClean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</a:pP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Poskytn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psychick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ú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podporu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25956" name="Text Box 1028"/>
          <p:cNvSpPr txBox="1">
            <a:spLocks noChangeArrowheads="1"/>
          </p:cNvSpPr>
          <p:nvPr/>
        </p:nvSpPr>
        <p:spPr bwMode="auto">
          <a:xfrm>
            <a:off x="6969125" y="1219200"/>
            <a:ext cx="1841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endParaRPr lang="en-US" u="none">
              <a:latin typeface="Times New Roman" pitchFamily="18" charset="0"/>
            </a:endParaRPr>
          </a:p>
          <a:p>
            <a:pPr algn="ctr" eaLnBrk="1" hangingPunct="1"/>
            <a:endParaRPr lang="en-US" u="none">
              <a:latin typeface="Times New Roman" pitchFamily="18" charset="0"/>
            </a:endParaRPr>
          </a:p>
          <a:p>
            <a:pPr algn="ctr" eaLnBrk="1" hangingPunct="1"/>
            <a:endParaRPr lang="en-US" b="1" u="none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25975" name="Picture 1952175" descr="\\Cathy\etx share\OptZOLL AED Plus Training 5 1 02\EFCACT1\S61Picture 1952175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56400" y="4800600"/>
            <a:ext cx="18923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5959" name="Rectangle 1031"/>
          <p:cNvSpPr>
            <a:spLocks noChangeArrowheads="1"/>
          </p:cNvSpPr>
          <p:nvPr/>
        </p:nvSpPr>
        <p:spPr bwMode="auto">
          <a:xfrm>
            <a:off x="7848600" y="4800600"/>
            <a:ext cx="781050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5960" name="Rectangle 1032"/>
          <p:cNvSpPr>
            <a:spLocks noChangeArrowheads="1"/>
          </p:cNvSpPr>
          <p:nvPr/>
        </p:nvSpPr>
        <p:spPr bwMode="auto">
          <a:xfrm>
            <a:off x="7848600" y="6126163"/>
            <a:ext cx="781050" cy="4254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5961" name="Rectangle 1033"/>
          <p:cNvSpPr>
            <a:spLocks noChangeArrowheads="1"/>
          </p:cNvSpPr>
          <p:nvPr/>
        </p:nvSpPr>
        <p:spPr bwMode="auto">
          <a:xfrm>
            <a:off x="6705600" y="4767263"/>
            <a:ext cx="1981200" cy="178435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5965" name="Line 1037"/>
          <p:cNvSpPr>
            <a:spLocks noChangeShapeType="1"/>
          </p:cNvSpPr>
          <p:nvPr/>
        </p:nvSpPr>
        <p:spPr bwMode="auto">
          <a:xfrm flipV="1">
            <a:off x="3886200" y="3581400"/>
            <a:ext cx="2133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25969" name="Text Box 1041"/>
          <p:cNvSpPr txBox="1">
            <a:spLocks noChangeArrowheads="1"/>
          </p:cNvSpPr>
          <p:nvPr/>
        </p:nvSpPr>
        <p:spPr bwMode="auto">
          <a:xfrm>
            <a:off x="231775" y="-60325"/>
            <a:ext cx="765305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6993903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9933"/>
              </a:buClr>
              <a:buFont typeface="Wingdings" pitchFamily="2" charset="2"/>
              <a:buNone/>
            </a:pP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Ak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KPR </a:t>
            </a:r>
            <a:r>
              <a:rPr lang="sk-SK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al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ebo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šoky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s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ú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pot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ebné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…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95" name="Picture 4552527" descr="\\Cathy\etx share\OptZOLL AED Plus Training 5 1 02\EFCACT1\S62Picture 4552527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3000" y="3429000"/>
            <a:ext cx="4305300" cy="3225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6979" name="Rectangle 3"/>
          <p:cNvSpPr>
            <a:spLocks noChangeArrowheads="1"/>
          </p:cNvSpPr>
          <p:nvPr/>
        </p:nvSpPr>
        <p:spPr bwMode="auto">
          <a:xfrm>
            <a:off x="609600" y="609600"/>
            <a:ext cx="7915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/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Pas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í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vn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uvo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ľ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dýchacích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c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est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26980" name="Text Box 4"/>
          <p:cNvSpPr txBox="1">
            <a:spLocks noChangeArrowheads="1"/>
          </p:cNvSpPr>
          <p:nvPr/>
        </p:nvSpPr>
        <p:spPr bwMode="auto">
          <a:xfrm>
            <a:off x="609600" y="1316038"/>
            <a:ext cx="822960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ZOLL AED Plus 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ponúka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ojedin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elú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možnos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použ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iť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pas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vn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systém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uvo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enia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dýchacích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est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(Passive Airway Support System - PASS). 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Kryt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 AED 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ôž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 b</a:t>
            </a:r>
            <a:r>
              <a:rPr lang="sk-SK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yť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použitý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ako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kl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 </a:t>
            </a:r>
            <a:r>
              <a:rPr lang="en-US" sz="2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vložený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pod 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ramen</a:t>
            </a:r>
            <a:r>
              <a:rPr lang="sk-SK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2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pacienta</a:t>
            </a:r>
            <a:r>
              <a:rPr lang="en-US" sz="2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r>
              <a:rPr lang="en-US" sz="26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pic>
        <p:nvPicPr>
          <p:cNvPr id="126996" name="Picture 7441931" descr="\\Cathy\etx share\OptZOLL AED Plus Training 5 1 02\EFCACT1\S62Picture 7441931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05600" y="4648200"/>
            <a:ext cx="1981200" cy="185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6983" name="Rectangle 7"/>
          <p:cNvSpPr>
            <a:spLocks noChangeArrowheads="1"/>
          </p:cNvSpPr>
          <p:nvPr/>
        </p:nvSpPr>
        <p:spPr bwMode="auto">
          <a:xfrm rot="-5362808">
            <a:off x="6896100" y="4479926"/>
            <a:ext cx="363537" cy="7159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26984" name="Rectangle 8"/>
          <p:cNvSpPr>
            <a:spLocks noChangeArrowheads="1"/>
          </p:cNvSpPr>
          <p:nvPr/>
        </p:nvSpPr>
        <p:spPr bwMode="auto">
          <a:xfrm>
            <a:off x="6721475" y="4656138"/>
            <a:ext cx="1965325" cy="18288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Text Box 3"/>
          <p:cNvSpPr txBox="1">
            <a:spLocks noChangeArrowheads="1"/>
          </p:cNvSpPr>
          <p:nvPr/>
        </p:nvSpPr>
        <p:spPr bwMode="auto">
          <a:xfrm>
            <a:off x="1219200" y="3200400"/>
            <a:ext cx="757611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9693903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120000"/>
            </a:pPr>
            <a:endParaRPr lang="en-US" sz="3600" u="none" dirty="0">
              <a:solidFill>
                <a:srgbClr val="FFFF00"/>
              </a:solidFill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  <a:buFontTx/>
              <a:buChar char="•"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4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Poskytujte</a:t>
            </a: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4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životn</a:t>
            </a:r>
            <a:r>
              <a:rPr lang="sk-SK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ú</a:t>
            </a:r>
            <a:r>
              <a:rPr lang="en-US" sz="4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4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podporu</a:t>
            </a: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 lvl="1">
              <a:buClr>
                <a:srgbClr val="FF0000"/>
              </a:buClr>
              <a:buSzPct val="95000"/>
              <a:buFont typeface="Wingdings" pitchFamily="2" charset="2"/>
              <a:buNone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   </a:t>
            </a:r>
            <a:r>
              <a:rPr lang="en-US" sz="40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(</a:t>
            </a:r>
            <a:r>
              <a:rPr lang="sk-SK" sz="40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tak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ak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je to 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nutné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)</a:t>
            </a:r>
            <a:endParaRPr lang="en-US" sz="3600" b="1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buClr>
                <a:srgbClr val="FF0000"/>
              </a:buClr>
              <a:buSzPct val="120000"/>
            </a:pPr>
            <a:r>
              <a:rPr lang="en-US" b="1" i="1" u="none" dirty="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</p:txBody>
      </p:sp>
      <p:sp>
        <p:nvSpPr>
          <p:cNvPr id="124930" name="Text Box 2"/>
          <p:cNvSpPr txBox="1">
            <a:spLocks noChangeArrowheads="1"/>
          </p:cNvSpPr>
          <p:nvPr/>
        </p:nvSpPr>
        <p:spPr bwMode="auto">
          <a:xfrm>
            <a:off x="1219200" y="762000"/>
            <a:ext cx="7082388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1842" dir="81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Až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do 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</a:t>
            </a:r>
            <a:r>
              <a:rPr lang="sk-SK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ríjazdu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EMS 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(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RLP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)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pic>
        <p:nvPicPr>
          <p:cNvPr id="12493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2286000" cy="1328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2363" dir="9957825" algn="ctr" rotWithShape="0">
              <a:schemeClr val="tx1"/>
            </a:outerShdw>
          </a:effec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67" name="Picture 9145119" descr="\\Cathy\etx share\OptZOLL AED Plus Training 5 1 02\EFCACT1\S64Picture 914511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852922" y="2643182"/>
            <a:ext cx="2470347" cy="337184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73068" name="Picture 4299380" descr="\\Cathy\etx share\OptZOLL AED Plus Training 5 1 02\EFCACT1\S64Picture 4299380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42976" y="3956380"/>
            <a:ext cx="3086124" cy="2317419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214282" y="857232"/>
            <a:ext cx="892971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2363" dir="9957825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Pok</a:t>
            </a:r>
            <a:r>
              <a:rPr lang="sk-SK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iaľ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n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je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obnoven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é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dých</a:t>
            </a:r>
            <a:r>
              <a:rPr lang="sk-SK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anie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pul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z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73061" name="Text Box 5"/>
          <p:cNvSpPr txBox="1">
            <a:spLocks noChangeArrowheads="1"/>
          </p:cNvSpPr>
          <p:nvPr/>
        </p:nvSpPr>
        <p:spPr bwMode="auto">
          <a:xfrm>
            <a:off x="685800" y="1600200"/>
            <a:ext cx="5351463" cy="295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buSzPct val="125000"/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Pokračujte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v KPR</a:t>
            </a:r>
          </a:p>
          <a:p>
            <a:pPr>
              <a:buClr>
                <a:srgbClr val="FF0000"/>
              </a:buClr>
              <a:buSzPct val="125000"/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Plňte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hlasové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výzvy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: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 lvl="1">
              <a:buClr>
                <a:srgbClr val="FF0000"/>
              </a:buClr>
              <a:buSzPct val="80000"/>
              <a:buFont typeface="Wingdings" pitchFamily="2" charset="2"/>
              <a:buChar char="§"/>
            </a:pPr>
            <a:r>
              <a:rPr lang="en-US" sz="4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Opakované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analýzy</a:t>
            </a: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</a:p>
          <a:p>
            <a:pPr lvl="1">
              <a:buClr>
                <a:srgbClr val="FF0000"/>
              </a:buClr>
              <a:buSzPct val="80000"/>
              <a:buFont typeface="Wingdings" pitchFamily="2" charset="2"/>
              <a:buChar char="§"/>
            </a:pP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Opakované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šoky</a:t>
            </a:r>
            <a:r>
              <a:rPr lang="en-US" sz="40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 </a:t>
            </a:r>
            <a:r>
              <a:rPr lang="en-US" sz="2800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endParaRPr lang="en-US" sz="36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>
              <a:buClr>
                <a:srgbClr val="FF0000"/>
              </a:buClr>
              <a:buSzPct val="125000"/>
              <a:buFontTx/>
              <a:buChar char="•"/>
            </a:pPr>
            <a:endParaRPr lang="en-US" sz="3600" i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3062" name="Text Box 6"/>
          <p:cNvSpPr txBox="1">
            <a:spLocks noChangeArrowheads="1"/>
          </p:cNvSpPr>
          <p:nvPr/>
        </p:nvSpPr>
        <p:spPr bwMode="auto">
          <a:xfrm>
            <a:off x="2971800" y="6096000"/>
            <a:ext cx="56491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…</a:t>
            </a:r>
            <a:r>
              <a:rPr lang="sk-SK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Pokiaľ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nep</a:t>
            </a:r>
            <a:r>
              <a:rPr lang="sk-SK" sz="32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ríde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EMS 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(</a:t>
            </a:r>
            <a:r>
              <a:rPr lang="sk-SK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RLP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)</a:t>
            </a:r>
            <a:endParaRPr lang="en-US" sz="3200" b="1" i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0" y="609600"/>
            <a:ext cx="914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0161" dir="20493903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P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návrat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dých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</a:t>
            </a:r>
            <a:r>
              <a:rPr lang="sk-SK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ia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ob</a:t>
            </a:r>
            <a:r>
              <a:rPr lang="sk-SK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</a:t>
            </a:r>
            <a:r>
              <a:rPr lang="en-US" sz="36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hu</a:t>
            </a:r>
            <a:endParaRPr lang="en-US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74083" name="WordArt 3"/>
          <p:cNvSpPr>
            <a:spLocks noChangeArrowheads="1" noChangeShapeType="1" noTextEdit="1"/>
          </p:cNvSpPr>
          <p:nvPr/>
        </p:nvSpPr>
        <p:spPr bwMode="auto">
          <a:xfrm rot="5400000">
            <a:off x="-152400" y="3048000"/>
            <a:ext cx="1981200" cy="304800"/>
          </a:xfrm>
          <a:prstGeom prst="rect">
            <a:avLst/>
          </a:prstGeom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sk-SK" sz="3600" i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>
                  <a:outerShdw dist="50800" dir="10800000" algn="ctr" rotWithShape="0">
                    <a:schemeClr val="tx1"/>
                  </a:outerShdw>
                </a:effectLst>
                <a:latin typeface="Arial Black"/>
              </a:rPr>
              <a:t>Podpora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1066800" y="2209800"/>
            <a:ext cx="3055067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</a:t>
            </a:r>
            <a:r>
              <a:rPr lang="sk-SK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</a:t>
            </a:r>
            <a:r>
              <a:rPr lang="en-US" sz="36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né</a:t>
            </a:r>
            <a:r>
              <a:rPr lang="en-US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cesty</a:t>
            </a:r>
            <a:endParaRPr lang="en-US" sz="36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6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Dých</a:t>
            </a:r>
            <a:r>
              <a:rPr lang="sk-SK" sz="36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anie</a:t>
            </a:r>
            <a:endParaRPr lang="en-US" sz="36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FontTx/>
              <a:buChar char="•"/>
            </a:pPr>
            <a:r>
              <a:rPr lang="en-US" sz="36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Ob</a:t>
            </a:r>
            <a:r>
              <a:rPr lang="sk-SK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 </a:t>
            </a:r>
            <a:endParaRPr lang="en-US" sz="36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4085" name="Text Box 5"/>
          <p:cNvSpPr txBox="1">
            <a:spLocks noChangeArrowheads="1"/>
          </p:cNvSpPr>
          <p:nvPr/>
        </p:nvSpPr>
        <p:spPr bwMode="auto">
          <a:xfrm>
            <a:off x="457200" y="4114800"/>
            <a:ext cx="740094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2393903" algn="ctr" rotWithShape="0">
              <a:schemeClr val="tx1"/>
            </a:outerShdw>
          </a:effectLst>
        </p:spPr>
        <p:txBody>
          <a:bodyPr wrap="square">
            <a:spAutoFit/>
          </a:bodyPr>
          <a:lstStyle/>
          <a:p>
            <a:pPr eaLnBrk="1" hangingPunct="1"/>
            <a:r>
              <a:rPr lang="en-US" sz="36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Musí</a:t>
            </a:r>
            <a:r>
              <a:rPr lang="en-US" sz="36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sk-SK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yť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účinné</a:t>
            </a:r>
            <a:r>
              <a:rPr lang="en-US" sz="36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efekt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vn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tak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600" b="1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/>
            <a:r>
              <a:rPr lang="en-US" sz="3600" b="1" i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</a:t>
            </a:r>
            <a:r>
              <a:rPr lang="sk-SK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3600" b="1" i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je to </a:t>
            </a:r>
            <a:r>
              <a:rPr lang="en-US" sz="3600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možné</a:t>
            </a:r>
            <a:endParaRPr lang="en-US" sz="3600" b="1" i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74086" name="Text Box 6"/>
          <p:cNvSpPr txBox="1">
            <a:spLocks noChangeArrowheads="1"/>
          </p:cNvSpPr>
          <p:nvPr/>
        </p:nvSpPr>
        <p:spPr bwMode="auto">
          <a:xfrm>
            <a:off x="1660525" y="5984875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endParaRPr lang="cs-CZ" u="none">
              <a:latin typeface="Times New Roman" pitchFamily="18" charset="0"/>
            </a:endParaRPr>
          </a:p>
        </p:txBody>
      </p:sp>
      <p:pic>
        <p:nvPicPr>
          <p:cNvPr id="174092" name="Picture 4633563" descr="\\Cathy\etx share\OptZOLL AED Plus Training 5 1 02\EFCACT1\S65Picture 463356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371600"/>
            <a:ext cx="4114800" cy="2876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609600" y="1371600"/>
            <a:ext cx="3886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Kontrolujte</a:t>
            </a:r>
            <a:r>
              <a:rPr lang="en-US" sz="4000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74089" name="Text Box 9"/>
          <p:cNvSpPr txBox="1">
            <a:spLocks noChangeArrowheads="1"/>
          </p:cNvSpPr>
          <p:nvPr/>
        </p:nvSpPr>
        <p:spPr bwMode="auto">
          <a:xfrm>
            <a:off x="2895600" y="5181600"/>
            <a:ext cx="564911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…</a:t>
            </a:r>
            <a:r>
              <a:rPr lang="sk-SK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cs typeface="Times New Roman" pitchFamily="18" charset="0"/>
              </a:rPr>
              <a:t>Pokiaľ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nep</a:t>
            </a:r>
            <a:r>
              <a:rPr lang="sk-SK" sz="3200" b="1" i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ríde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 </a:t>
            </a:r>
            <a:r>
              <a:rPr lang="en-US" sz="3200" b="1" i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EMS 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(</a:t>
            </a:r>
            <a:r>
              <a:rPr lang="sk-SK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RLP</a:t>
            </a:r>
            <a:r>
              <a:rPr lang="en-US" sz="3200" b="1" i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)</a:t>
            </a:r>
            <a:endParaRPr lang="en-US" sz="3200" b="1" i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174093" name="Text Box 13"/>
          <p:cNvSpPr txBox="1">
            <a:spLocks noChangeArrowheads="1"/>
          </p:cNvSpPr>
          <p:nvPr/>
        </p:nvSpPr>
        <p:spPr bwMode="auto">
          <a:xfrm>
            <a:off x="381000" y="5715000"/>
            <a:ext cx="8763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b="1" dirty="0">
                <a:solidFill>
                  <a:schemeClr val="bg1"/>
                </a:solidFill>
              </a:rPr>
              <a:t>Poznámka:</a:t>
            </a:r>
            <a:r>
              <a:rPr lang="cs-CZ" b="1" u="none" dirty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Umožnite</a:t>
            </a:r>
            <a:r>
              <a:rPr lang="cs-CZ" b="1" u="none" dirty="0">
                <a:solidFill>
                  <a:schemeClr val="bg1"/>
                </a:solidFill>
              </a:rPr>
              <a:t>, aby vás </a:t>
            </a:r>
            <a:r>
              <a:rPr lang="cs-CZ" b="1" u="none" dirty="0" smtClean="0">
                <a:solidFill>
                  <a:schemeClr val="bg1"/>
                </a:solidFill>
              </a:rPr>
              <a:t>RLP </a:t>
            </a:r>
            <a:r>
              <a:rPr lang="cs-CZ" b="1" u="none" dirty="0" err="1" smtClean="0">
                <a:solidFill>
                  <a:schemeClr val="bg1"/>
                </a:solidFill>
              </a:rPr>
              <a:t>rýchlo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>
                <a:solidFill>
                  <a:schemeClr val="bg1"/>
                </a:solidFill>
              </a:rPr>
              <a:t>a </a:t>
            </a:r>
            <a:r>
              <a:rPr lang="cs-CZ" b="1" u="none" dirty="0" err="1" smtClean="0">
                <a:solidFill>
                  <a:schemeClr val="bg1"/>
                </a:solidFill>
              </a:rPr>
              <a:t>ľahko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>
                <a:solidFill>
                  <a:schemeClr val="bg1"/>
                </a:solidFill>
              </a:rPr>
              <a:t>našla </a:t>
            </a:r>
            <a:r>
              <a:rPr lang="cs-CZ" b="1" u="none" dirty="0" smtClean="0">
                <a:solidFill>
                  <a:schemeClr val="bg1"/>
                </a:solidFill>
              </a:rPr>
              <a:t>(</a:t>
            </a:r>
            <a:r>
              <a:rPr lang="cs-CZ" b="1" u="none" dirty="0" err="1" smtClean="0">
                <a:solidFill>
                  <a:schemeClr val="bg1"/>
                </a:solidFill>
              </a:rPr>
              <a:t>pošlite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>
                <a:solidFill>
                  <a:schemeClr val="bg1"/>
                </a:solidFill>
              </a:rPr>
              <a:t>osoby naproti, </a:t>
            </a:r>
            <a:r>
              <a:rPr lang="cs-CZ" b="1" u="none" dirty="0" err="1" smtClean="0">
                <a:solidFill>
                  <a:schemeClr val="bg1"/>
                </a:solidFill>
              </a:rPr>
              <a:t>pripravte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výťah</a:t>
            </a:r>
            <a:r>
              <a:rPr lang="cs-CZ" b="1" u="none" dirty="0">
                <a:solidFill>
                  <a:schemeClr val="bg1"/>
                </a:solidFill>
              </a:rPr>
              <a:t>, </a:t>
            </a:r>
            <a:r>
              <a:rPr lang="cs-CZ" b="1" u="none" dirty="0" err="1" smtClean="0">
                <a:solidFill>
                  <a:schemeClr val="bg1"/>
                </a:solidFill>
              </a:rPr>
              <a:t>otvorené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dvere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>
                <a:solidFill>
                  <a:schemeClr val="bg1"/>
                </a:solidFill>
              </a:rPr>
              <a:t>…) </a:t>
            </a:r>
            <a:endParaRPr lang="cs-CZ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9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ext Box 4"/>
          <p:cNvSpPr txBox="1">
            <a:spLocks noChangeArrowheads="1"/>
          </p:cNvSpPr>
          <p:nvPr/>
        </p:nvSpPr>
        <p:spPr bwMode="auto">
          <a:xfrm>
            <a:off x="3522663" y="1676400"/>
            <a:ext cx="16351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81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endParaRPr lang="cs-CZ" sz="44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Black" pitchFamily="34" charset="0"/>
            </a:endParaRPr>
          </a:p>
        </p:txBody>
      </p:sp>
      <p:sp>
        <p:nvSpPr>
          <p:cNvPr id="128005" name="Text Box 5"/>
          <p:cNvSpPr txBox="1">
            <a:spLocks noChangeArrowheads="1"/>
          </p:cNvSpPr>
          <p:nvPr/>
        </p:nvSpPr>
        <p:spPr bwMode="auto">
          <a:xfrm>
            <a:off x="0" y="1524000"/>
            <a:ext cx="9144000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8778596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buClr>
                <a:srgbClr val="FF0000"/>
              </a:buClr>
              <a:buSzPct val="130000"/>
              <a:buFontTx/>
              <a:buChar char="•"/>
            </a:pPr>
            <a:r>
              <a:rPr lang="en-US" sz="32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jte</a:t>
            </a:r>
            <a:r>
              <a:rPr lang="en-US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2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32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právu</a:t>
            </a:r>
            <a:endParaRPr lang="en-US" sz="32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Počiatočný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stav</a:t>
            </a:r>
            <a:endParaRPr lang="en-US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Poskytnutá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starostlivosť</a:t>
            </a:r>
          </a:p>
          <a:p>
            <a:pPr lvl="1" eaLnBrk="1" hangingPunct="1">
              <a:buClr>
                <a:srgbClr val="FF0000"/>
              </a:buClr>
              <a:buSzPct val="90000"/>
            </a:pP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b="1" i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výboje</a:t>
            </a:r>
            <a:r>
              <a:rPr lang="en-US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Odhad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“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doby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poruchy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Zm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ny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pacientov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kond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endParaRPr lang="en-US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Dosažite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né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inform</a:t>
            </a:r>
            <a:r>
              <a:rPr lang="sk-SK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ácie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 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edch</a:t>
            </a:r>
            <a:r>
              <a:rPr lang="sk-SK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ádzajúcom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stav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aké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užív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l</a:t>
            </a:r>
            <a:r>
              <a:rPr lang="sk-SK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ky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návšt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š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pecialist</a:t>
            </a:r>
            <a:r>
              <a:rPr lang="sk-SK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zdravotn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kart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...</a:t>
            </a:r>
            <a:endParaRPr lang="en-US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buClr>
                <a:srgbClr val="FF0000"/>
              </a:buClr>
              <a:buSzPct val="90000"/>
              <a:buFont typeface="Wingdings" pitchFamily="2" charset="2"/>
              <a:buChar char="§"/>
            </a:pP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Časové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údaje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počet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výboj</a:t>
            </a:r>
            <a:r>
              <a:rPr lang="sk-SK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ov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(s</a:t>
            </a:r>
            <a:r>
              <a:rPr lang="sk-SK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</a:t>
            </a:r>
            <a:r>
              <a:rPr lang="en-US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displ</a:t>
            </a:r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AED)</a:t>
            </a:r>
            <a:r>
              <a:rPr lang="en-US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pic>
        <p:nvPicPr>
          <p:cNvPr id="128214" name="Picture 3217652" descr="\\Cathy\etx share\OptZOLL AED Plus Training 5 1 02\EFCACT1\S66Picture 3217652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685800"/>
            <a:ext cx="3733800" cy="279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28007" name="Text Box 7"/>
          <p:cNvSpPr txBox="1">
            <a:spLocks noChangeArrowheads="1"/>
          </p:cNvSpPr>
          <p:nvPr/>
        </p:nvSpPr>
        <p:spPr bwMode="auto">
          <a:xfrm>
            <a:off x="152400" y="685800"/>
            <a:ext cx="51054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0000"/>
                </a:solidFill>
              </a:rPr>
              <a:t>P</a:t>
            </a:r>
            <a:r>
              <a:rPr lang="sk-SK" sz="4400" b="1" dirty="0" err="1" smtClean="0">
                <a:solidFill>
                  <a:srgbClr val="FF0000"/>
                </a:solidFill>
              </a:rPr>
              <a:t>ríja</a:t>
            </a:r>
            <a:r>
              <a:rPr lang="en-US" sz="4400" b="1" dirty="0" err="1" smtClean="0">
                <a:solidFill>
                  <a:srgbClr val="FF0000"/>
                </a:solidFill>
              </a:rPr>
              <a:t>zd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>
                <a:solidFill>
                  <a:srgbClr val="FF0000"/>
                </a:solidFill>
              </a:rPr>
              <a:t>EMS </a:t>
            </a:r>
            <a:r>
              <a:rPr lang="en-US" sz="4400" b="1" dirty="0" smtClean="0">
                <a:solidFill>
                  <a:srgbClr val="FF0000"/>
                </a:solidFill>
              </a:rPr>
              <a:t>(</a:t>
            </a:r>
            <a:r>
              <a:rPr lang="sk-SK" sz="4400" b="1" dirty="0" smtClean="0">
                <a:solidFill>
                  <a:srgbClr val="FF0000"/>
                </a:solidFill>
              </a:rPr>
              <a:t>RLP</a:t>
            </a:r>
            <a:r>
              <a:rPr lang="en-US" sz="4400" b="1" dirty="0" smtClean="0">
                <a:solidFill>
                  <a:srgbClr val="FF0000"/>
                </a:solidFill>
              </a:rPr>
              <a:t>)</a:t>
            </a:r>
            <a:endParaRPr lang="en-US" sz="4400" b="1" dirty="0">
              <a:solidFill>
                <a:srgbClr val="FF0000"/>
              </a:solidFill>
            </a:endParaRPr>
          </a:p>
        </p:txBody>
      </p:sp>
      <p:pic>
        <p:nvPicPr>
          <p:cNvPr id="128009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2270" y="4419600"/>
            <a:ext cx="27432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8011" name="Text Box 11"/>
          <p:cNvSpPr txBox="1">
            <a:spLocks noChangeArrowheads="1"/>
          </p:cNvSpPr>
          <p:nvPr/>
        </p:nvSpPr>
        <p:spPr bwMode="auto">
          <a:xfrm>
            <a:off x="333375" y="5287963"/>
            <a:ext cx="6404317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8778596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SzPct val="130000"/>
              <a:buFontTx/>
              <a:buChar char="•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Spolupracujte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a 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Pomáh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jte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8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30000"/>
            </a:pPr>
            <a:r>
              <a:rPr lang="en-US" sz="2800" b="1" i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r>
              <a:rPr lang="en-US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en-US" sz="2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</a:t>
            </a:r>
            <a:r>
              <a:rPr lang="sk-SK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</a:t>
            </a:r>
            <a:r>
              <a:rPr lang="en-US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je </a:t>
            </a:r>
            <a:r>
              <a:rPr lang="en-US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</a:t>
            </a:r>
            <a:r>
              <a:rPr lang="sk-SK" sz="2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vyhnutné</a:t>
            </a:r>
            <a:r>
              <a:rPr lang="en-US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US" sz="2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požadov</a:t>
            </a:r>
            <a:r>
              <a:rPr lang="sk-SK" sz="2800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ané</a:t>
            </a:r>
            <a:r>
              <a:rPr lang="en-US" sz="2800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  <a:endParaRPr lang="en-US" sz="28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Oval 3"/>
          <p:cNvSpPr>
            <a:spLocks noChangeArrowheads="1"/>
          </p:cNvSpPr>
          <p:nvPr/>
        </p:nvSpPr>
        <p:spPr bwMode="auto">
          <a:xfrm>
            <a:off x="990600" y="1600200"/>
            <a:ext cx="4724400" cy="25146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pic>
        <p:nvPicPr>
          <p:cNvPr id="130067" name="Picture 6252793" descr="\\Cathy\etx share\OptZOLL AED Plus Training 5 1 02\EFCACT1\S68Picture 625279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32000" y="2819400"/>
            <a:ext cx="2717800" cy="8255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130068" name="Picture 7737556" descr="\\Cathy\etx share\OptZOLL AED Plus Training 5 1 02\EFCACT1\S68Picture 7737556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349500" y="2006600"/>
            <a:ext cx="1993900" cy="6858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</p:pic>
      <p:pic>
        <p:nvPicPr>
          <p:cNvPr id="130069" name="Picture 1673465" descr="\\Cathy\etx share\OptZOLL AED Plus Training 5 1 02\EFCACT1\S68Picture 1673465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29200" y="2514600"/>
            <a:ext cx="3733800" cy="303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0055" name="WordArt 7"/>
          <p:cNvSpPr>
            <a:spLocks noChangeArrowheads="1" noChangeShapeType="1" noTextEdit="1"/>
          </p:cNvSpPr>
          <p:nvPr/>
        </p:nvSpPr>
        <p:spPr bwMode="auto">
          <a:xfrm rot="-676014">
            <a:off x="381000" y="804863"/>
            <a:ext cx="2209800" cy="795337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sk-SK" sz="3600" kern="10" dirty="0" smtClean="0">
                <a:ln w="9525">
                  <a:solidFill>
                    <a:srgbClr val="9999FF"/>
                  </a:solidFill>
                  <a:round/>
                  <a:headEnd/>
                  <a:tailEnd/>
                </a:ln>
                <a:solidFill>
                  <a:schemeClr val="hlink"/>
                </a:solidFill>
                <a:effectLst>
                  <a:outerShdw dist="53882" dir="2700000" algn="ctr" rotWithShape="0">
                    <a:schemeClr val="tx1"/>
                  </a:outerShdw>
                </a:effectLst>
                <a:latin typeface="Impact"/>
              </a:rPr>
              <a:t>Použitie</a:t>
            </a:r>
            <a:endParaRPr lang="sk-SK" sz="3600" kern="10" dirty="0">
              <a:ln w="9525">
                <a:solidFill>
                  <a:srgbClr val="9999FF"/>
                </a:solidFill>
                <a:round/>
                <a:headEnd/>
                <a:tailEnd/>
              </a:ln>
              <a:solidFill>
                <a:schemeClr val="hlink"/>
              </a:solidFill>
              <a:effectLst>
                <a:outerShdw dist="53882" dir="2700000" algn="ctr" rotWithShape="0">
                  <a:schemeClr val="tx1"/>
                </a:outerShdw>
              </a:effectLst>
              <a:latin typeface="Impact"/>
            </a:endParaRPr>
          </a:p>
        </p:txBody>
      </p:sp>
      <p:sp>
        <p:nvSpPr>
          <p:cNvPr id="130056" name="WordArt 8"/>
          <p:cNvSpPr>
            <a:spLocks noChangeArrowheads="1" noChangeShapeType="1" noTextEdit="1"/>
          </p:cNvSpPr>
          <p:nvPr/>
        </p:nvSpPr>
        <p:spPr bwMode="auto">
          <a:xfrm>
            <a:off x="1295400" y="5410200"/>
            <a:ext cx="6621463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sk-SK" sz="3600" kern="10" dirty="0" smtClean="0">
                <a:ln w="9525">
                  <a:noFill/>
                  <a:round/>
                  <a:headEnd/>
                  <a:tailEnd/>
                </a:ln>
                <a:solidFill>
                  <a:schemeClr val="hlink"/>
                </a:solidFill>
                <a:effectLst>
                  <a:outerShdw dist="107763" dir="8100000" algn="ctr" rotWithShape="0">
                    <a:schemeClr val="tx1"/>
                  </a:outerShdw>
                </a:effectLst>
                <a:latin typeface="Arial Black"/>
              </a:rPr>
              <a:t>Zvláštne upozornenia</a:t>
            </a:r>
            <a:endParaRPr lang="sk-SK" sz="3600" kern="10" dirty="0">
              <a:ln w="9525">
                <a:noFill/>
                <a:round/>
                <a:headEnd/>
                <a:tailEnd/>
              </a:ln>
              <a:solidFill>
                <a:schemeClr val="hlink"/>
              </a:solidFill>
              <a:effectLst>
                <a:outerShdw dist="107763" dir="8100000" algn="ctr" rotWithShape="0">
                  <a:schemeClr val="tx1"/>
                </a:outerShdw>
              </a:effectLst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2"/>
          <p:cNvSpPr txBox="1">
            <a:spLocks noChangeArrowheads="1"/>
          </p:cNvSpPr>
          <p:nvPr/>
        </p:nvSpPr>
        <p:spPr bwMode="auto">
          <a:xfrm>
            <a:off x="508000" y="1463675"/>
            <a:ext cx="8479374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Vyhn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te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 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umíst</a:t>
            </a:r>
            <a:r>
              <a:rPr lang="sk-SK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neniu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elektr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 p</a:t>
            </a:r>
            <a:r>
              <a:rPr lang="sk-SK" sz="32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ria</a:t>
            </a:r>
            <a:r>
              <a:rPr lang="en-US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 </a:t>
            </a:r>
            <a:r>
              <a:rPr lang="sk-SK" sz="32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cez</a:t>
            </a:r>
            <a:endParaRPr lang="en-US" sz="32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48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Implantované</a:t>
            </a:r>
            <a:r>
              <a:rPr lang="en-US" sz="4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ístroje</a:t>
            </a:r>
            <a:r>
              <a:rPr lang="en-US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48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/>
            <a:r>
              <a:rPr lang="en-US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</a:t>
            </a:r>
            <a:r>
              <a:rPr lang="sk-SK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u="none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podporu</a:t>
            </a:r>
            <a:r>
              <a:rPr lang="en-US" sz="4800" b="1" u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u="none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srdc</a:t>
            </a:r>
            <a:r>
              <a:rPr lang="sk-SK" sz="4800" b="1" u="none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endParaRPr lang="en-US" sz="4800" b="1" u="none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381000" y="4191000"/>
            <a:ext cx="1595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u="none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Pacemaker </a:t>
            </a:r>
          </a:p>
        </p:txBody>
      </p:sp>
      <p:pic>
        <p:nvPicPr>
          <p:cNvPr id="132111" name="Picture 2801835" descr="\\Cathy\etx share\OptZOLL AED Plus Training 5 1 02\EFCACT1\S69Picture 280183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3657600"/>
            <a:ext cx="3416300" cy="2895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2102" name="Text Box 6"/>
          <p:cNvSpPr txBox="1">
            <a:spLocks noChangeArrowheads="1"/>
          </p:cNvSpPr>
          <p:nvPr/>
        </p:nvSpPr>
        <p:spPr bwMode="auto">
          <a:xfrm>
            <a:off x="2971800" y="3581400"/>
            <a:ext cx="420688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u="none">
                <a:latin typeface="Arial Black" pitchFamily="34" charset="0"/>
              </a:rPr>
              <a:t>R</a:t>
            </a:r>
          </a:p>
        </p:txBody>
      </p:sp>
      <p:sp>
        <p:nvSpPr>
          <p:cNvPr id="132103" name="Line 7"/>
          <p:cNvSpPr>
            <a:spLocks noChangeShapeType="1"/>
          </p:cNvSpPr>
          <p:nvPr/>
        </p:nvSpPr>
        <p:spPr bwMode="auto">
          <a:xfrm rot="10802802" flipH="1">
            <a:off x="1905000" y="4495800"/>
            <a:ext cx="1219200" cy="15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32104" name="Rectangle 8"/>
          <p:cNvSpPr>
            <a:spLocks noChangeArrowheads="1"/>
          </p:cNvSpPr>
          <p:nvPr/>
        </p:nvSpPr>
        <p:spPr bwMode="auto">
          <a:xfrm>
            <a:off x="381000" y="457200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/>
          <a:lstStyle/>
          <a:p>
            <a:pPr algn="ctr" eaLnBrk="1" hangingPunct="1"/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Opatrnos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US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opat</a:t>
            </a:r>
            <a:r>
              <a:rPr lang="sk-SK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en</a:t>
            </a:r>
            <a:r>
              <a:rPr lang="sk-SK" sz="44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endParaRPr lang="en-US" sz="4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68" name="Picture 3250800" descr="\\Cathy\etx share\OptZOLL AED Plus Training 5 1 02\EFCACT1\S70Picture 3250800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752600"/>
            <a:ext cx="3543300" cy="4724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7715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1430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en-US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Opatrnos</a:t>
            </a:r>
            <a:r>
              <a:rPr lang="sk-SK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ť</a:t>
            </a:r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 </a:t>
            </a:r>
            <a:r>
              <a:rPr lang="en-US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opat</a:t>
            </a:r>
            <a:r>
              <a:rPr lang="sk-SK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en</a:t>
            </a:r>
            <a:r>
              <a:rPr lang="sk-SK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endParaRPr lang="en-US" b="1" u="sng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7715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86800" cy="41148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sz="36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Implantované</a:t>
            </a: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srd</a:t>
            </a:r>
            <a:r>
              <a:rPr lang="sk-SK" sz="3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cové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3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ístroje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Stimulátor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buClr>
                <a:srgbClr val="FF0000"/>
              </a:buClr>
              <a:buFont typeface="Wingdings" pitchFamily="2" charset="2"/>
              <a:buChar char="§"/>
            </a:pPr>
            <a:r>
              <a:rPr 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2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Deﬁbrilátor</a:t>
            </a:r>
            <a:endParaRPr lang="en-US" sz="2400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77157" name="Text Box 5"/>
          <p:cNvSpPr txBox="1">
            <a:spLocks noChangeArrowheads="1"/>
          </p:cNvSpPr>
          <p:nvPr/>
        </p:nvSpPr>
        <p:spPr bwMode="auto">
          <a:xfrm>
            <a:off x="152400" y="3200400"/>
            <a:ext cx="5105400" cy="2874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0" tIns="0" rIns="0" bIns="0">
            <a:spAutoFit/>
          </a:bodyPr>
          <a:lstStyle/>
          <a:p>
            <a:pPr lvl="1" algn="ctr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 je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j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zva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alebo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“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hrča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   </a:t>
            </a:r>
            <a:endParaRPr lang="en-US" sz="2800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algn="ctr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800" i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2800" i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prav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stran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i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hrudník</a:t>
            </a:r>
            <a:r>
              <a:rPr lang="sk-SK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</a:t>
            </a:r>
            <a:endParaRPr lang="en-US" sz="2800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algn="ctr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Nedáv</a:t>
            </a:r>
            <a:r>
              <a:rPr lang="sk-SK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jte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elektr</a:t>
            </a:r>
            <a:r>
              <a:rPr lang="sk-SK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dy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cez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2800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ístroj</a:t>
            </a:r>
            <a:r>
              <a:rPr lang="en-US" sz="2800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i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</a:t>
            </a:r>
            <a:endParaRPr lang="en-US" sz="2800" i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800" i="1" u="none" dirty="0">
                <a:solidFill>
                  <a:srgbClr val="FF0000"/>
                </a:solidFill>
              </a:rPr>
              <a:t>      </a:t>
            </a:r>
            <a:r>
              <a:rPr lang="en-US" sz="3200" i="1" u="none" dirty="0" smtClean="0">
                <a:solidFill>
                  <a:srgbClr val="FF0000"/>
                </a:solidFill>
              </a:rPr>
              <a:t>M</a:t>
            </a:r>
            <a:r>
              <a:rPr lang="sk-SK" sz="3200" i="1" u="none" dirty="0" err="1" smtClean="0">
                <a:solidFill>
                  <a:srgbClr val="FF0000"/>
                </a:solidFill>
              </a:rPr>
              <a:t>ie</a:t>
            </a:r>
            <a:r>
              <a:rPr lang="en-US" sz="3200" i="1" u="none" dirty="0" err="1" smtClean="0">
                <a:solidFill>
                  <a:srgbClr val="FF0000"/>
                </a:solidFill>
              </a:rPr>
              <a:t>rn</a:t>
            </a:r>
            <a:r>
              <a:rPr lang="sk-SK" sz="3200" i="1" u="none" dirty="0" smtClean="0">
                <a:solidFill>
                  <a:srgbClr val="FF0000"/>
                </a:solidFill>
              </a:rPr>
              <a:t>e</a:t>
            </a:r>
            <a:r>
              <a:rPr lang="en-US" sz="3200" i="1" u="none" dirty="0" smtClean="0">
                <a:solidFill>
                  <a:srgbClr val="FF0000"/>
                </a:solidFill>
              </a:rPr>
              <a:t> </a:t>
            </a:r>
            <a:r>
              <a:rPr lang="sk-SK" sz="3200" i="1" u="none" dirty="0" smtClean="0">
                <a:solidFill>
                  <a:srgbClr val="FF0000"/>
                </a:solidFill>
              </a:rPr>
              <a:t>ich</a:t>
            </a:r>
            <a:r>
              <a:rPr lang="en-US" sz="3200" i="1" u="none" dirty="0" smtClean="0">
                <a:solidFill>
                  <a:srgbClr val="FF0000"/>
                </a:solidFill>
              </a:rPr>
              <a:t> </a:t>
            </a:r>
            <a:r>
              <a:rPr lang="en-US" sz="3200" i="1" u="none" dirty="0" err="1">
                <a:solidFill>
                  <a:srgbClr val="FF0000"/>
                </a:solidFill>
              </a:rPr>
              <a:t>natočte</a:t>
            </a:r>
            <a:r>
              <a:rPr lang="en-US" sz="4000" i="1" u="none" dirty="0">
                <a:solidFill>
                  <a:srgbClr val="FF0000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</a:pPr>
            <a:r>
              <a:rPr lang="en-US" sz="2800" i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</a:t>
            </a:r>
            <a:r>
              <a:rPr lang="en-US" u="non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77159" name="AutoShape 7"/>
          <p:cNvSpPr>
            <a:spLocks noChangeArrowheads="1"/>
          </p:cNvSpPr>
          <p:nvPr/>
        </p:nvSpPr>
        <p:spPr bwMode="auto">
          <a:xfrm rot="14004187" flipH="1">
            <a:off x="6553200" y="3886200"/>
            <a:ext cx="762000" cy="914400"/>
          </a:xfrm>
          <a:custGeom>
            <a:avLst/>
            <a:gdLst>
              <a:gd name="G0" fmla="+- -544136 0 0"/>
              <a:gd name="G1" fmla="+- -11796480 0 0"/>
              <a:gd name="G2" fmla="+- -544136 0 -11796480"/>
              <a:gd name="G3" fmla="+- 10800 0 0"/>
              <a:gd name="G4" fmla="+- 0 0 -544136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6003 0 0"/>
              <a:gd name="G9" fmla="+- 0 0 -11796480"/>
              <a:gd name="G10" fmla="+- 6003 0 2700"/>
              <a:gd name="G11" fmla="cos G10 -544136"/>
              <a:gd name="G12" fmla="sin G10 -544136"/>
              <a:gd name="G13" fmla="cos 13500 -544136"/>
              <a:gd name="G14" fmla="sin 13500 -544136"/>
              <a:gd name="G15" fmla="+- G11 10800 0"/>
              <a:gd name="G16" fmla="+- G12 10800 0"/>
              <a:gd name="G17" fmla="+- G13 10800 0"/>
              <a:gd name="G18" fmla="+- G14 10800 0"/>
              <a:gd name="G19" fmla="*/ 6003 1 2"/>
              <a:gd name="G20" fmla="+- G19 5400 0"/>
              <a:gd name="G21" fmla="cos G20 -544136"/>
              <a:gd name="G22" fmla="sin G20 -544136"/>
              <a:gd name="G23" fmla="+- G21 10800 0"/>
              <a:gd name="G24" fmla="+- G12 G23 G22"/>
              <a:gd name="G25" fmla="+- G22 G23 G11"/>
              <a:gd name="G26" fmla="cos 10800 -544136"/>
              <a:gd name="G27" fmla="sin 10800 -544136"/>
              <a:gd name="G28" fmla="cos 6003 -544136"/>
              <a:gd name="G29" fmla="sin 6003 -544136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544136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6003 G39"/>
              <a:gd name="G43" fmla="sin 6003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018 w 21600"/>
              <a:gd name="T5" fmla="*/ 28 h 21600"/>
              <a:gd name="T6" fmla="*/ 2398 w 21600"/>
              <a:gd name="T7" fmla="*/ 10800 h 21600"/>
              <a:gd name="T8" fmla="*/ 10365 w 21600"/>
              <a:gd name="T9" fmla="*/ 4812 h 21600"/>
              <a:gd name="T10" fmla="*/ 24158 w 21600"/>
              <a:gd name="T11" fmla="*/ 8850 h 21600"/>
              <a:gd name="T12" fmla="*/ 19850 w 21600"/>
              <a:gd name="T13" fmla="*/ 14631 h 21600"/>
              <a:gd name="T14" fmla="*/ 14068 w 21600"/>
              <a:gd name="T15" fmla="*/ 1032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740" y="9933"/>
                </a:moveTo>
                <a:cubicBezTo>
                  <a:pt x="16309" y="6983"/>
                  <a:pt x="13780" y="4797"/>
                  <a:pt x="10800" y="4797"/>
                </a:cubicBezTo>
                <a:cubicBezTo>
                  <a:pt x="7484" y="4797"/>
                  <a:pt x="4797" y="7484"/>
                  <a:pt x="4797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162" y="0"/>
                  <a:pt x="20712" y="3934"/>
                  <a:pt x="21486" y="9240"/>
                </a:cubicBezTo>
                <a:lnTo>
                  <a:pt x="24158" y="8850"/>
                </a:lnTo>
                <a:lnTo>
                  <a:pt x="19850" y="14631"/>
                </a:lnTo>
                <a:lnTo>
                  <a:pt x="14068" y="10323"/>
                </a:lnTo>
                <a:lnTo>
                  <a:pt x="16740" y="9933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77161" name="Line 9"/>
          <p:cNvSpPr>
            <a:spLocks noChangeShapeType="1"/>
          </p:cNvSpPr>
          <p:nvPr/>
        </p:nvSpPr>
        <p:spPr bwMode="auto">
          <a:xfrm>
            <a:off x="6273800" y="3429000"/>
            <a:ext cx="1270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77162" name="Line 10"/>
          <p:cNvSpPr>
            <a:spLocks noChangeShapeType="1"/>
          </p:cNvSpPr>
          <p:nvPr/>
        </p:nvSpPr>
        <p:spPr bwMode="auto">
          <a:xfrm flipH="1">
            <a:off x="6248400" y="3429000"/>
            <a:ext cx="101600" cy="57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77163" name="Line 11"/>
          <p:cNvSpPr>
            <a:spLocks noChangeShapeType="1"/>
          </p:cNvSpPr>
          <p:nvPr/>
        </p:nvSpPr>
        <p:spPr bwMode="auto">
          <a:xfrm flipH="1">
            <a:off x="6273800" y="3467100"/>
            <a:ext cx="101600" cy="57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77164" name="Line 12"/>
          <p:cNvSpPr>
            <a:spLocks noChangeShapeType="1"/>
          </p:cNvSpPr>
          <p:nvPr/>
        </p:nvSpPr>
        <p:spPr bwMode="auto">
          <a:xfrm flipH="1">
            <a:off x="6299200" y="3505200"/>
            <a:ext cx="101600" cy="5715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sk-SK"/>
          </a:p>
        </p:txBody>
      </p:sp>
      <p:sp>
        <p:nvSpPr>
          <p:cNvPr id="177165" name="Line 13"/>
          <p:cNvSpPr>
            <a:spLocks noChangeShapeType="1"/>
          </p:cNvSpPr>
          <p:nvPr/>
        </p:nvSpPr>
        <p:spPr bwMode="auto">
          <a:xfrm rot="263105" flipV="1">
            <a:off x="4724400" y="3505200"/>
            <a:ext cx="13716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>
            <a:outerShdw dist="50800" dir="10800000" algn="ctr" rotWithShape="0">
              <a:schemeClr val="tx1"/>
            </a:outerShdw>
          </a:effectLst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7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7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build="p" autoUpdateAnimBg="0"/>
      <p:bldP spid="177157" grpId="0" autoUpdateAnimBg="0"/>
      <p:bldP spid="177159" grpId="0" animBg="1"/>
      <p:bldP spid="17716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914400"/>
          </a:xfrm>
          <a:effectLst>
            <a:outerShdw dist="56796" dir="1593903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en-US" sz="4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</a:t>
            </a:r>
            <a:r>
              <a:rPr lang="sk-SK" sz="4800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edy</a:t>
            </a:r>
            <a:r>
              <a:rPr lang="en-US" sz="48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48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nepoužíváme</a:t>
            </a:r>
            <a:r>
              <a:rPr lang="en-US" sz="4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AED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76400"/>
            <a:ext cx="8229600" cy="4114800"/>
          </a:xfrm>
          <a:effectLst>
            <a:outerShdw dist="56796" dir="1593903" algn="ctr" rotWithShape="0">
              <a:schemeClr val="tx1"/>
            </a:outerShdw>
          </a:effectLst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Pacient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je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mladší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ako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1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rok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</a:p>
          <a:p>
            <a:pPr>
              <a:buClr>
                <a:srgbClr val="FF0000"/>
              </a:buClr>
            </a:pP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</a:t>
            </a:r>
            <a:r>
              <a:rPr 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Pozn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: AHA </a:t>
            </a:r>
            <a:r>
              <a:rPr 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ERC Guidelines 2005      </a:t>
            </a:r>
            <a:r>
              <a:rPr 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schválilo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</a:t>
            </a: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 </a:t>
            </a:r>
            <a:r>
              <a:rPr 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od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1 </a:t>
            </a:r>
            <a:r>
              <a:rPr lang="en-US" sz="2800" b="1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roku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AED ZOLL je 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konstrukčn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</a:t>
            </a: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</a:t>
            </a: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ô</a:t>
            </a:r>
            <a:r>
              <a:rPr lang="en-US" sz="2800" b="1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soben</a:t>
            </a:r>
            <a:r>
              <a:rPr lang="sk-SK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é</a:t>
            </a:r>
            <a:r>
              <a:rPr lang="en-US" sz="2800" b="1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 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buClr>
                <a:srgbClr val="FF0000"/>
              </a:buClr>
            </a:pP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Pacient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je v 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exploz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í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vn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o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 prost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edí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buClr>
                <a:srgbClr val="FF0000"/>
              </a:buClr>
            </a:pP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Pacient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je 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vy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tiahnutý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vody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usuši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ť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>
              <a:buClr>
                <a:srgbClr val="FF0000"/>
              </a:buClr>
            </a:pP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vážných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zran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n</a:t>
            </a:r>
            <a:r>
              <a:rPr lang="sk-SK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vylučuj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ú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jednoznačn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</a:t>
            </a: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ežit</a:t>
            </a:r>
            <a:r>
              <a:rPr lang="sk-SK" sz="28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</a:t>
            </a:r>
            <a:endParaRPr lang="en-US" sz="28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5" name="Rectangle 9"/>
          <p:cNvSpPr>
            <a:spLocks noChangeArrowheads="1"/>
          </p:cNvSpPr>
          <p:nvPr/>
        </p:nvSpPr>
        <p:spPr bwMode="auto">
          <a:xfrm>
            <a:off x="0" y="609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45791" dir="2021404" algn="ctr" rotWithShape="0">
              <a:schemeClr val="tx1"/>
            </a:outerShdw>
          </a:effectLst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sz="4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Vráti</a:t>
            </a:r>
            <a:r>
              <a:rPr lang="sk-SK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AED do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pohotovosti</a:t>
            </a:r>
            <a:endParaRPr lang="en-US" sz="48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533400" y="3181350"/>
            <a:ext cx="7345281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8587806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Vyčisti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sk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rin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ku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Vyčisti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AED Plus</a:t>
            </a: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Vym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bat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é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lang="sk-SK" sz="28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ak je to </a:t>
            </a:r>
            <a:r>
              <a:rPr lang="en-US" sz="28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nutné</a:t>
            </a:r>
            <a:r>
              <a:rPr lang="en-US" sz="28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Doplni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elektr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dy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CPR-D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Padz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loži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uloži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ístroj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600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485775" y="2286000"/>
            <a:ext cx="20780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6796" dir="9206097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Postup</a:t>
            </a:r>
          </a:p>
        </p:txBody>
      </p:sp>
      <p:pic>
        <p:nvPicPr>
          <p:cNvPr id="157710" name="Picture 7011326" descr="\\Cathy\etx share\OptZOLL AED Plus Training 5 1 02\EFCACT1\S73Picture 7011326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1752600"/>
            <a:ext cx="2679700" cy="25781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9" name="Picture 1920240" descr="\\Cathy\etx share\OptZOLL AED Plus Training 5 1 02\EFCACT1\S74Picture 1920240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914400"/>
            <a:ext cx="4800600" cy="359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7230" name="Picture 6340684" descr="\\Cathy\etx share\OptZOLL AED Plus Training 5 1 02\EFCACT1\S74Picture 6340684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95800" y="3200400"/>
            <a:ext cx="4343400" cy="349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304800" y="-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Vým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bat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é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endParaRPr lang="en-US" sz="28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53" name="Picture 2155279" descr="\\Cathy\etx share\OptZOLL AED Plus Training 5 1 02\EFCACT1\S75Picture 215527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95400" y="1117600"/>
            <a:ext cx="6705600" cy="294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38254" name="Picture 9291421" descr="\\Cathy\etx share\OptZOLL AED Plus Training 5 1 02\EFCACT1\S75Picture 9291421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47800" y="3810000"/>
            <a:ext cx="2959100" cy="2171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138255" name="Picture 8247223" descr="\\Cathy\etx share\OptZOLL AED Plus Training 5 1 02\EFCACT1\S75Picture 8247223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343400" y="3810000"/>
            <a:ext cx="3022600" cy="2794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304800" y="-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Dopln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AED Plus o </a:t>
            </a:r>
            <a:r>
              <a:rPr lang="en-US" sz="2800" b="1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nové</a:t>
            </a:r>
            <a:r>
              <a:rPr lang="en-US" sz="2800" b="1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elektr</a:t>
            </a:r>
            <a:r>
              <a:rPr lang="sk-SK" sz="2800" b="1" u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ó</a:t>
            </a:r>
            <a:r>
              <a:rPr lang="en-US" sz="2800" b="1" u="none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dy</a:t>
            </a:r>
            <a:endParaRPr lang="en-US" sz="2800" b="1" u="none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8248" name="Oval 8"/>
          <p:cNvSpPr>
            <a:spLocks noChangeArrowheads="1"/>
          </p:cNvSpPr>
          <p:nvPr/>
        </p:nvSpPr>
        <p:spPr bwMode="auto">
          <a:xfrm>
            <a:off x="3886200" y="4191000"/>
            <a:ext cx="304800" cy="2286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38249" name="Oval 9"/>
          <p:cNvSpPr>
            <a:spLocks noChangeArrowheads="1"/>
          </p:cNvSpPr>
          <p:nvPr/>
        </p:nvSpPr>
        <p:spPr bwMode="auto">
          <a:xfrm>
            <a:off x="5410200" y="5486400"/>
            <a:ext cx="457200" cy="7620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8" grpId="0" animBg="1"/>
      <p:bldP spid="13824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38100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endParaRPr lang="en-US" sz="2000" dirty="0"/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Zaruču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je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stálu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pohotovos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ť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en-US" u="sng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Dva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typy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výstrah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(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hlas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a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vizu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ln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Jednotka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má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tý</a:t>
            </a:r>
            <a:r>
              <a:rPr lang="sk-SK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ždennú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samokontrolu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Ak je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indikátor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stavu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zelený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,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tak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b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b="1" dirty="0"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Symbol" pitchFamily="18" charset="2"/>
              </a:rPr>
              <a:t></a:t>
            </a:r>
            <a:r>
              <a:rPr lang="en-US" b="1" dirty="0"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z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r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eteln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e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signalizuje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p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r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ipravenos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ť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sym typeface="Monotype Sorts" pitchFamily="2" charset="2"/>
            </a:endParaRP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Ak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jednotka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vyžaduje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nové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 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 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bat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é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rie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, 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z</a:t>
            </a:r>
            <a:r>
              <a:rPr lang="sk-SK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aznievajú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zvukové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výzvy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 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None/>
            </a:pP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  a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na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indikátor</a:t>
            </a:r>
            <a:r>
              <a:rPr lang="sk-SK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e</a:t>
            </a:r>
            <a:r>
              <a:rPr lang="en-US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je </a:t>
            </a:r>
            <a:r>
              <a:rPr lang="en-US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červené</a:t>
            </a:r>
            <a:r>
              <a:rPr lang="en-US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X </a:t>
            </a:r>
            <a:r>
              <a:rPr lang="en-US" dirty="0"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FontTx/>
              <a:buChar char="•"/>
            </a:pPr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P</a:t>
            </a: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r</a:t>
            </a:r>
            <a:r>
              <a:rPr lang="en-US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i</a:t>
            </a:r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problém</a:t>
            </a: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o</a:t>
            </a:r>
            <a:r>
              <a:rPr lang="en-US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ch</a:t>
            </a:r>
            <a:r>
              <a:rPr lang="en-US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</a:t>
            </a:r>
            <a:r>
              <a:rPr lang="en-US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kontaktujte</a:t>
            </a: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v SR </a:t>
            </a:r>
          </a:p>
          <a:p>
            <a:pPr lvl="1">
              <a:lnSpc>
                <a:spcPct val="90000"/>
              </a:lnSpc>
              <a:buClr>
                <a:srgbClr val="FF0000"/>
              </a:buClr>
              <a:buNone/>
            </a:pP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 			</a:t>
            </a:r>
            <a:r>
              <a:rPr lang="sk-SK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Selvit</a:t>
            </a: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, </a:t>
            </a:r>
            <a:r>
              <a:rPr lang="sk-SK" sz="2400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spol.s.r.o</a:t>
            </a:r>
            <a:r>
              <a:rPr lang="sk-SK" sz="24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sym typeface="Monotype Sorts" pitchFamily="2" charset="2"/>
              </a:rPr>
              <a:t>., Žilina</a:t>
            </a:r>
            <a:endParaRPr lang="en-US" sz="24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Rounded MT Bold" pitchFamily="34" charset="0"/>
              <a:sym typeface="Monotype Sorts" pitchFamily="2" charset="2"/>
            </a:endParaRPr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534988"/>
            <a:ext cx="9144000" cy="1143000"/>
          </a:xfrm>
          <a:effectLst>
            <a:outerShdw dist="28398" dir="6993903" algn="ctr" rotWithShape="0">
              <a:schemeClr val="tx1"/>
            </a:outerShdw>
          </a:effectLst>
        </p:spPr>
        <p:txBody>
          <a:bodyPr/>
          <a:lstStyle/>
          <a:p>
            <a:pPr algn="ctr"/>
            <a:r>
              <a:rPr lang="en-US" sz="40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Automatická</a:t>
            </a:r>
            <a: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40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samokontrola</a:t>
            </a:r>
            <a:r>
              <a:rPr lang="en-US" sz="4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a </a:t>
            </a:r>
            <a:r>
              <a:rPr lang="en-US" sz="4000" b="1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alarmy</a:t>
            </a:r>
            <a:endParaRPr lang="en-US" sz="4800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43369" name="Text Box 9"/>
          <p:cNvSpPr txBox="1">
            <a:spLocks noChangeArrowheads="1"/>
          </p:cNvSpPr>
          <p:nvPr/>
        </p:nvSpPr>
        <p:spPr bwMode="auto">
          <a:xfrm>
            <a:off x="7978775" y="454183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b="1" u="none">
                <a:solidFill>
                  <a:srgbClr val="FF0000"/>
                </a:solidFill>
                <a:latin typeface="Tahoma" pitchFamily="34" charset="0"/>
              </a:rPr>
              <a:t>X</a:t>
            </a:r>
          </a:p>
        </p:txBody>
      </p:sp>
      <p:pic>
        <p:nvPicPr>
          <p:cNvPr id="143383" name="Picture 5655329" descr="\\Cathy\etx share\OptZOLL AED Plus Training 5 1 02\EFCACT1\S76Picture 565532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2209800"/>
            <a:ext cx="1574800" cy="1422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143384" name="Picture 2334057" descr="\\Cathy\etx share\OptZOLL AED Plus Training 5 1 02\EFCACT1\S76Picture 2334057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4267200"/>
            <a:ext cx="1574800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3370" name="Text Box 10"/>
          <p:cNvSpPr txBox="1">
            <a:spLocks noChangeArrowheads="1"/>
          </p:cNvSpPr>
          <p:nvPr/>
        </p:nvSpPr>
        <p:spPr bwMode="auto">
          <a:xfrm>
            <a:off x="7848600" y="2574925"/>
            <a:ext cx="838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 u="none"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  <a:sym typeface="Symbol" pitchFamily="18" charset="2"/>
              </a:rPr>
              <a:t></a:t>
            </a:r>
          </a:p>
        </p:txBody>
      </p:sp>
      <p:sp>
        <p:nvSpPr>
          <p:cNvPr id="143377" name="Text Box 17"/>
          <p:cNvSpPr txBox="1">
            <a:spLocks noChangeArrowheads="1"/>
          </p:cNvSpPr>
          <p:nvPr/>
        </p:nvSpPr>
        <p:spPr bwMode="auto">
          <a:xfrm>
            <a:off x="7848600" y="4632325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 u="none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79" name="Picture 6183370" descr="\\Cathy\etx share\OptZOLL AED Plus Training 5 1 02\EFCACT1\S77Picture 6183370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27600" y="3302000"/>
            <a:ext cx="24130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9280" name="Picture 1352503" descr="\\Cathy\etx share\OptZOLL AED Plus Training 5 1 02\EFCACT1\S77Picture 135250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13300" y="1600200"/>
            <a:ext cx="3860800" cy="2755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304800" y="3200400"/>
            <a:ext cx="7970452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6796" dir="9206097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hn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úť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ta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 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ípad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Recenz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ípadu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Dokončen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požadovan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právy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36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Ohlási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ť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l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ár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sk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36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kontrole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 eaLnBrk="1" hangingPunct="1">
              <a:buClr>
                <a:srgbClr val="FF0000"/>
              </a:buClr>
              <a:buSzPct val="110000"/>
              <a:buFont typeface="Wingdings" pitchFamily="2" charset="2"/>
              <a:buChar char="ü"/>
            </a:pP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“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Zve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ejn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ie</a:t>
            </a:r>
            <a:r>
              <a:rPr lang="en-US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</a:t>
            </a:r>
            <a:r>
              <a:rPr lang="sk-SK" sz="36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</a:t>
            </a:r>
            <a:r>
              <a:rPr lang="en-US" sz="36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ípadu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”</a:t>
            </a:r>
            <a:r>
              <a:rPr lang="en-US" sz="36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Rounded MT Bold" pitchFamily="34" charset="0"/>
              </a:rPr>
              <a:t> </a:t>
            </a:r>
          </a:p>
        </p:txBody>
      </p:sp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381000" y="2133600"/>
            <a:ext cx="3714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63500" dir="8587806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/>
            <a:r>
              <a:rPr lang="en-US" sz="40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Administrat</a:t>
            </a:r>
            <a:r>
              <a:rPr lang="sk-SK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í</a:t>
            </a:r>
            <a:r>
              <a:rPr lang="en-US" sz="40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va</a:t>
            </a:r>
            <a:endParaRPr lang="en-US" sz="40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39271" name="Oval 7"/>
          <p:cNvSpPr>
            <a:spLocks noChangeArrowheads="1"/>
          </p:cNvSpPr>
          <p:nvPr/>
        </p:nvSpPr>
        <p:spPr bwMode="auto">
          <a:xfrm>
            <a:off x="7162800" y="3352800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sk-SK"/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0" y="609600"/>
            <a:ext cx="9144000" cy="82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>
                <a:solidFill>
                  <a:srgbClr val="FF0000"/>
                </a:solidFill>
              </a:rPr>
              <a:t>Po použití AED </a:t>
            </a:r>
          </a:p>
        </p:txBody>
      </p:sp>
      <p:sp>
        <p:nvSpPr>
          <p:cNvPr id="139281" name="Text Box 17"/>
          <p:cNvSpPr txBox="1">
            <a:spLocks noChangeArrowheads="1"/>
          </p:cNvSpPr>
          <p:nvPr/>
        </p:nvSpPr>
        <p:spPr bwMode="auto">
          <a:xfrm>
            <a:off x="304800" y="6019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b="1" dirty="0" smtClean="0">
                <a:solidFill>
                  <a:schemeClr val="bg1"/>
                </a:solidFill>
              </a:rPr>
              <a:t>Poznámka: </a:t>
            </a:r>
            <a:r>
              <a:rPr lang="cs-CZ" u="none" dirty="0" err="1" smtClean="0">
                <a:solidFill>
                  <a:schemeClr val="bg1"/>
                </a:solidFill>
              </a:rPr>
              <a:t>Ohlásiť</a:t>
            </a:r>
            <a:r>
              <a:rPr lang="cs-CZ" u="none" dirty="0" smtClean="0">
                <a:solidFill>
                  <a:schemeClr val="bg1"/>
                </a:solidFill>
              </a:rPr>
              <a:t> </a:t>
            </a:r>
            <a:r>
              <a:rPr lang="cs-CZ" u="none" dirty="0" err="1" smtClean="0">
                <a:solidFill>
                  <a:schemeClr val="bg1"/>
                </a:solidFill>
              </a:rPr>
              <a:t>Selvit</a:t>
            </a:r>
            <a:r>
              <a:rPr lang="cs-CZ" u="none" dirty="0" smtClean="0">
                <a:solidFill>
                  <a:schemeClr val="bg1"/>
                </a:solidFill>
              </a:rPr>
              <a:t>, </a:t>
            </a:r>
            <a:r>
              <a:rPr lang="cs-CZ" u="none" dirty="0" err="1" smtClean="0">
                <a:solidFill>
                  <a:schemeClr val="bg1"/>
                </a:solidFill>
              </a:rPr>
              <a:t>spol</a:t>
            </a:r>
            <a:r>
              <a:rPr lang="cs-CZ" u="none" dirty="0" smtClean="0">
                <a:solidFill>
                  <a:schemeClr val="bg1"/>
                </a:solidFill>
              </a:rPr>
              <a:t> s.r.o., Žilina</a:t>
            </a:r>
            <a:endParaRPr lang="cs-CZ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47" name="Picture 1750559" descr="\\Cathy\etx share\OptZOLL AED Plus Training 5 1 02\EFCACT1\S78Picture 1750559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3073400"/>
            <a:ext cx="3124200" cy="2336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14233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93713"/>
            <a:ext cx="9144000" cy="1143000"/>
          </a:xfrm>
        </p:spPr>
        <p:txBody>
          <a:bodyPr/>
          <a:lstStyle/>
          <a:p>
            <a:pPr algn="ctr"/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St</a:t>
            </a:r>
            <a:r>
              <a:rPr lang="sk-SK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r>
              <a:rPr lang="en-US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hnut</a:t>
            </a:r>
            <a:r>
              <a:rPr lang="sk-SK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ie</a:t>
            </a:r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d</a:t>
            </a:r>
            <a:r>
              <a:rPr lang="sk-SK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 </a:t>
            </a:r>
            <a:r>
              <a:rPr lang="en-U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 </a:t>
            </a:r>
            <a:r>
              <a:rPr lang="en-US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recenz</a:t>
            </a:r>
            <a:r>
              <a:rPr lang="sk-SK" b="1" u="sng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ia</a:t>
            </a:r>
            <a:endParaRPr lang="en-US" b="1" i="1" u="sng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-457200" y="1295400"/>
            <a:ext cx="9601200" cy="4114800"/>
          </a:xfrm>
          <a:effectLst>
            <a:outerShdw dist="35921" dir="2700000" algn="ctr" rotWithShape="0">
              <a:schemeClr val="tx1"/>
            </a:outerShdw>
          </a:effectLst>
        </p:spPr>
        <p:txBody>
          <a:bodyPr/>
          <a:lstStyle/>
          <a:p>
            <a:pPr>
              <a:buFontTx/>
              <a:buNone/>
            </a:pPr>
            <a:endParaRPr lang="en-US" sz="2000" dirty="0">
              <a:latin typeface="Arial" charset="0"/>
            </a:endParaRPr>
          </a:p>
          <a:p>
            <a:pPr lvl="1">
              <a:buClr>
                <a:srgbClr val="FF0000"/>
              </a:buClr>
              <a:buSzPct val="120000"/>
              <a:buFontTx/>
              <a:buChar char="•"/>
            </a:pP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AED Plus </a:t>
            </a:r>
            <a:r>
              <a:rPr lang="en-US" sz="32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použív</a:t>
            </a:r>
            <a:r>
              <a:rPr lang="sk-SK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</a:t>
            </a:r>
            <a:r>
              <a:rPr 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sk-SK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š</a:t>
            </a:r>
            <a:r>
              <a:rPr lang="en-US" sz="32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tandardn</a:t>
            </a:r>
            <a:r>
              <a:rPr lang="sk-SK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ý</a:t>
            </a:r>
            <a:r>
              <a:rPr 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IRDA port </a:t>
            </a:r>
          </a:p>
          <a:p>
            <a:pPr lvl="1">
              <a:buClr>
                <a:srgbClr val="FF0000"/>
              </a:buClr>
              <a:buSzPct val="75000"/>
              <a:buFont typeface="Wingdings" pitchFamily="2" charset="2"/>
              <a:buNone/>
            </a:pPr>
            <a:r>
              <a:rPr lang="en-US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     </a:t>
            </a:r>
          </a:p>
          <a:p>
            <a:pPr lvl="1">
              <a:buClr>
                <a:srgbClr val="FF0000"/>
              </a:buClr>
              <a:buSzPct val="75000"/>
              <a:buFont typeface="Wingdings" pitchFamily="2" charset="2"/>
              <a:buNone/>
            </a:pPr>
            <a:endParaRPr lang="en-US" sz="9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buClr>
                <a:srgbClr val="FF0000"/>
              </a:buClr>
              <a:buSzPct val="120000"/>
              <a:buFontTx/>
              <a:buChar char="•"/>
            </a:pPr>
            <a:r>
              <a:rPr lang="sk-SK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Ľahký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p</a:t>
            </a:r>
            <a:r>
              <a:rPr lang="sk-SK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</a:t>
            </a:r>
            <a:r>
              <a:rPr lang="en-US" sz="36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enos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d</a:t>
            </a:r>
            <a:r>
              <a:rPr lang="sk-SK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á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  <a:p>
            <a:pPr lvl="1">
              <a:buClr>
                <a:srgbClr val="FF0000"/>
              </a:buClr>
              <a:buSzPct val="75000"/>
              <a:buFont typeface="Wingdings" pitchFamily="2" charset="2"/>
              <a:buNone/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    </a:t>
            </a:r>
            <a:r>
              <a:rPr lang="en-US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</a:t>
            </a:r>
            <a:r>
              <a:rPr lang="en-US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vi</a:t>
            </a:r>
            <a:r>
              <a:rPr lang="sk-SK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ď</a:t>
            </a:r>
            <a:r>
              <a:rPr lang="en-US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 </a:t>
            </a:r>
            <a:r>
              <a:rPr lang="en-US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ZOLL Data Review*)</a:t>
            </a:r>
          </a:p>
          <a:p>
            <a:pPr lvl="1">
              <a:buClr>
                <a:srgbClr val="FF0000"/>
              </a:buClr>
              <a:buSzPct val="75000"/>
              <a:buFont typeface="Wingdings" pitchFamily="2" charset="2"/>
              <a:buNone/>
            </a:pPr>
            <a:endParaRPr lang="en-US" sz="900" b="1" i="1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752600" y="5486400"/>
            <a:ext cx="7150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* </a:t>
            </a:r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Software je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vo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ľ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 prístupný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k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u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st</a:t>
            </a:r>
            <a:r>
              <a:rPr lang="sk-SK" sz="20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iahnutiu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na</a:t>
            </a:r>
            <a:r>
              <a:rPr lang="en-US" sz="2000" b="1" u="none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Internet</a:t>
            </a:r>
            <a:r>
              <a:rPr lang="sk-SK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  <a:r>
              <a:rPr lang="en-US" sz="20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endParaRPr lang="en-US" sz="20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42348" name="Text Box 12"/>
          <p:cNvSpPr txBox="1">
            <a:spLocks noChangeArrowheads="1"/>
          </p:cNvSpPr>
          <p:nvPr/>
        </p:nvSpPr>
        <p:spPr bwMode="auto">
          <a:xfrm>
            <a:off x="304800" y="6019800"/>
            <a:ext cx="853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cs-CZ" b="1" dirty="0" smtClean="0">
                <a:solidFill>
                  <a:schemeClr val="bg1"/>
                </a:solidFill>
              </a:rPr>
              <a:t>Poznámka:</a:t>
            </a:r>
            <a:r>
              <a:rPr lang="cs-CZ" b="1" u="none" dirty="0" smtClean="0">
                <a:solidFill>
                  <a:schemeClr val="bg1"/>
                </a:solidFill>
              </a:rPr>
              <a:t>V </a:t>
            </a:r>
            <a:r>
              <a:rPr lang="cs-CZ" b="1" u="none" dirty="0" err="1" smtClean="0">
                <a:solidFill>
                  <a:schemeClr val="bg1"/>
                </a:solidFill>
              </a:rPr>
              <a:t>prípade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záujmu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zaistí</a:t>
            </a:r>
            <a:r>
              <a:rPr lang="cs-CZ" b="1" u="none" dirty="0" smtClean="0">
                <a:solidFill>
                  <a:schemeClr val="bg1"/>
                </a:solidFill>
              </a:rPr>
              <a:t> </a:t>
            </a:r>
            <a:r>
              <a:rPr lang="cs-CZ" b="1" u="none" dirty="0" err="1" smtClean="0">
                <a:solidFill>
                  <a:schemeClr val="bg1"/>
                </a:solidFill>
              </a:rPr>
              <a:t>Selivit</a:t>
            </a:r>
            <a:r>
              <a:rPr lang="cs-CZ" b="1" u="none" dirty="0" smtClean="0">
                <a:solidFill>
                  <a:schemeClr val="bg1"/>
                </a:solidFill>
              </a:rPr>
              <a:t>, </a:t>
            </a:r>
            <a:r>
              <a:rPr lang="cs-CZ" b="1" u="none" dirty="0" err="1" smtClean="0">
                <a:solidFill>
                  <a:schemeClr val="bg1"/>
                </a:solidFill>
              </a:rPr>
              <a:t>spol.s.r.o</a:t>
            </a:r>
            <a:r>
              <a:rPr lang="cs-CZ" b="1" u="none" dirty="0" smtClean="0">
                <a:solidFill>
                  <a:schemeClr val="bg1"/>
                </a:solidFill>
              </a:rPr>
              <a:t>.</a:t>
            </a:r>
            <a:endParaRPr lang="cs-CZ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WordArt 2"/>
          <p:cNvSpPr>
            <a:spLocks noChangeArrowheads="1" noChangeShapeType="1" noTextEdit="1"/>
          </p:cNvSpPr>
          <p:nvPr/>
        </p:nvSpPr>
        <p:spPr bwMode="auto">
          <a:xfrm>
            <a:off x="1447800" y="1295400"/>
            <a:ext cx="5757863" cy="22860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91306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sk-SK" sz="3600" b="1" kern="10" dirty="0" smtClean="0">
                <a:ln w="9525"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atin typeface="Arial"/>
                <a:cs typeface="Arial"/>
              </a:rPr>
              <a:t>Ďakujeme</a:t>
            </a:r>
            <a:endParaRPr lang="sk-SK" sz="3600" b="1" kern="10" dirty="0">
              <a:ln w="9525"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FF00"/>
                  </a:gs>
                </a:gsLst>
                <a:lin ang="5400000" scaled="1"/>
              </a:gradFill>
              <a:latin typeface="Arial"/>
              <a:cs typeface="Arial"/>
            </a:endParaRP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815975" y="3994150"/>
            <a:ext cx="564795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74053" dir="8942175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 eaLnBrk="1" hangingPunct="1"/>
            <a:r>
              <a:rPr lang="sk-SK" sz="5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Selvit</a:t>
            </a:r>
            <a:r>
              <a:rPr lang="sk-SK" sz="5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, </a:t>
            </a:r>
            <a:r>
              <a:rPr lang="sk-SK" sz="5400" b="1" u="none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spol.s.r.o</a:t>
            </a:r>
            <a:r>
              <a:rPr lang="sk-SK" sz="5400" b="1" u="none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  <a:endParaRPr lang="en-US" sz="5400" b="1" u="none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nimBg="1"/>
      <p:bldP spid="148483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4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2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2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3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3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3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3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3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7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3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9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1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5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9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6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5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5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Picture 1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OPT" val="Object 2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6226</TotalTime>
  <Words>2503</Words>
  <Application>Microsoft Office PowerPoint</Application>
  <PresentationFormat>Prezentácia na obrazovke (4:3)</PresentationFormat>
  <Paragraphs>457</Paragraphs>
  <Slides>68</Slides>
  <Notes>0</Notes>
  <HiddenSlides>0</HiddenSlides>
  <MMClips>9</MMClips>
  <ScaleCrop>false</ScaleCrop>
  <HeadingPairs>
    <vt:vector size="8" baseType="variant">
      <vt:variant>
        <vt:lpstr>Použité písma</vt:lpstr>
      </vt:variant>
      <vt:variant>
        <vt:i4>19</vt:i4>
      </vt:variant>
      <vt:variant>
        <vt:lpstr>Motív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snímok</vt:lpstr>
      </vt:variant>
      <vt:variant>
        <vt:i4>68</vt:i4>
      </vt:variant>
    </vt:vector>
  </HeadingPairs>
  <TitlesOfParts>
    <vt:vector size="89" baseType="lpstr">
      <vt:lpstr>Arial</vt:lpstr>
      <vt:lpstr>Arial Black</vt:lpstr>
      <vt:lpstr>Arial Narrow</vt:lpstr>
      <vt:lpstr>Arial Rounded MT Bold</vt:lpstr>
      <vt:lpstr>Bazooka</vt:lpstr>
      <vt:lpstr>Berlin Sans FB</vt:lpstr>
      <vt:lpstr>Berlin Sans FB Demi</vt:lpstr>
      <vt:lpstr>Century Schoolbook</vt:lpstr>
      <vt:lpstr>Impact</vt:lpstr>
      <vt:lpstr>Jolt</vt:lpstr>
      <vt:lpstr>Monotype Sorts</vt:lpstr>
      <vt:lpstr>Symbol</vt:lpstr>
      <vt:lpstr>Tahoma</vt:lpstr>
      <vt:lpstr>Times</vt:lpstr>
      <vt:lpstr>Times New Roman</vt:lpstr>
      <vt:lpstr>Univers 65 Bold</vt:lpstr>
      <vt:lpstr>Univers Condensed</vt:lpstr>
      <vt:lpstr>Verdana</vt:lpstr>
      <vt:lpstr>Wingdings</vt:lpstr>
      <vt:lpstr>Default Design</vt:lpstr>
      <vt:lpstr>Sound Recorder Document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Pacientove príznaky pri   komorovej fibrilácii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 Budete potrebovať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Opatrnosť a opatrenia</vt:lpstr>
      <vt:lpstr>Kedy nepoužíváme AED</vt:lpstr>
      <vt:lpstr>Prezentácia programu PowerPoint</vt:lpstr>
      <vt:lpstr>Prezentácia programu PowerPoint</vt:lpstr>
      <vt:lpstr>Prezentácia programu PowerPoint</vt:lpstr>
      <vt:lpstr>Automatická samokontrola a alarmy</vt:lpstr>
      <vt:lpstr>Prezentácia programu PowerPoint</vt:lpstr>
      <vt:lpstr>Stiahnutie dát a recenzia</vt:lpstr>
      <vt:lpstr>Prezentácia programu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 v USA a ve světě</dc:title>
  <dc:creator>AED IF USA, zpracoval Ing. Ivo Skopal</dc:creator>
  <cp:lastModifiedBy>stolb</cp:lastModifiedBy>
  <cp:revision>251</cp:revision>
  <cp:lastPrinted>2005-10-19T07:37:41Z</cp:lastPrinted>
  <dcterms:created xsi:type="dcterms:W3CDTF">2001-07-31T17:59:40Z</dcterms:created>
  <dcterms:modified xsi:type="dcterms:W3CDTF">2016-10-19T11:09:47Z</dcterms:modified>
</cp:coreProperties>
</file>